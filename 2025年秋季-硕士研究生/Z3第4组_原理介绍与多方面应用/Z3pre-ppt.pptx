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5.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357" r:id="rId3"/>
    <p:sldId id="372" r:id="rId4"/>
    <p:sldId id="387" r:id="rId5"/>
    <p:sldId id="403" r:id="rId6"/>
    <p:sldId id="404" r:id="rId7"/>
    <p:sldId id="405" r:id="rId8"/>
    <p:sldId id="407" r:id="rId9"/>
    <p:sldId id="408" r:id="rId10"/>
    <p:sldId id="409" r:id="rId11"/>
    <p:sldId id="410" r:id="rId12"/>
    <p:sldId id="411" r:id="rId13"/>
    <p:sldId id="412" r:id="rId14"/>
    <p:sldId id="401" r:id="rId16"/>
  </p:sldIdLst>
  <p:sldSz cx="9144000" cy="5143500" type="screen16x9"/>
  <p:notesSz cx="6858000" cy="9144000"/>
  <p:custDataLst>
    <p:tags r:id="rId20"/>
  </p:custDataLst>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7" orient="horz" pos="2895" userDrawn="1">
          <p15:clr>
            <a:srgbClr val="A4A3A4"/>
          </p15:clr>
        </p15:guide>
        <p15:guide id="2" pos="314" userDrawn="1">
          <p15:clr>
            <a:srgbClr val="A4A3A4"/>
          </p15:clr>
        </p15:guide>
        <p15:guide id="3" pos="934" userDrawn="1">
          <p15:clr>
            <a:srgbClr val="A4A3A4"/>
          </p15:clr>
        </p15:guide>
        <p15:guide id="4" pos="472" userDrawn="1">
          <p15:clr>
            <a:srgbClr val="A4A3A4"/>
          </p15:clr>
        </p15:guide>
        <p15:guide id="5" pos="2842" userDrawn="1">
          <p15:clr>
            <a:srgbClr val="A4A3A4"/>
          </p15:clr>
        </p15:guide>
        <p15:guide id="6" orient="horz" pos="806" userDrawn="1">
          <p15:clr>
            <a:srgbClr val="A4A3A4"/>
          </p15:clr>
        </p15:guide>
        <p15:guide id="8" orient="horz" pos="75" userDrawn="1">
          <p15:clr>
            <a:srgbClr val="A4A3A4"/>
          </p15:clr>
        </p15:guide>
        <p15:guide id="9" orient="horz" pos="2952" userDrawn="1">
          <p15:clr>
            <a:srgbClr val="A4A3A4"/>
          </p15:clr>
        </p15:guide>
        <p15:guide id="10" orient="horz" pos="74" userDrawn="1">
          <p15:clr>
            <a:srgbClr val="A4A3A4"/>
          </p15:clr>
        </p15:guide>
        <p15:guide id="11" pos="5529" userDrawn="1">
          <p15:clr>
            <a:srgbClr val="A4A3A4"/>
          </p15:clr>
        </p15:guide>
        <p15:guide id="12" pos="1056" userDrawn="1">
          <p15:clr>
            <a:srgbClr val="A4A3A4"/>
          </p15:clr>
        </p15:guide>
        <p15:guide id="13" pos="34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04371"/>
    <a:srgbClr val="FBFBF8"/>
    <a:srgbClr val="FFFFFF"/>
    <a:srgbClr val="EEF2F5"/>
    <a:srgbClr val="F4F5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123" d="100"/>
          <a:sy n="123" d="100"/>
        </p:scale>
        <p:origin x="72" y="132"/>
      </p:cViewPr>
      <p:guideLst>
        <p:guide orient="horz" pos="2895"/>
        <p:guide pos="314"/>
        <p:guide pos="934"/>
        <p:guide pos="472"/>
        <p:guide pos="2842"/>
        <p:guide orient="horz" pos="806"/>
        <p:guide orient="horz" pos="75"/>
        <p:guide orient="horz" pos="2952"/>
        <p:guide orient="horz" pos="74"/>
        <p:guide pos="5529"/>
        <p:guide pos="1056"/>
        <p:guide pos="341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gs" Target="tags/tag16.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2" name="组合 1"/>
          <p:cNvGrpSpPr/>
          <p:nvPr userDrawn="1"/>
        </p:nvGrpSpPr>
        <p:grpSpPr>
          <a:xfrm>
            <a:off x="7949829" y="160869"/>
            <a:ext cx="819654" cy="692361"/>
            <a:chOff x="2992437" y="0"/>
            <a:chExt cx="2543175" cy="2148217"/>
          </a:xfrm>
          <a:solidFill>
            <a:schemeClr val="accent1"/>
          </a:solidFill>
        </p:grpSpPr>
        <p:grpSp>
          <p:nvGrpSpPr>
            <p:cNvPr id="3" name="组合 2"/>
            <p:cNvGrpSpPr/>
            <p:nvPr/>
          </p:nvGrpSpPr>
          <p:grpSpPr>
            <a:xfrm>
              <a:off x="2992437" y="1183017"/>
              <a:ext cx="2543175" cy="965200"/>
              <a:chOff x="3297238" y="2879725"/>
              <a:chExt cx="2543175" cy="965200"/>
            </a:xfrm>
            <a:grpFill/>
          </p:grpSpPr>
          <p:sp>
            <p:nvSpPr>
              <p:cNvPr id="15" name="Freeform 5"/>
              <p:cNvSpPr/>
              <p:nvPr/>
            </p:nvSpPr>
            <p:spPr bwMode="auto">
              <a:xfrm>
                <a:off x="3303588" y="2997200"/>
                <a:ext cx="573088" cy="647700"/>
              </a:xfrm>
              <a:custGeom>
                <a:avLst/>
                <a:gdLst>
                  <a:gd name="T0" fmla="*/ 139 w 152"/>
                  <a:gd name="T1" fmla="*/ 70 h 172"/>
                  <a:gd name="T2" fmla="*/ 120 w 152"/>
                  <a:gd name="T3" fmla="*/ 78 h 172"/>
                  <a:gd name="T4" fmla="*/ 130 w 152"/>
                  <a:gd name="T5" fmla="*/ 91 h 172"/>
                  <a:gd name="T6" fmla="*/ 124 w 152"/>
                  <a:gd name="T7" fmla="*/ 118 h 172"/>
                  <a:gd name="T8" fmla="*/ 136 w 152"/>
                  <a:gd name="T9" fmla="*/ 123 h 172"/>
                  <a:gd name="T10" fmla="*/ 140 w 152"/>
                  <a:gd name="T11" fmla="*/ 137 h 172"/>
                  <a:gd name="T12" fmla="*/ 139 w 152"/>
                  <a:gd name="T13" fmla="*/ 155 h 172"/>
                  <a:gd name="T14" fmla="*/ 119 w 152"/>
                  <a:gd name="T15" fmla="*/ 149 h 172"/>
                  <a:gd name="T16" fmla="*/ 94 w 152"/>
                  <a:gd name="T17" fmla="*/ 136 h 172"/>
                  <a:gd name="T18" fmla="*/ 73 w 152"/>
                  <a:gd name="T19" fmla="*/ 134 h 172"/>
                  <a:gd name="T20" fmla="*/ 69 w 152"/>
                  <a:gd name="T21" fmla="*/ 118 h 172"/>
                  <a:gd name="T22" fmla="*/ 93 w 152"/>
                  <a:gd name="T23" fmla="*/ 110 h 172"/>
                  <a:gd name="T24" fmla="*/ 105 w 152"/>
                  <a:gd name="T25" fmla="*/ 106 h 172"/>
                  <a:gd name="T26" fmla="*/ 110 w 152"/>
                  <a:gd name="T27" fmla="*/ 100 h 172"/>
                  <a:gd name="T28" fmla="*/ 98 w 152"/>
                  <a:gd name="T29" fmla="*/ 100 h 172"/>
                  <a:gd name="T30" fmla="*/ 86 w 152"/>
                  <a:gd name="T31" fmla="*/ 108 h 172"/>
                  <a:gd name="T32" fmla="*/ 81 w 152"/>
                  <a:gd name="T33" fmla="*/ 89 h 172"/>
                  <a:gd name="T34" fmla="*/ 100 w 152"/>
                  <a:gd name="T35" fmla="*/ 72 h 172"/>
                  <a:gd name="T36" fmla="*/ 123 w 152"/>
                  <a:gd name="T37" fmla="*/ 60 h 172"/>
                  <a:gd name="T38" fmla="*/ 110 w 152"/>
                  <a:gd name="T39" fmla="*/ 55 h 172"/>
                  <a:gd name="T40" fmla="*/ 90 w 152"/>
                  <a:gd name="T41" fmla="*/ 70 h 172"/>
                  <a:gd name="T42" fmla="*/ 79 w 152"/>
                  <a:gd name="T43" fmla="*/ 80 h 172"/>
                  <a:gd name="T44" fmla="*/ 67 w 152"/>
                  <a:gd name="T45" fmla="*/ 71 h 172"/>
                  <a:gd name="T46" fmla="*/ 73 w 152"/>
                  <a:gd name="T47" fmla="*/ 58 h 172"/>
                  <a:gd name="T48" fmla="*/ 87 w 152"/>
                  <a:gd name="T49" fmla="*/ 38 h 172"/>
                  <a:gd name="T50" fmla="*/ 91 w 152"/>
                  <a:gd name="T51" fmla="*/ 27 h 172"/>
                  <a:gd name="T52" fmla="*/ 80 w 152"/>
                  <a:gd name="T53" fmla="*/ 31 h 172"/>
                  <a:gd name="T54" fmla="*/ 59 w 152"/>
                  <a:gd name="T55" fmla="*/ 37 h 172"/>
                  <a:gd name="T56" fmla="*/ 53 w 152"/>
                  <a:gd name="T57" fmla="*/ 59 h 172"/>
                  <a:gd name="T58" fmla="*/ 49 w 152"/>
                  <a:gd name="T59" fmla="*/ 76 h 172"/>
                  <a:gd name="T60" fmla="*/ 43 w 152"/>
                  <a:gd name="T61" fmla="*/ 92 h 172"/>
                  <a:gd name="T62" fmla="*/ 40 w 152"/>
                  <a:gd name="T63" fmla="*/ 102 h 172"/>
                  <a:gd name="T64" fmla="*/ 36 w 152"/>
                  <a:gd name="T65" fmla="*/ 117 h 172"/>
                  <a:gd name="T66" fmla="*/ 32 w 152"/>
                  <a:gd name="T67" fmla="*/ 128 h 172"/>
                  <a:gd name="T68" fmla="*/ 21 w 152"/>
                  <a:gd name="T69" fmla="*/ 154 h 172"/>
                  <a:gd name="T70" fmla="*/ 12 w 152"/>
                  <a:gd name="T71" fmla="*/ 167 h 172"/>
                  <a:gd name="T72" fmla="*/ 0 w 152"/>
                  <a:gd name="T73" fmla="*/ 164 h 172"/>
                  <a:gd name="T74" fmla="*/ 11 w 152"/>
                  <a:gd name="T75" fmla="*/ 138 h 172"/>
                  <a:gd name="T76" fmla="*/ 18 w 152"/>
                  <a:gd name="T77" fmla="*/ 119 h 172"/>
                  <a:gd name="T78" fmla="*/ 24 w 152"/>
                  <a:gd name="T79" fmla="*/ 101 h 172"/>
                  <a:gd name="T80" fmla="*/ 27 w 152"/>
                  <a:gd name="T81" fmla="*/ 91 h 172"/>
                  <a:gd name="T82" fmla="*/ 31 w 152"/>
                  <a:gd name="T83" fmla="*/ 75 h 172"/>
                  <a:gd name="T84" fmla="*/ 37 w 152"/>
                  <a:gd name="T85" fmla="*/ 47 h 172"/>
                  <a:gd name="T86" fmla="*/ 42 w 152"/>
                  <a:gd name="T87" fmla="*/ 29 h 172"/>
                  <a:gd name="T88" fmla="*/ 61 w 152"/>
                  <a:gd name="T89" fmla="*/ 19 h 172"/>
                  <a:gd name="T90" fmla="*/ 79 w 152"/>
                  <a:gd name="T91" fmla="*/ 9 h 172"/>
                  <a:gd name="T92" fmla="*/ 93 w 152"/>
                  <a:gd name="T93" fmla="*/ 7 h 172"/>
                  <a:gd name="T94" fmla="*/ 104 w 152"/>
                  <a:gd name="T95" fmla="*/ 2 h 172"/>
                  <a:gd name="T96" fmla="*/ 119 w 152"/>
                  <a:gd name="T97" fmla="*/ 3 h 172"/>
                  <a:gd name="T98" fmla="*/ 132 w 152"/>
                  <a:gd name="T99" fmla="*/ 2 h 172"/>
                  <a:gd name="T100" fmla="*/ 129 w 152"/>
                  <a:gd name="T101" fmla="*/ 14 h 172"/>
                  <a:gd name="T102" fmla="*/ 112 w 152"/>
                  <a:gd name="T103" fmla="*/ 34 h 172"/>
                  <a:gd name="T104" fmla="*/ 123 w 152"/>
                  <a:gd name="T105" fmla="*/ 33 h 172"/>
                  <a:gd name="T106" fmla="*/ 150 w 152"/>
                  <a:gd name="T107" fmla="*/ 4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2" h="172">
                    <a:moveTo>
                      <a:pt x="151" y="50"/>
                    </a:moveTo>
                    <a:cubicBezTo>
                      <a:pt x="151" y="53"/>
                      <a:pt x="150" y="56"/>
                      <a:pt x="149" y="60"/>
                    </a:cubicBezTo>
                    <a:cubicBezTo>
                      <a:pt x="149" y="60"/>
                      <a:pt x="149" y="61"/>
                      <a:pt x="149" y="61"/>
                    </a:cubicBezTo>
                    <a:cubicBezTo>
                      <a:pt x="148" y="62"/>
                      <a:pt x="148" y="62"/>
                      <a:pt x="148" y="63"/>
                    </a:cubicBezTo>
                    <a:cubicBezTo>
                      <a:pt x="147" y="64"/>
                      <a:pt x="147" y="65"/>
                      <a:pt x="146" y="66"/>
                    </a:cubicBezTo>
                    <a:cubicBezTo>
                      <a:pt x="145" y="67"/>
                      <a:pt x="141" y="70"/>
                      <a:pt x="139" y="70"/>
                    </a:cubicBezTo>
                    <a:cubicBezTo>
                      <a:pt x="139" y="70"/>
                      <a:pt x="138" y="71"/>
                      <a:pt x="138" y="71"/>
                    </a:cubicBezTo>
                    <a:cubicBezTo>
                      <a:pt x="136" y="71"/>
                      <a:pt x="134" y="71"/>
                      <a:pt x="132" y="72"/>
                    </a:cubicBezTo>
                    <a:cubicBezTo>
                      <a:pt x="130" y="72"/>
                      <a:pt x="129" y="72"/>
                      <a:pt x="128" y="72"/>
                    </a:cubicBezTo>
                    <a:cubicBezTo>
                      <a:pt x="127" y="73"/>
                      <a:pt x="125" y="73"/>
                      <a:pt x="124" y="74"/>
                    </a:cubicBezTo>
                    <a:cubicBezTo>
                      <a:pt x="123" y="75"/>
                      <a:pt x="122" y="76"/>
                      <a:pt x="121" y="77"/>
                    </a:cubicBezTo>
                    <a:cubicBezTo>
                      <a:pt x="120" y="77"/>
                      <a:pt x="120" y="77"/>
                      <a:pt x="120" y="78"/>
                    </a:cubicBezTo>
                    <a:cubicBezTo>
                      <a:pt x="119" y="79"/>
                      <a:pt x="116" y="80"/>
                      <a:pt x="117" y="83"/>
                    </a:cubicBezTo>
                    <a:cubicBezTo>
                      <a:pt x="118" y="83"/>
                      <a:pt x="118" y="83"/>
                      <a:pt x="118" y="84"/>
                    </a:cubicBezTo>
                    <a:cubicBezTo>
                      <a:pt x="119" y="84"/>
                      <a:pt x="120" y="85"/>
                      <a:pt x="121" y="85"/>
                    </a:cubicBezTo>
                    <a:cubicBezTo>
                      <a:pt x="121" y="85"/>
                      <a:pt x="121" y="85"/>
                      <a:pt x="122" y="86"/>
                    </a:cubicBezTo>
                    <a:cubicBezTo>
                      <a:pt x="123" y="86"/>
                      <a:pt x="125" y="87"/>
                      <a:pt x="128" y="89"/>
                    </a:cubicBezTo>
                    <a:cubicBezTo>
                      <a:pt x="129" y="90"/>
                      <a:pt x="129" y="91"/>
                      <a:pt x="130" y="91"/>
                    </a:cubicBezTo>
                    <a:cubicBezTo>
                      <a:pt x="130" y="92"/>
                      <a:pt x="130" y="93"/>
                      <a:pt x="131" y="95"/>
                    </a:cubicBezTo>
                    <a:cubicBezTo>
                      <a:pt x="131" y="98"/>
                      <a:pt x="131" y="102"/>
                      <a:pt x="131" y="106"/>
                    </a:cubicBezTo>
                    <a:cubicBezTo>
                      <a:pt x="130" y="106"/>
                      <a:pt x="130" y="106"/>
                      <a:pt x="130" y="107"/>
                    </a:cubicBezTo>
                    <a:cubicBezTo>
                      <a:pt x="130" y="107"/>
                      <a:pt x="130" y="108"/>
                      <a:pt x="130" y="109"/>
                    </a:cubicBezTo>
                    <a:cubicBezTo>
                      <a:pt x="129" y="110"/>
                      <a:pt x="128" y="111"/>
                      <a:pt x="127" y="113"/>
                    </a:cubicBezTo>
                    <a:cubicBezTo>
                      <a:pt x="126" y="114"/>
                      <a:pt x="125" y="116"/>
                      <a:pt x="124" y="118"/>
                    </a:cubicBezTo>
                    <a:cubicBezTo>
                      <a:pt x="124" y="118"/>
                      <a:pt x="123" y="118"/>
                      <a:pt x="123" y="119"/>
                    </a:cubicBezTo>
                    <a:cubicBezTo>
                      <a:pt x="124" y="120"/>
                      <a:pt x="126" y="119"/>
                      <a:pt x="128" y="120"/>
                    </a:cubicBezTo>
                    <a:cubicBezTo>
                      <a:pt x="128" y="120"/>
                      <a:pt x="129" y="120"/>
                      <a:pt x="130" y="120"/>
                    </a:cubicBezTo>
                    <a:cubicBezTo>
                      <a:pt x="131" y="121"/>
                      <a:pt x="132" y="121"/>
                      <a:pt x="132" y="121"/>
                    </a:cubicBezTo>
                    <a:cubicBezTo>
                      <a:pt x="134" y="122"/>
                      <a:pt x="133" y="122"/>
                      <a:pt x="134" y="122"/>
                    </a:cubicBezTo>
                    <a:cubicBezTo>
                      <a:pt x="135" y="123"/>
                      <a:pt x="135" y="123"/>
                      <a:pt x="136" y="123"/>
                    </a:cubicBezTo>
                    <a:cubicBezTo>
                      <a:pt x="136" y="124"/>
                      <a:pt x="137" y="124"/>
                      <a:pt x="138" y="124"/>
                    </a:cubicBezTo>
                    <a:cubicBezTo>
                      <a:pt x="138" y="125"/>
                      <a:pt x="139" y="126"/>
                      <a:pt x="139" y="127"/>
                    </a:cubicBezTo>
                    <a:cubicBezTo>
                      <a:pt x="139" y="127"/>
                      <a:pt x="140" y="128"/>
                      <a:pt x="140" y="129"/>
                    </a:cubicBezTo>
                    <a:cubicBezTo>
                      <a:pt x="140" y="130"/>
                      <a:pt x="140" y="130"/>
                      <a:pt x="141" y="131"/>
                    </a:cubicBezTo>
                    <a:cubicBezTo>
                      <a:pt x="140" y="132"/>
                      <a:pt x="140" y="133"/>
                      <a:pt x="140" y="134"/>
                    </a:cubicBezTo>
                    <a:cubicBezTo>
                      <a:pt x="140" y="135"/>
                      <a:pt x="140" y="136"/>
                      <a:pt x="140" y="137"/>
                    </a:cubicBezTo>
                    <a:cubicBezTo>
                      <a:pt x="140" y="138"/>
                      <a:pt x="140" y="139"/>
                      <a:pt x="141" y="139"/>
                    </a:cubicBezTo>
                    <a:cubicBezTo>
                      <a:pt x="141" y="140"/>
                      <a:pt x="141" y="141"/>
                      <a:pt x="141" y="142"/>
                    </a:cubicBezTo>
                    <a:cubicBezTo>
                      <a:pt x="141" y="143"/>
                      <a:pt x="141" y="144"/>
                      <a:pt x="142" y="146"/>
                    </a:cubicBezTo>
                    <a:cubicBezTo>
                      <a:pt x="142" y="146"/>
                      <a:pt x="142" y="149"/>
                      <a:pt x="141" y="150"/>
                    </a:cubicBezTo>
                    <a:cubicBezTo>
                      <a:pt x="141" y="151"/>
                      <a:pt x="141" y="152"/>
                      <a:pt x="140" y="153"/>
                    </a:cubicBezTo>
                    <a:cubicBezTo>
                      <a:pt x="140" y="154"/>
                      <a:pt x="139" y="154"/>
                      <a:pt x="139" y="155"/>
                    </a:cubicBezTo>
                    <a:cubicBezTo>
                      <a:pt x="139" y="155"/>
                      <a:pt x="139" y="156"/>
                      <a:pt x="139" y="156"/>
                    </a:cubicBezTo>
                    <a:cubicBezTo>
                      <a:pt x="138" y="157"/>
                      <a:pt x="138" y="158"/>
                      <a:pt x="138" y="159"/>
                    </a:cubicBezTo>
                    <a:cubicBezTo>
                      <a:pt x="137" y="159"/>
                      <a:pt x="135" y="160"/>
                      <a:pt x="135" y="160"/>
                    </a:cubicBezTo>
                    <a:cubicBezTo>
                      <a:pt x="134" y="160"/>
                      <a:pt x="133" y="159"/>
                      <a:pt x="132" y="159"/>
                    </a:cubicBezTo>
                    <a:cubicBezTo>
                      <a:pt x="129" y="158"/>
                      <a:pt x="128" y="156"/>
                      <a:pt x="127" y="155"/>
                    </a:cubicBezTo>
                    <a:cubicBezTo>
                      <a:pt x="124" y="153"/>
                      <a:pt x="121" y="150"/>
                      <a:pt x="119" y="149"/>
                    </a:cubicBezTo>
                    <a:cubicBezTo>
                      <a:pt x="119" y="149"/>
                      <a:pt x="118" y="149"/>
                      <a:pt x="118" y="148"/>
                    </a:cubicBezTo>
                    <a:cubicBezTo>
                      <a:pt x="117" y="148"/>
                      <a:pt x="115" y="148"/>
                      <a:pt x="114" y="147"/>
                    </a:cubicBezTo>
                    <a:cubicBezTo>
                      <a:pt x="111" y="146"/>
                      <a:pt x="111" y="145"/>
                      <a:pt x="109" y="144"/>
                    </a:cubicBezTo>
                    <a:cubicBezTo>
                      <a:pt x="106" y="142"/>
                      <a:pt x="106" y="141"/>
                      <a:pt x="103" y="139"/>
                    </a:cubicBezTo>
                    <a:cubicBezTo>
                      <a:pt x="103" y="139"/>
                      <a:pt x="102" y="138"/>
                      <a:pt x="101" y="138"/>
                    </a:cubicBezTo>
                    <a:cubicBezTo>
                      <a:pt x="100" y="137"/>
                      <a:pt x="95" y="136"/>
                      <a:pt x="94" y="136"/>
                    </a:cubicBezTo>
                    <a:cubicBezTo>
                      <a:pt x="93" y="137"/>
                      <a:pt x="89" y="136"/>
                      <a:pt x="88" y="137"/>
                    </a:cubicBezTo>
                    <a:cubicBezTo>
                      <a:pt x="86" y="137"/>
                      <a:pt x="85" y="138"/>
                      <a:pt x="84" y="138"/>
                    </a:cubicBezTo>
                    <a:cubicBezTo>
                      <a:pt x="83" y="138"/>
                      <a:pt x="82" y="139"/>
                      <a:pt x="82" y="139"/>
                    </a:cubicBezTo>
                    <a:cubicBezTo>
                      <a:pt x="80" y="140"/>
                      <a:pt x="81" y="140"/>
                      <a:pt x="79" y="140"/>
                    </a:cubicBezTo>
                    <a:cubicBezTo>
                      <a:pt x="78" y="140"/>
                      <a:pt x="77" y="139"/>
                      <a:pt x="77" y="139"/>
                    </a:cubicBezTo>
                    <a:cubicBezTo>
                      <a:pt x="73" y="137"/>
                      <a:pt x="74" y="135"/>
                      <a:pt x="73" y="134"/>
                    </a:cubicBezTo>
                    <a:cubicBezTo>
                      <a:pt x="73" y="130"/>
                      <a:pt x="76" y="129"/>
                      <a:pt x="78" y="127"/>
                    </a:cubicBezTo>
                    <a:cubicBezTo>
                      <a:pt x="77" y="126"/>
                      <a:pt x="76" y="126"/>
                      <a:pt x="76" y="125"/>
                    </a:cubicBezTo>
                    <a:cubicBezTo>
                      <a:pt x="75" y="125"/>
                      <a:pt x="75" y="125"/>
                      <a:pt x="74" y="125"/>
                    </a:cubicBezTo>
                    <a:cubicBezTo>
                      <a:pt x="74" y="124"/>
                      <a:pt x="69" y="123"/>
                      <a:pt x="69" y="123"/>
                    </a:cubicBezTo>
                    <a:cubicBezTo>
                      <a:pt x="69" y="122"/>
                      <a:pt x="69" y="121"/>
                      <a:pt x="69" y="121"/>
                    </a:cubicBezTo>
                    <a:cubicBezTo>
                      <a:pt x="69" y="120"/>
                      <a:pt x="69" y="119"/>
                      <a:pt x="69" y="118"/>
                    </a:cubicBezTo>
                    <a:cubicBezTo>
                      <a:pt x="71" y="115"/>
                      <a:pt x="75" y="114"/>
                      <a:pt x="77" y="112"/>
                    </a:cubicBezTo>
                    <a:cubicBezTo>
                      <a:pt x="78" y="111"/>
                      <a:pt x="83" y="110"/>
                      <a:pt x="83" y="110"/>
                    </a:cubicBezTo>
                    <a:cubicBezTo>
                      <a:pt x="85" y="110"/>
                      <a:pt x="85" y="110"/>
                      <a:pt x="86" y="110"/>
                    </a:cubicBezTo>
                    <a:cubicBezTo>
                      <a:pt x="86" y="110"/>
                      <a:pt x="87" y="110"/>
                      <a:pt x="88" y="110"/>
                    </a:cubicBezTo>
                    <a:cubicBezTo>
                      <a:pt x="89" y="110"/>
                      <a:pt x="91" y="110"/>
                      <a:pt x="92" y="110"/>
                    </a:cubicBezTo>
                    <a:cubicBezTo>
                      <a:pt x="92" y="110"/>
                      <a:pt x="92" y="110"/>
                      <a:pt x="93" y="110"/>
                    </a:cubicBezTo>
                    <a:cubicBezTo>
                      <a:pt x="93" y="110"/>
                      <a:pt x="94" y="110"/>
                      <a:pt x="95" y="110"/>
                    </a:cubicBezTo>
                    <a:cubicBezTo>
                      <a:pt x="95" y="110"/>
                      <a:pt x="96" y="110"/>
                      <a:pt x="96" y="110"/>
                    </a:cubicBezTo>
                    <a:cubicBezTo>
                      <a:pt x="96" y="110"/>
                      <a:pt x="97" y="109"/>
                      <a:pt x="98" y="109"/>
                    </a:cubicBezTo>
                    <a:cubicBezTo>
                      <a:pt x="99" y="108"/>
                      <a:pt x="100" y="107"/>
                      <a:pt x="101" y="107"/>
                    </a:cubicBezTo>
                    <a:cubicBezTo>
                      <a:pt x="102" y="106"/>
                      <a:pt x="102" y="106"/>
                      <a:pt x="103" y="106"/>
                    </a:cubicBezTo>
                    <a:cubicBezTo>
                      <a:pt x="104" y="106"/>
                      <a:pt x="105" y="106"/>
                      <a:pt x="105" y="106"/>
                    </a:cubicBezTo>
                    <a:cubicBezTo>
                      <a:pt x="105" y="106"/>
                      <a:pt x="105" y="106"/>
                      <a:pt x="106" y="106"/>
                    </a:cubicBezTo>
                    <a:cubicBezTo>
                      <a:pt x="106" y="106"/>
                      <a:pt x="107" y="106"/>
                      <a:pt x="107" y="106"/>
                    </a:cubicBezTo>
                    <a:cubicBezTo>
                      <a:pt x="108" y="105"/>
                      <a:pt x="109" y="105"/>
                      <a:pt x="109" y="104"/>
                    </a:cubicBezTo>
                    <a:cubicBezTo>
                      <a:pt x="109" y="104"/>
                      <a:pt x="110" y="103"/>
                      <a:pt x="110" y="102"/>
                    </a:cubicBezTo>
                    <a:cubicBezTo>
                      <a:pt x="110" y="102"/>
                      <a:pt x="110" y="101"/>
                      <a:pt x="110" y="100"/>
                    </a:cubicBezTo>
                    <a:cubicBezTo>
                      <a:pt x="110" y="100"/>
                      <a:pt x="110" y="100"/>
                      <a:pt x="110" y="100"/>
                    </a:cubicBezTo>
                    <a:cubicBezTo>
                      <a:pt x="110" y="99"/>
                      <a:pt x="109" y="99"/>
                      <a:pt x="109" y="98"/>
                    </a:cubicBezTo>
                    <a:cubicBezTo>
                      <a:pt x="108" y="98"/>
                      <a:pt x="107" y="97"/>
                      <a:pt x="107" y="97"/>
                    </a:cubicBezTo>
                    <a:cubicBezTo>
                      <a:pt x="106" y="97"/>
                      <a:pt x="106" y="97"/>
                      <a:pt x="105" y="97"/>
                    </a:cubicBezTo>
                    <a:cubicBezTo>
                      <a:pt x="105" y="97"/>
                      <a:pt x="103" y="97"/>
                      <a:pt x="103" y="97"/>
                    </a:cubicBezTo>
                    <a:cubicBezTo>
                      <a:pt x="102" y="98"/>
                      <a:pt x="102" y="99"/>
                      <a:pt x="101" y="99"/>
                    </a:cubicBezTo>
                    <a:cubicBezTo>
                      <a:pt x="99" y="99"/>
                      <a:pt x="99" y="100"/>
                      <a:pt x="98" y="100"/>
                    </a:cubicBezTo>
                    <a:cubicBezTo>
                      <a:pt x="97" y="100"/>
                      <a:pt x="96" y="100"/>
                      <a:pt x="96" y="100"/>
                    </a:cubicBezTo>
                    <a:cubicBezTo>
                      <a:pt x="95" y="101"/>
                      <a:pt x="94" y="101"/>
                      <a:pt x="94" y="102"/>
                    </a:cubicBezTo>
                    <a:cubicBezTo>
                      <a:pt x="94" y="102"/>
                      <a:pt x="94" y="102"/>
                      <a:pt x="94" y="102"/>
                    </a:cubicBezTo>
                    <a:cubicBezTo>
                      <a:pt x="93" y="103"/>
                      <a:pt x="92" y="104"/>
                      <a:pt x="92" y="105"/>
                    </a:cubicBezTo>
                    <a:cubicBezTo>
                      <a:pt x="91" y="106"/>
                      <a:pt x="90" y="106"/>
                      <a:pt x="89" y="107"/>
                    </a:cubicBezTo>
                    <a:cubicBezTo>
                      <a:pt x="88" y="107"/>
                      <a:pt x="87" y="107"/>
                      <a:pt x="86" y="108"/>
                    </a:cubicBezTo>
                    <a:cubicBezTo>
                      <a:pt x="84" y="108"/>
                      <a:pt x="82" y="108"/>
                      <a:pt x="80" y="108"/>
                    </a:cubicBezTo>
                    <a:cubicBezTo>
                      <a:pt x="79" y="107"/>
                      <a:pt x="79" y="107"/>
                      <a:pt x="78" y="107"/>
                    </a:cubicBezTo>
                    <a:cubicBezTo>
                      <a:pt x="77" y="106"/>
                      <a:pt x="76" y="105"/>
                      <a:pt x="76" y="103"/>
                    </a:cubicBezTo>
                    <a:cubicBezTo>
                      <a:pt x="75" y="102"/>
                      <a:pt x="75" y="101"/>
                      <a:pt x="75" y="100"/>
                    </a:cubicBezTo>
                    <a:cubicBezTo>
                      <a:pt x="75" y="100"/>
                      <a:pt x="76" y="96"/>
                      <a:pt x="76" y="95"/>
                    </a:cubicBezTo>
                    <a:cubicBezTo>
                      <a:pt x="78" y="92"/>
                      <a:pt x="79" y="91"/>
                      <a:pt x="81" y="89"/>
                    </a:cubicBezTo>
                    <a:cubicBezTo>
                      <a:pt x="84" y="85"/>
                      <a:pt x="87" y="80"/>
                      <a:pt x="90" y="77"/>
                    </a:cubicBezTo>
                    <a:cubicBezTo>
                      <a:pt x="90" y="77"/>
                      <a:pt x="91" y="77"/>
                      <a:pt x="91" y="77"/>
                    </a:cubicBezTo>
                    <a:cubicBezTo>
                      <a:pt x="92" y="76"/>
                      <a:pt x="92" y="76"/>
                      <a:pt x="93" y="75"/>
                    </a:cubicBezTo>
                    <a:cubicBezTo>
                      <a:pt x="94" y="75"/>
                      <a:pt x="95" y="75"/>
                      <a:pt x="96" y="74"/>
                    </a:cubicBezTo>
                    <a:cubicBezTo>
                      <a:pt x="97" y="73"/>
                      <a:pt x="99" y="73"/>
                      <a:pt x="100" y="72"/>
                    </a:cubicBezTo>
                    <a:cubicBezTo>
                      <a:pt x="100" y="72"/>
                      <a:pt x="100" y="72"/>
                      <a:pt x="100" y="72"/>
                    </a:cubicBezTo>
                    <a:cubicBezTo>
                      <a:pt x="103" y="69"/>
                      <a:pt x="105" y="66"/>
                      <a:pt x="108" y="62"/>
                    </a:cubicBezTo>
                    <a:cubicBezTo>
                      <a:pt x="108" y="62"/>
                      <a:pt x="109" y="62"/>
                      <a:pt x="109" y="62"/>
                    </a:cubicBezTo>
                    <a:cubicBezTo>
                      <a:pt x="110" y="61"/>
                      <a:pt x="111" y="61"/>
                      <a:pt x="112" y="61"/>
                    </a:cubicBezTo>
                    <a:cubicBezTo>
                      <a:pt x="112" y="61"/>
                      <a:pt x="114" y="61"/>
                      <a:pt x="116" y="61"/>
                    </a:cubicBezTo>
                    <a:cubicBezTo>
                      <a:pt x="117" y="61"/>
                      <a:pt x="118" y="61"/>
                      <a:pt x="120" y="61"/>
                    </a:cubicBezTo>
                    <a:cubicBezTo>
                      <a:pt x="120" y="61"/>
                      <a:pt x="122" y="61"/>
                      <a:pt x="123" y="60"/>
                    </a:cubicBezTo>
                    <a:cubicBezTo>
                      <a:pt x="123" y="60"/>
                      <a:pt x="124" y="59"/>
                      <a:pt x="124" y="59"/>
                    </a:cubicBezTo>
                    <a:cubicBezTo>
                      <a:pt x="124" y="58"/>
                      <a:pt x="123" y="57"/>
                      <a:pt x="124" y="57"/>
                    </a:cubicBezTo>
                    <a:cubicBezTo>
                      <a:pt x="123" y="56"/>
                      <a:pt x="123" y="55"/>
                      <a:pt x="123" y="55"/>
                    </a:cubicBezTo>
                    <a:cubicBezTo>
                      <a:pt x="122" y="55"/>
                      <a:pt x="120" y="55"/>
                      <a:pt x="119" y="55"/>
                    </a:cubicBezTo>
                    <a:cubicBezTo>
                      <a:pt x="119" y="54"/>
                      <a:pt x="119" y="54"/>
                      <a:pt x="119" y="54"/>
                    </a:cubicBezTo>
                    <a:cubicBezTo>
                      <a:pt x="116" y="54"/>
                      <a:pt x="110" y="54"/>
                      <a:pt x="110" y="55"/>
                    </a:cubicBezTo>
                    <a:cubicBezTo>
                      <a:pt x="107" y="55"/>
                      <a:pt x="102" y="57"/>
                      <a:pt x="101" y="58"/>
                    </a:cubicBezTo>
                    <a:cubicBezTo>
                      <a:pt x="99" y="58"/>
                      <a:pt x="97" y="62"/>
                      <a:pt x="96" y="62"/>
                    </a:cubicBezTo>
                    <a:cubicBezTo>
                      <a:pt x="95" y="63"/>
                      <a:pt x="94" y="64"/>
                      <a:pt x="93" y="65"/>
                    </a:cubicBezTo>
                    <a:cubicBezTo>
                      <a:pt x="93" y="66"/>
                      <a:pt x="92" y="66"/>
                      <a:pt x="92" y="67"/>
                    </a:cubicBezTo>
                    <a:cubicBezTo>
                      <a:pt x="92" y="67"/>
                      <a:pt x="92" y="67"/>
                      <a:pt x="92" y="67"/>
                    </a:cubicBezTo>
                    <a:cubicBezTo>
                      <a:pt x="91" y="68"/>
                      <a:pt x="90" y="69"/>
                      <a:pt x="90" y="70"/>
                    </a:cubicBezTo>
                    <a:cubicBezTo>
                      <a:pt x="90" y="70"/>
                      <a:pt x="89" y="70"/>
                      <a:pt x="89" y="70"/>
                    </a:cubicBezTo>
                    <a:cubicBezTo>
                      <a:pt x="89" y="70"/>
                      <a:pt x="89" y="70"/>
                      <a:pt x="89" y="71"/>
                    </a:cubicBezTo>
                    <a:cubicBezTo>
                      <a:pt x="89" y="71"/>
                      <a:pt x="89" y="71"/>
                      <a:pt x="89" y="71"/>
                    </a:cubicBezTo>
                    <a:cubicBezTo>
                      <a:pt x="88" y="71"/>
                      <a:pt x="88" y="71"/>
                      <a:pt x="88" y="72"/>
                    </a:cubicBezTo>
                    <a:cubicBezTo>
                      <a:pt x="86" y="74"/>
                      <a:pt x="84" y="76"/>
                      <a:pt x="82" y="78"/>
                    </a:cubicBezTo>
                    <a:cubicBezTo>
                      <a:pt x="81" y="79"/>
                      <a:pt x="80" y="79"/>
                      <a:pt x="79" y="80"/>
                    </a:cubicBezTo>
                    <a:cubicBezTo>
                      <a:pt x="78" y="80"/>
                      <a:pt x="78" y="80"/>
                      <a:pt x="77" y="81"/>
                    </a:cubicBezTo>
                    <a:cubicBezTo>
                      <a:pt x="74" y="81"/>
                      <a:pt x="72" y="79"/>
                      <a:pt x="71" y="79"/>
                    </a:cubicBezTo>
                    <a:cubicBezTo>
                      <a:pt x="71" y="78"/>
                      <a:pt x="70" y="78"/>
                      <a:pt x="70" y="78"/>
                    </a:cubicBezTo>
                    <a:cubicBezTo>
                      <a:pt x="70" y="77"/>
                      <a:pt x="69" y="77"/>
                      <a:pt x="69" y="76"/>
                    </a:cubicBezTo>
                    <a:cubicBezTo>
                      <a:pt x="69" y="76"/>
                      <a:pt x="69" y="75"/>
                      <a:pt x="68" y="75"/>
                    </a:cubicBezTo>
                    <a:cubicBezTo>
                      <a:pt x="68" y="74"/>
                      <a:pt x="67" y="72"/>
                      <a:pt x="67" y="71"/>
                    </a:cubicBezTo>
                    <a:cubicBezTo>
                      <a:pt x="67" y="70"/>
                      <a:pt x="67" y="66"/>
                      <a:pt x="68" y="65"/>
                    </a:cubicBezTo>
                    <a:cubicBezTo>
                      <a:pt x="68" y="64"/>
                      <a:pt x="69" y="63"/>
                      <a:pt x="69" y="63"/>
                    </a:cubicBezTo>
                    <a:cubicBezTo>
                      <a:pt x="69" y="62"/>
                      <a:pt x="70" y="62"/>
                      <a:pt x="70" y="61"/>
                    </a:cubicBezTo>
                    <a:cubicBezTo>
                      <a:pt x="70" y="61"/>
                      <a:pt x="71" y="61"/>
                      <a:pt x="71" y="60"/>
                    </a:cubicBezTo>
                    <a:cubicBezTo>
                      <a:pt x="71" y="60"/>
                      <a:pt x="72" y="60"/>
                      <a:pt x="72" y="60"/>
                    </a:cubicBezTo>
                    <a:cubicBezTo>
                      <a:pt x="72" y="59"/>
                      <a:pt x="73" y="59"/>
                      <a:pt x="73" y="58"/>
                    </a:cubicBezTo>
                    <a:cubicBezTo>
                      <a:pt x="74" y="57"/>
                      <a:pt x="75" y="57"/>
                      <a:pt x="76" y="55"/>
                    </a:cubicBezTo>
                    <a:cubicBezTo>
                      <a:pt x="76" y="54"/>
                      <a:pt x="78" y="54"/>
                      <a:pt x="79" y="52"/>
                    </a:cubicBezTo>
                    <a:cubicBezTo>
                      <a:pt x="79" y="52"/>
                      <a:pt x="79" y="52"/>
                      <a:pt x="79" y="52"/>
                    </a:cubicBezTo>
                    <a:cubicBezTo>
                      <a:pt x="79" y="52"/>
                      <a:pt x="79" y="52"/>
                      <a:pt x="79" y="52"/>
                    </a:cubicBezTo>
                    <a:cubicBezTo>
                      <a:pt x="81" y="49"/>
                      <a:pt x="82" y="47"/>
                      <a:pt x="84" y="45"/>
                    </a:cubicBezTo>
                    <a:cubicBezTo>
                      <a:pt x="85" y="43"/>
                      <a:pt x="87" y="39"/>
                      <a:pt x="87" y="38"/>
                    </a:cubicBezTo>
                    <a:cubicBezTo>
                      <a:pt x="88" y="37"/>
                      <a:pt x="88" y="37"/>
                      <a:pt x="88" y="36"/>
                    </a:cubicBezTo>
                    <a:cubicBezTo>
                      <a:pt x="88" y="34"/>
                      <a:pt x="91" y="33"/>
                      <a:pt x="92" y="33"/>
                    </a:cubicBezTo>
                    <a:cubicBezTo>
                      <a:pt x="93" y="32"/>
                      <a:pt x="93" y="31"/>
                      <a:pt x="94" y="30"/>
                    </a:cubicBezTo>
                    <a:cubicBezTo>
                      <a:pt x="94" y="30"/>
                      <a:pt x="94" y="30"/>
                      <a:pt x="94" y="30"/>
                    </a:cubicBezTo>
                    <a:cubicBezTo>
                      <a:pt x="97" y="27"/>
                      <a:pt x="95" y="29"/>
                      <a:pt x="94" y="27"/>
                    </a:cubicBezTo>
                    <a:cubicBezTo>
                      <a:pt x="94" y="26"/>
                      <a:pt x="91" y="27"/>
                      <a:pt x="91" y="27"/>
                    </a:cubicBezTo>
                    <a:cubicBezTo>
                      <a:pt x="90" y="28"/>
                      <a:pt x="88" y="27"/>
                      <a:pt x="87" y="28"/>
                    </a:cubicBezTo>
                    <a:cubicBezTo>
                      <a:pt x="86" y="28"/>
                      <a:pt x="87" y="28"/>
                      <a:pt x="86" y="29"/>
                    </a:cubicBezTo>
                    <a:cubicBezTo>
                      <a:pt x="85" y="29"/>
                      <a:pt x="84" y="29"/>
                      <a:pt x="84" y="29"/>
                    </a:cubicBezTo>
                    <a:cubicBezTo>
                      <a:pt x="83" y="29"/>
                      <a:pt x="83" y="30"/>
                      <a:pt x="83" y="30"/>
                    </a:cubicBezTo>
                    <a:cubicBezTo>
                      <a:pt x="82" y="30"/>
                      <a:pt x="82" y="30"/>
                      <a:pt x="81" y="30"/>
                    </a:cubicBezTo>
                    <a:cubicBezTo>
                      <a:pt x="80" y="30"/>
                      <a:pt x="80" y="31"/>
                      <a:pt x="80" y="31"/>
                    </a:cubicBezTo>
                    <a:cubicBezTo>
                      <a:pt x="78" y="31"/>
                      <a:pt x="77" y="32"/>
                      <a:pt x="76" y="32"/>
                    </a:cubicBezTo>
                    <a:cubicBezTo>
                      <a:pt x="75" y="32"/>
                      <a:pt x="75" y="33"/>
                      <a:pt x="75" y="33"/>
                    </a:cubicBezTo>
                    <a:cubicBezTo>
                      <a:pt x="73" y="33"/>
                      <a:pt x="72" y="34"/>
                      <a:pt x="72" y="35"/>
                    </a:cubicBezTo>
                    <a:cubicBezTo>
                      <a:pt x="69" y="35"/>
                      <a:pt x="69" y="36"/>
                      <a:pt x="66" y="37"/>
                    </a:cubicBezTo>
                    <a:cubicBezTo>
                      <a:pt x="65" y="38"/>
                      <a:pt x="65" y="38"/>
                      <a:pt x="64" y="38"/>
                    </a:cubicBezTo>
                    <a:cubicBezTo>
                      <a:pt x="63" y="38"/>
                      <a:pt x="60" y="38"/>
                      <a:pt x="59" y="37"/>
                    </a:cubicBezTo>
                    <a:cubicBezTo>
                      <a:pt x="59" y="38"/>
                      <a:pt x="58" y="40"/>
                      <a:pt x="58" y="41"/>
                    </a:cubicBezTo>
                    <a:cubicBezTo>
                      <a:pt x="58" y="43"/>
                      <a:pt x="57" y="45"/>
                      <a:pt x="57" y="47"/>
                    </a:cubicBezTo>
                    <a:cubicBezTo>
                      <a:pt x="57" y="48"/>
                      <a:pt x="56" y="49"/>
                      <a:pt x="56" y="50"/>
                    </a:cubicBezTo>
                    <a:cubicBezTo>
                      <a:pt x="55" y="51"/>
                      <a:pt x="55" y="53"/>
                      <a:pt x="55" y="54"/>
                    </a:cubicBezTo>
                    <a:cubicBezTo>
                      <a:pt x="54" y="55"/>
                      <a:pt x="54" y="56"/>
                      <a:pt x="54" y="58"/>
                    </a:cubicBezTo>
                    <a:cubicBezTo>
                      <a:pt x="54" y="58"/>
                      <a:pt x="53" y="59"/>
                      <a:pt x="53" y="59"/>
                    </a:cubicBezTo>
                    <a:cubicBezTo>
                      <a:pt x="53" y="59"/>
                      <a:pt x="53" y="60"/>
                      <a:pt x="53" y="61"/>
                    </a:cubicBezTo>
                    <a:cubicBezTo>
                      <a:pt x="52" y="62"/>
                      <a:pt x="51" y="64"/>
                      <a:pt x="51" y="66"/>
                    </a:cubicBezTo>
                    <a:cubicBezTo>
                      <a:pt x="51" y="67"/>
                      <a:pt x="50" y="68"/>
                      <a:pt x="50" y="69"/>
                    </a:cubicBezTo>
                    <a:cubicBezTo>
                      <a:pt x="50" y="70"/>
                      <a:pt x="50" y="70"/>
                      <a:pt x="50" y="70"/>
                    </a:cubicBezTo>
                    <a:cubicBezTo>
                      <a:pt x="49" y="71"/>
                      <a:pt x="49" y="72"/>
                      <a:pt x="49" y="73"/>
                    </a:cubicBezTo>
                    <a:cubicBezTo>
                      <a:pt x="49" y="74"/>
                      <a:pt x="49" y="75"/>
                      <a:pt x="49" y="76"/>
                    </a:cubicBezTo>
                    <a:cubicBezTo>
                      <a:pt x="48" y="76"/>
                      <a:pt x="48" y="77"/>
                      <a:pt x="48" y="78"/>
                    </a:cubicBezTo>
                    <a:cubicBezTo>
                      <a:pt x="47" y="80"/>
                      <a:pt x="46" y="81"/>
                      <a:pt x="46" y="83"/>
                    </a:cubicBezTo>
                    <a:cubicBezTo>
                      <a:pt x="46" y="83"/>
                      <a:pt x="46" y="84"/>
                      <a:pt x="46" y="84"/>
                    </a:cubicBezTo>
                    <a:cubicBezTo>
                      <a:pt x="45" y="84"/>
                      <a:pt x="45" y="85"/>
                      <a:pt x="45" y="85"/>
                    </a:cubicBezTo>
                    <a:cubicBezTo>
                      <a:pt x="44" y="87"/>
                      <a:pt x="44" y="89"/>
                      <a:pt x="43" y="91"/>
                    </a:cubicBezTo>
                    <a:cubicBezTo>
                      <a:pt x="43" y="91"/>
                      <a:pt x="43" y="92"/>
                      <a:pt x="43" y="92"/>
                    </a:cubicBezTo>
                    <a:cubicBezTo>
                      <a:pt x="43" y="93"/>
                      <a:pt x="43" y="94"/>
                      <a:pt x="42" y="95"/>
                    </a:cubicBezTo>
                    <a:cubicBezTo>
                      <a:pt x="42" y="95"/>
                      <a:pt x="42" y="95"/>
                      <a:pt x="42" y="96"/>
                    </a:cubicBezTo>
                    <a:cubicBezTo>
                      <a:pt x="42" y="96"/>
                      <a:pt x="42" y="97"/>
                      <a:pt x="42" y="98"/>
                    </a:cubicBezTo>
                    <a:cubicBezTo>
                      <a:pt x="41" y="98"/>
                      <a:pt x="41" y="98"/>
                      <a:pt x="41" y="98"/>
                    </a:cubicBezTo>
                    <a:cubicBezTo>
                      <a:pt x="41" y="99"/>
                      <a:pt x="41" y="100"/>
                      <a:pt x="41" y="101"/>
                    </a:cubicBezTo>
                    <a:cubicBezTo>
                      <a:pt x="40" y="102"/>
                      <a:pt x="40" y="102"/>
                      <a:pt x="40" y="102"/>
                    </a:cubicBezTo>
                    <a:cubicBezTo>
                      <a:pt x="40" y="103"/>
                      <a:pt x="40" y="103"/>
                      <a:pt x="40" y="104"/>
                    </a:cubicBezTo>
                    <a:cubicBezTo>
                      <a:pt x="40" y="104"/>
                      <a:pt x="39" y="104"/>
                      <a:pt x="39" y="104"/>
                    </a:cubicBezTo>
                    <a:cubicBezTo>
                      <a:pt x="39" y="105"/>
                      <a:pt x="39" y="106"/>
                      <a:pt x="38" y="108"/>
                    </a:cubicBezTo>
                    <a:cubicBezTo>
                      <a:pt x="38" y="108"/>
                      <a:pt x="38" y="110"/>
                      <a:pt x="38" y="111"/>
                    </a:cubicBezTo>
                    <a:cubicBezTo>
                      <a:pt x="37" y="111"/>
                      <a:pt x="37" y="113"/>
                      <a:pt x="37" y="114"/>
                    </a:cubicBezTo>
                    <a:cubicBezTo>
                      <a:pt x="36" y="115"/>
                      <a:pt x="36" y="115"/>
                      <a:pt x="36" y="117"/>
                    </a:cubicBezTo>
                    <a:cubicBezTo>
                      <a:pt x="35" y="117"/>
                      <a:pt x="35" y="118"/>
                      <a:pt x="35" y="119"/>
                    </a:cubicBezTo>
                    <a:cubicBezTo>
                      <a:pt x="35" y="120"/>
                      <a:pt x="34" y="121"/>
                      <a:pt x="34" y="121"/>
                    </a:cubicBezTo>
                    <a:cubicBezTo>
                      <a:pt x="34" y="122"/>
                      <a:pt x="34" y="122"/>
                      <a:pt x="34" y="122"/>
                    </a:cubicBezTo>
                    <a:cubicBezTo>
                      <a:pt x="34" y="122"/>
                      <a:pt x="34" y="123"/>
                      <a:pt x="34" y="123"/>
                    </a:cubicBezTo>
                    <a:cubicBezTo>
                      <a:pt x="33" y="123"/>
                      <a:pt x="33" y="124"/>
                      <a:pt x="33" y="124"/>
                    </a:cubicBezTo>
                    <a:cubicBezTo>
                      <a:pt x="33" y="125"/>
                      <a:pt x="32" y="127"/>
                      <a:pt x="32" y="128"/>
                    </a:cubicBezTo>
                    <a:cubicBezTo>
                      <a:pt x="31" y="129"/>
                      <a:pt x="31" y="130"/>
                      <a:pt x="31" y="130"/>
                    </a:cubicBezTo>
                    <a:cubicBezTo>
                      <a:pt x="30" y="131"/>
                      <a:pt x="30" y="131"/>
                      <a:pt x="30" y="131"/>
                    </a:cubicBezTo>
                    <a:cubicBezTo>
                      <a:pt x="29" y="133"/>
                      <a:pt x="28" y="136"/>
                      <a:pt x="28" y="138"/>
                    </a:cubicBezTo>
                    <a:cubicBezTo>
                      <a:pt x="25" y="143"/>
                      <a:pt x="26" y="145"/>
                      <a:pt x="23" y="149"/>
                    </a:cubicBezTo>
                    <a:cubicBezTo>
                      <a:pt x="23" y="150"/>
                      <a:pt x="21" y="153"/>
                      <a:pt x="21" y="154"/>
                    </a:cubicBezTo>
                    <a:cubicBezTo>
                      <a:pt x="21" y="154"/>
                      <a:pt x="21" y="154"/>
                      <a:pt x="21" y="154"/>
                    </a:cubicBezTo>
                    <a:cubicBezTo>
                      <a:pt x="20" y="156"/>
                      <a:pt x="19" y="157"/>
                      <a:pt x="18" y="158"/>
                    </a:cubicBezTo>
                    <a:cubicBezTo>
                      <a:pt x="17" y="158"/>
                      <a:pt x="17" y="159"/>
                      <a:pt x="16" y="160"/>
                    </a:cubicBezTo>
                    <a:cubicBezTo>
                      <a:pt x="16" y="160"/>
                      <a:pt x="16" y="161"/>
                      <a:pt x="16" y="161"/>
                    </a:cubicBezTo>
                    <a:cubicBezTo>
                      <a:pt x="15" y="161"/>
                      <a:pt x="15" y="161"/>
                      <a:pt x="15" y="162"/>
                    </a:cubicBezTo>
                    <a:cubicBezTo>
                      <a:pt x="15" y="162"/>
                      <a:pt x="15" y="162"/>
                      <a:pt x="15" y="162"/>
                    </a:cubicBezTo>
                    <a:cubicBezTo>
                      <a:pt x="14" y="164"/>
                      <a:pt x="13" y="165"/>
                      <a:pt x="12" y="167"/>
                    </a:cubicBezTo>
                    <a:cubicBezTo>
                      <a:pt x="11" y="167"/>
                      <a:pt x="11" y="168"/>
                      <a:pt x="10" y="168"/>
                    </a:cubicBezTo>
                    <a:cubicBezTo>
                      <a:pt x="9" y="169"/>
                      <a:pt x="9" y="169"/>
                      <a:pt x="9" y="170"/>
                    </a:cubicBezTo>
                    <a:cubicBezTo>
                      <a:pt x="8" y="170"/>
                      <a:pt x="7" y="171"/>
                      <a:pt x="6" y="172"/>
                    </a:cubicBezTo>
                    <a:cubicBezTo>
                      <a:pt x="5" y="171"/>
                      <a:pt x="5" y="172"/>
                      <a:pt x="4" y="171"/>
                    </a:cubicBezTo>
                    <a:cubicBezTo>
                      <a:pt x="2" y="170"/>
                      <a:pt x="1" y="167"/>
                      <a:pt x="1" y="165"/>
                    </a:cubicBezTo>
                    <a:cubicBezTo>
                      <a:pt x="1" y="165"/>
                      <a:pt x="0" y="164"/>
                      <a:pt x="0" y="164"/>
                    </a:cubicBezTo>
                    <a:cubicBezTo>
                      <a:pt x="0" y="162"/>
                      <a:pt x="0" y="161"/>
                      <a:pt x="0" y="160"/>
                    </a:cubicBezTo>
                    <a:cubicBezTo>
                      <a:pt x="0" y="159"/>
                      <a:pt x="1" y="159"/>
                      <a:pt x="1" y="157"/>
                    </a:cubicBezTo>
                    <a:cubicBezTo>
                      <a:pt x="2" y="157"/>
                      <a:pt x="2" y="155"/>
                      <a:pt x="3" y="155"/>
                    </a:cubicBezTo>
                    <a:cubicBezTo>
                      <a:pt x="4" y="153"/>
                      <a:pt x="5" y="150"/>
                      <a:pt x="7" y="149"/>
                    </a:cubicBezTo>
                    <a:cubicBezTo>
                      <a:pt x="8" y="146"/>
                      <a:pt x="10" y="142"/>
                      <a:pt x="11" y="139"/>
                    </a:cubicBezTo>
                    <a:cubicBezTo>
                      <a:pt x="11" y="139"/>
                      <a:pt x="11" y="138"/>
                      <a:pt x="11" y="138"/>
                    </a:cubicBezTo>
                    <a:cubicBezTo>
                      <a:pt x="12" y="136"/>
                      <a:pt x="12" y="135"/>
                      <a:pt x="12" y="134"/>
                    </a:cubicBezTo>
                    <a:cubicBezTo>
                      <a:pt x="13" y="132"/>
                      <a:pt x="13" y="131"/>
                      <a:pt x="14" y="129"/>
                    </a:cubicBezTo>
                    <a:cubicBezTo>
                      <a:pt x="14" y="127"/>
                      <a:pt x="15" y="125"/>
                      <a:pt x="15" y="125"/>
                    </a:cubicBezTo>
                    <a:cubicBezTo>
                      <a:pt x="15" y="124"/>
                      <a:pt x="16" y="123"/>
                      <a:pt x="16" y="123"/>
                    </a:cubicBezTo>
                    <a:cubicBezTo>
                      <a:pt x="16" y="122"/>
                      <a:pt x="16" y="122"/>
                      <a:pt x="16" y="122"/>
                    </a:cubicBezTo>
                    <a:cubicBezTo>
                      <a:pt x="17" y="121"/>
                      <a:pt x="17" y="120"/>
                      <a:pt x="18" y="119"/>
                    </a:cubicBezTo>
                    <a:cubicBezTo>
                      <a:pt x="18" y="118"/>
                      <a:pt x="18" y="116"/>
                      <a:pt x="19" y="115"/>
                    </a:cubicBezTo>
                    <a:cubicBezTo>
                      <a:pt x="19" y="114"/>
                      <a:pt x="19" y="114"/>
                      <a:pt x="19" y="113"/>
                    </a:cubicBezTo>
                    <a:cubicBezTo>
                      <a:pt x="20" y="113"/>
                      <a:pt x="20" y="113"/>
                      <a:pt x="20" y="112"/>
                    </a:cubicBezTo>
                    <a:cubicBezTo>
                      <a:pt x="20" y="111"/>
                      <a:pt x="21" y="110"/>
                      <a:pt x="21" y="110"/>
                    </a:cubicBezTo>
                    <a:cubicBezTo>
                      <a:pt x="21" y="108"/>
                      <a:pt x="22" y="106"/>
                      <a:pt x="23" y="105"/>
                    </a:cubicBezTo>
                    <a:cubicBezTo>
                      <a:pt x="23" y="104"/>
                      <a:pt x="24" y="102"/>
                      <a:pt x="24" y="101"/>
                    </a:cubicBezTo>
                    <a:cubicBezTo>
                      <a:pt x="24" y="101"/>
                      <a:pt x="24" y="100"/>
                      <a:pt x="25" y="99"/>
                    </a:cubicBezTo>
                    <a:cubicBezTo>
                      <a:pt x="25" y="99"/>
                      <a:pt x="25" y="98"/>
                      <a:pt x="25" y="98"/>
                    </a:cubicBezTo>
                    <a:cubicBezTo>
                      <a:pt x="25" y="97"/>
                      <a:pt x="26" y="96"/>
                      <a:pt x="26" y="95"/>
                    </a:cubicBezTo>
                    <a:cubicBezTo>
                      <a:pt x="26" y="95"/>
                      <a:pt x="26" y="95"/>
                      <a:pt x="26" y="95"/>
                    </a:cubicBezTo>
                    <a:cubicBezTo>
                      <a:pt x="26" y="94"/>
                      <a:pt x="26" y="93"/>
                      <a:pt x="26" y="93"/>
                    </a:cubicBezTo>
                    <a:cubicBezTo>
                      <a:pt x="27" y="92"/>
                      <a:pt x="27" y="92"/>
                      <a:pt x="27" y="91"/>
                    </a:cubicBezTo>
                    <a:cubicBezTo>
                      <a:pt x="27" y="88"/>
                      <a:pt x="28" y="86"/>
                      <a:pt x="28" y="84"/>
                    </a:cubicBezTo>
                    <a:cubicBezTo>
                      <a:pt x="28" y="83"/>
                      <a:pt x="29" y="83"/>
                      <a:pt x="29" y="83"/>
                    </a:cubicBezTo>
                    <a:cubicBezTo>
                      <a:pt x="29" y="82"/>
                      <a:pt x="29" y="81"/>
                      <a:pt x="29" y="80"/>
                    </a:cubicBezTo>
                    <a:cubicBezTo>
                      <a:pt x="30" y="79"/>
                      <a:pt x="30" y="79"/>
                      <a:pt x="30" y="78"/>
                    </a:cubicBezTo>
                    <a:cubicBezTo>
                      <a:pt x="30" y="77"/>
                      <a:pt x="30" y="77"/>
                      <a:pt x="30" y="76"/>
                    </a:cubicBezTo>
                    <a:cubicBezTo>
                      <a:pt x="31" y="76"/>
                      <a:pt x="31" y="76"/>
                      <a:pt x="31" y="75"/>
                    </a:cubicBezTo>
                    <a:cubicBezTo>
                      <a:pt x="32" y="73"/>
                      <a:pt x="32" y="72"/>
                      <a:pt x="33" y="70"/>
                    </a:cubicBezTo>
                    <a:cubicBezTo>
                      <a:pt x="33" y="70"/>
                      <a:pt x="33" y="70"/>
                      <a:pt x="33" y="69"/>
                    </a:cubicBezTo>
                    <a:cubicBezTo>
                      <a:pt x="33" y="68"/>
                      <a:pt x="34" y="66"/>
                      <a:pt x="35" y="65"/>
                    </a:cubicBezTo>
                    <a:cubicBezTo>
                      <a:pt x="35" y="63"/>
                      <a:pt x="35" y="62"/>
                      <a:pt x="35" y="61"/>
                    </a:cubicBezTo>
                    <a:cubicBezTo>
                      <a:pt x="35" y="58"/>
                      <a:pt x="36" y="56"/>
                      <a:pt x="36" y="53"/>
                    </a:cubicBezTo>
                    <a:cubicBezTo>
                      <a:pt x="36" y="50"/>
                      <a:pt x="36" y="48"/>
                      <a:pt x="37" y="47"/>
                    </a:cubicBezTo>
                    <a:cubicBezTo>
                      <a:pt x="37" y="44"/>
                      <a:pt x="37" y="41"/>
                      <a:pt x="38" y="39"/>
                    </a:cubicBezTo>
                    <a:cubicBezTo>
                      <a:pt x="38" y="38"/>
                      <a:pt x="38" y="38"/>
                      <a:pt x="39" y="37"/>
                    </a:cubicBezTo>
                    <a:cubicBezTo>
                      <a:pt x="39" y="36"/>
                      <a:pt x="39" y="36"/>
                      <a:pt x="39" y="36"/>
                    </a:cubicBezTo>
                    <a:cubicBezTo>
                      <a:pt x="39" y="35"/>
                      <a:pt x="39" y="34"/>
                      <a:pt x="40" y="34"/>
                    </a:cubicBezTo>
                    <a:cubicBezTo>
                      <a:pt x="40" y="33"/>
                      <a:pt x="40" y="33"/>
                      <a:pt x="41" y="33"/>
                    </a:cubicBezTo>
                    <a:cubicBezTo>
                      <a:pt x="41" y="31"/>
                      <a:pt x="42" y="30"/>
                      <a:pt x="42" y="29"/>
                    </a:cubicBezTo>
                    <a:cubicBezTo>
                      <a:pt x="42" y="29"/>
                      <a:pt x="42" y="29"/>
                      <a:pt x="43" y="28"/>
                    </a:cubicBezTo>
                    <a:cubicBezTo>
                      <a:pt x="44" y="27"/>
                      <a:pt x="44" y="26"/>
                      <a:pt x="46" y="25"/>
                    </a:cubicBezTo>
                    <a:cubicBezTo>
                      <a:pt x="46" y="24"/>
                      <a:pt x="49" y="24"/>
                      <a:pt x="49" y="23"/>
                    </a:cubicBezTo>
                    <a:cubicBezTo>
                      <a:pt x="51" y="23"/>
                      <a:pt x="55" y="24"/>
                      <a:pt x="55" y="24"/>
                    </a:cubicBezTo>
                    <a:cubicBezTo>
                      <a:pt x="55" y="23"/>
                      <a:pt x="57" y="22"/>
                      <a:pt x="57" y="21"/>
                    </a:cubicBezTo>
                    <a:cubicBezTo>
                      <a:pt x="59" y="19"/>
                      <a:pt x="59" y="20"/>
                      <a:pt x="61" y="19"/>
                    </a:cubicBezTo>
                    <a:cubicBezTo>
                      <a:pt x="61" y="19"/>
                      <a:pt x="62" y="19"/>
                      <a:pt x="62" y="19"/>
                    </a:cubicBezTo>
                    <a:cubicBezTo>
                      <a:pt x="62" y="18"/>
                      <a:pt x="62" y="18"/>
                      <a:pt x="62" y="18"/>
                    </a:cubicBezTo>
                    <a:cubicBezTo>
                      <a:pt x="63" y="17"/>
                      <a:pt x="66" y="16"/>
                      <a:pt x="67" y="16"/>
                    </a:cubicBezTo>
                    <a:cubicBezTo>
                      <a:pt x="68" y="15"/>
                      <a:pt x="69" y="14"/>
                      <a:pt x="70" y="14"/>
                    </a:cubicBezTo>
                    <a:cubicBezTo>
                      <a:pt x="71" y="13"/>
                      <a:pt x="73" y="11"/>
                      <a:pt x="74" y="11"/>
                    </a:cubicBezTo>
                    <a:cubicBezTo>
                      <a:pt x="75" y="10"/>
                      <a:pt x="78" y="9"/>
                      <a:pt x="79" y="9"/>
                    </a:cubicBezTo>
                    <a:cubicBezTo>
                      <a:pt x="79" y="9"/>
                      <a:pt x="83" y="8"/>
                      <a:pt x="82" y="8"/>
                    </a:cubicBezTo>
                    <a:cubicBezTo>
                      <a:pt x="83" y="8"/>
                      <a:pt x="83" y="8"/>
                      <a:pt x="84" y="8"/>
                    </a:cubicBezTo>
                    <a:cubicBezTo>
                      <a:pt x="85" y="8"/>
                      <a:pt x="86" y="8"/>
                      <a:pt x="87" y="8"/>
                    </a:cubicBezTo>
                    <a:cubicBezTo>
                      <a:pt x="87" y="8"/>
                      <a:pt x="88" y="8"/>
                      <a:pt x="89" y="8"/>
                    </a:cubicBezTo>
                    <a:cubicBezTo>
                      <a:pt x="90" y="8"/>
                      <a:pt x="90" y="8"/>
                      <a:pt x="91" y="7"/>
                    </a:cubicBezTo>
                    <a:cubicBezTo>
                      <a:pt x="92" y="7"/>
                      <a:pt x="93" y="7"/>
                      <a:pt x="93" y="7"/>
                    </a:cubicBezTo>
                    <a:cubicBezTo>
                      <a:pt x="94" y="6"/>
                      <a:pt x="94" y="6"/>
                      <a:pt x="95" y="6"/>
                    </a:cubicBezTo>
                    <a:cubicBezTo>
                      <a:pt x="95" y="5"/>
                      <a:pt x="96" y="5"/>
                      <a:pt x="96" y="5"/>
                    </a:cubicBezTo>
                    <a:cubicBezTo>
                      <a:pt x="97" y="5"/>
                      <a:pt x="97" y="4"/>
                      <a:pt x="97" y="4"/>
                    </a:cubicBezTo>
                    <a:cubicBezTo>
                      <a:pt x="98" y="4"/>
                      <a:pt x="98" y="4"/>
                      <a:pt x="98" y="4"/>
                    </a:cubicBezTo>
                    <a:cubicBezTo>
                      <a:pt x="99" y="3"/>
                      <a:pt x="100" y="3"/>
                      <a:pt x="101" y="2"/>
                    </a:cubicBezTo>
                    <a:cubicBezTo>
                      <a:pt x="102" y="2"/>
                      <a:pt x="103" y="2"/>
                      <a:pt x="104" y="2"/>
                    </a:cubicBezTo>
                    <a:cubicBezTo>
                      <a:pt x="105" y="2"/>
                      <a:pt x="107" y="3"/>
                      <a:pt x="109" y="3"/>
                    </a:cubicBezTo>
                    <a:cubicBezTo>
                      <a:pt x="110" y="3"/>
                      <a:pt x="111" y="4"/>
                      <a:pt x="111" y="4"/>
                    </a:cubicBezTo>
                    <a:cubicBezTo>
                      <a:pt x="112" y="4"/>
                      <a:pt x="113" y="4"/>
                      <a:pt x="114" y="4"/>
                    </a:cubicBezTo>
                    <a:cubicBezTo>
                      <a:pt x="114" y="4"/>
                      <a:pt x="115" y="3"/>
                      <a:pt x="116" y="3"/>
                    </a:cubicBezTo>
                    <a:cubicBezTo>
                      <a:pt x="116" y="3"/>
                      <a:pt x="117" y="4"/>
                      <a:pt x="117" y="4"/>
                    </a:cubicBezTo>
                    <a:cubicBezTo>
                      <a:pt x="117" y="3"/>
                      <a:pt x="118" y="3"/>
                      <a:pt x="119" y="3"/>
                    </a:cubicBezTo>
                    <a:cubicBezTo>
                      <a:pt x="120" y="3"/>
                      <a:pt x="121" y="3"/>
                      <a:pt x="121" y="3"/>
                    </a:cubicBezTo>
                    <a:cubicBezTo>
                      <a:pt x="122" y="3"/>
                      <a:pt x="122" y="3"/>
                      <a:pt x="122" y="3"/>
                    </a:cubicBezTo>
                    <a:cubicBezTo>
                      <a:pt x="122" y="2"/>
                      <a:pt x="122" y="2"/>
                      <a:pt x="123" y="2"/>
                    </a:cubicBezTo>
                    <a:cubicBezTo>
                      <a:pt x="123" y="2"/>
                      <a:pt x="124" y="2"/>
                      <a:pt x="124" y="2"/>
                    </a:cubicBezTo>
                    <a:cubicBezTo>
                      <a:pt x="127" y="1"/>
                      <a:pt x="129" y="0"/>
                      <a:pt x="130" y="0"/>
                    </a:cubicBezTo>
                    <a:cubicBezTo>
                      <a:pt x="131" y="1"/>
                      <a:pt x="132" y="1"/>
                      <a:pt x="132" y="2"/>
                    </a:cubicBezTo>
                    <a:cubicBezTo>
                      <a:pt x="132" y="2"/>
                      <a:pt x="132" y="3"/>
                      <a:pt x="131" y="3"/>
                    </a:cubicBezTo>
                    <a:cubicBezTo>
                      <a:pt x="131" y="4"/>
                      <a:pt x="131" y="4"/>
                      <a:pt x="131" y="5"/>
                    </a:cubicBezTo>
                    <a:cubicBezTo>
                      <a:pt x="131" y="5"/>
                      <a:pt x="131" y="5"/>
                      <a:pt x="132" y="6"/>
                    </a:cubicBezTo>
                    <a:cubicBezTo>
                      <a:pt x="132" y="7"/>
                      <a:pt x="132" y="8"/>
                      <a:pt x="131" y="9"/>
                    </a:cubicBezTo>
                    <a:cubicBezTo>
                      <a:pt x="131" y="10"/>
                      <a:pt x="131" y="11"/>
                      <a:pt x="130" y="11"/>
                    </a:cubicBezTo>
                    <a:cubicBezTo>
                      <a:pt x="130" y="12"/>
                      <a:pt x="130" y="13"/>
                      <a:pt x="129" y="14"/>
                    </a:cubicBezTo>
                    <a:cubicBezTo>
                      <a:pt x="128" y="15"/>
                      <a:pt x="128" y="16"/>
                      <a:pt x="127" y="17"/>
                    </a:cubicBezTo>
                    <a:cubicBezTo>
                      <a:pt x="127" y="17"/>
                      <a:pt x="126" y="18"/>
                      <a:pt x="126" y="18"/>
                    </a:cubicBezTo>
                    <a:cubicBezTo>
                      <a:pt x="125" y="18"/>
                      <a:pt x="125" y="19"/>
                      <a:pt x="124" y="19"/>
                    </a:cubicBezTo>
                    <a:cubicBezTo>
                      <a:pt x="124" y="20"/>
                      <a:pt x="123" y="20"/>
                      <a:pt x="123" y="21"/>
                    </a:cubicBezTo>
                    <a:cubicBezTo>
                      <a:pt x="121" y="23"/>
                      <a:pt x="118" y="26"/>
                      <a:pt x="116" y="28"/>
                    </a:cubicBezTo>
                    <a:cubicBezTo>
                      <a:pt x="115" y="29"/>
                      <a:pt x="113" y="33"/>
                      <a:pt x="112" y="34"/>
                    </a:cubicBezTo>
                    <a:cubicBezTo>
                      <a:pt x="111" y="34"/>
                      <a:pt x="112" y="34"/>
                      <a:pt x="112" y="36"/>
                    </a:cubicBezTo>
                    <a:cubicBezTo>
                      <a:pt x="112" y="36"/>
                      <a:pt x="112" y="36"/>
                      <a:pt x="113" y="36"/>
                    </a:cubicBezTo>
                    <a:cubicBezTo>
                      <a:pt x="113" y="36"/>
                      <a:pt x="114" y="36"/>
                      <a:pt x="115" y="36"/>
                    </a:cubicBezTo>
                    <a:cubicBezTo>
                      <a:pt x="116" y="36"/>
                      <a:pt x="117" y="36"/>
                      <a:pt x="118" y="35"/>
                    </a:cubicBezTo>
                    <a:cubicBezTo>
                      <a:pt x="119" y="35"/>
                      <a:pt x="119" y="34"/>
                      <a:pt x="120" y="34"/>
                    </a:cubicBezTo>
                    <a:cubicBezTo>
                      <a:pt x="121" y="34"/>
                      <a:pt x="122" y="33"/>
                      <a:pt x="123" y="33"/>
                    </a:cubicBezTo>
                    <a:cubicBezTo>
                      <a:pt x="126" y="32"/>
                      <a:pt x="128" y="32"/>
                      <a:pt x="132" y="32"/>
                    </a:cubicBezTo>
                    <a:cubicBezTo>
                      <a:pt x="133" y="32"/>
                      <a:pt x="135" y="34"/>
                      <a:pt x="137" y="34"/>
                    </a:cubicBezTo>
                    <a:cubicBezTo>
                      <a:pt x="138" y="36"/>
                      <a:pt x="139" y="35"/>
                      <a:pt x="141" y="36"/>
                    </a:cubicBezTo>
                    <a:cubicBezTo>
                      <a:pt x="142" y="36"/>
                      <a:pt x="144" y="38"/>
                      <a:pt x="145" y="39"/>
                    </a:cubicBezTo>
                    <a:cubicBezTo>
                      <a:pt x="146" y="39"/>
                      <a:pt x="148" y="41"/>
                      <a:pt x="149" y="41"/>
                    </a:cubicBezTo>
                    <a:cubicBezTo>
                      <a:pt x="149" y="42"/>
                      <a:pt x="150" y="42"/>
                      <a:pt x="150" y="42"/>
                    </a:cubicBezTo>
                    <a:cubicBezTo>
                      <a:pt x="152" y="46"/>
                      <a:pt x="151" y="47"/>
                      <a:pt x="151" y="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6" name="Freeform 6"/>
              <p:cNvSpPr/>
              <p:nvPr/>
            </p:nvSpPr>
            <p:spPr bwMode="auto">
              <a:xfrm>
                <a:off x="4068763" y="3132138"/>
                <a:ext cx="161925" cy="384175"/>
              </a:xfrm>
              <a:custGeom>
                <a:avLst/>
                <a:gdLst>
                  <a:gd name="T0" fmla="*/ 4 w 43"/>
                  <a:gd name="T1" fmla="*/ 101 h 102"/>
                  <a:gd name="T2" fmla="*/ 2 w 43"/>
                  <a:gd name="T3" fmla="*/ 100 h 102"/>
                  <a:gd name="T4" fmla="*/ 1 w 43"/>
                  <a:gd name="T5" fmla="*/ 97 h 102"/>
                  <a:gd name="T6" fmla="*/ 1 w 43"/>
                  <a:gd name="T7" fmla="*/ 89 h 102"/>
                  <a:gd name="T8" fmla="*/ 4 w 43"/>
                  <a:gd name="T9" fmla="*/ 75 h 102"/>
                  <a:gd name="T10" fmla="*/ 9 w 43"/>
                  <a:gd name="T11" fmla="*/ 65 h 102"/>
                  <a:gd name="T12" fmla="*/ 15 w 43"/>
                  <a:gd name="T13" fmla="*/ 52 h 102"/>
                  <a:gd name="T14" fmla="*/ 17 w 43"/>
                  <a:gd name="T15" fmla="*/ 45 h 102"/>
                  <a:gd name="T16" fmla="*/ 16 w 43"/>
                  <a:gd name="T17" fmla="*/ 42 h 102"/>
                  <a:gd name="T18" fmla="*/ 15 w 43"/>
                  <a:gd name="T19" fmla="*/ 40 h 102"/>
                  <a:gd name="T20" fmla="*/ 13 w 43"/>
                  <a:gd name="T21" fmla="*/ 37 h 102"/>
                  <a:gd name="T22" fmla="*/ 13 w 43"/>
                  <a:gd name="T23" fmla="*/ 27 h 102"/>
                  <a:gd name="T24" fmla="*/ 13 w 43"/>
                  <a:gd name="T25" fmla="*/ 23 h 102"/>
                  <a:gd name="T26" fmla="*/ 15 w 43"/>
                  <a:gd name="T27" fmla="*/ 16 h 102"/>
                  <a:gd name="T28" fmla="*/ 16 w 43"/>
                  <a:gd name="T29" fmla="*/ 13 h 102"/>
                  <a:gd name="T30" fmla="*/ 17 w 43"/>
                  <a:gd name="T31" fmla="*/ 10 h 102"/>
                  <a:gd name="T32" fmla="*/ 19 w 43"/>
                  <a:gd name="T33" fmla="*/ 8 h 102"/>
                  <a:gd name="T34" fmla="*/ 20 w 43"/>
                  <a:gd name="T35" fmla="*/ 6 h 102"/>
                  <a:gd name="T36" fmla="*/ 24 w 43"/>
                  <a:gd name="T37" fmla="*/ 3 h 102"/>
                  <a:gd name="T38" fmla="*/ 29 w 43"/>
                  <a:gd name="T39" fmla="*/ 0 h 102"/>
                  <a:gd name="T40" fmla="*/ 34 w 43"/>
                  <a:gd name="T41" fmla="*/ 1 h 102"/>
                  <a:gd name="T42" fmla="*/ 39 w 43"/>
                  <a:gd name="T43" fmla="*/ 8 h 102"/>
                  <a:gd name="T44" fmla="*/ 42 w 43"/>
                  <a:gd name="T45" fmla="*/ 16 h 102"/>
                  <a:gd name="T46" fmla="*/ 42 w 43"/>
                  <a:gd name="T47" fmla="*/ 22 h 102"/>
                  <a:gd name="T48" fmla="*/ 39 w 43"/>
                  <a:gd name="T49" fmla="*/ 26 h 102"/>
                  <a:gd name="T50" fmla="*/ 35 w 43"/>
                  <a:gd name="T51" fmla="*/ 31 h 102"/>
                  <a:gd name="T52" fmla="*/ 34 w 43"/>
                  <a:gd name="T53" fmla="*/ 42 h 102"/>
                  <a:gd name="T54" fmla="*/ 32 w 43"/>
                  <a:gd name="T55" fmla="*/ 52 h 102"/>
                  <a:gd name="T56" fmla="*/ 31 w 43"/>
                  <a:gd name="T57" fmla="*/ 57 h 102"/>
                  <a:gd name="T58" fmla="*/ 30 w 43"/>
                  <a:gd name="T59" fmla="*/ 63 h 102"/>
                  <a:gd name="T60" fmla="*/ 26 w 43"/>
                  <a:gd name="T61" fmla="*/ 75 h 102"/>
                  <a:gd name="T62" fmla="*/ 25 w 43"/>
                  <a:gd name="T63" fmla="*/ 77 h 102"/>
                  <a:gd name="T64" fmla="*/ 21 w 43"/>
                  <a:gd name="T65" fmla="*/ 86 h 102"/>
                  <a:gd name="T66" fmla="*/ 6 w 43"/>
                  <a:gd name="T67"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3" h="102">
                    <a:moveTo>
                      <a:pt x="6" y="102"/>
                    </a:moveTo>
                    <a:cubicBezTo>
                      <a:pt x="5" y="102"/>
                      <a:pt x="5" y="102"/>
                      <a:pt x="4" y="101"/>
                    </a:cubicBezTo>
                    <a:cubicBezTo>
                      <a:pt x="4" y="101"/>
                      <a:pt x="3" y="101"/>
                      <a:pt x="3" y="101"/>
                    </a:cubicBezTo>
                    <a:cubicBezTo>
                      <a:pt x="2" y="101"/>
                      <a:pt x="2" y="100"/>
                      <a:pt x="2" y="100"/>
                    </a:cubicBezTo>
                    <a:cubicBezTo>
                      <a:pt x="2" y="100"/>
                      <a:pt x="1" y="99"/>
                      <a:pt x="1" y="98"/>
                    </a:cubicBezTo>
                    <a:cubicBezTo>
                      <a:pt x="1" y="98"/>
                      <a:pt x="1" y="97"/>
                      <a:pt x="1" y="97"/>
                    </a:cubicBezTo>
                    <a:cubicBezTo>
                      <a:pt x="1" y="96"/>
                      <a:pt x="1" y="95"/>
                      <a:pt x="1" y="95"/>
                    </a:cubicBezTo>
                    <a:cubicBezTo>
                      <a:pt x="1" y="94"/>
                      <a:pt x="0" y="92"/>
                      <a:pt x="1" y="89"/>
                    </a:cubicBezTo>
                    <a:cubicBezTo>
                      <a:pt x="1" y="87"/>
                      <a:pt x="2" y="86"/>
                      <a:pt x="2" y="84"/>
                    </a:cubicBezTo>
                    <a:cubicBezTo>
                      <a:pt x="3" y="81"/>
                      <a:pt x="3" y="77"/>
                      <a:pt x="4" y="75"/>
                    </a:cubicBezTo>
                    <a:cubicBezTo>
                      <a:pt x="5" y="72"/>
                      <a:pt x="7" y="68"/>
                      <a:pt x="8" y="65"/>
                    </a:cubicBezTo>
                    <a:cubicBezTo>
                      <a:pt x="8" y="65"/>
                      <a:pt x="9" y="65"/>
                      <a:pt x="9" y="65"/>
                    </a:cubicBezTo>
                    <a:cubicBezTo>
                      <a:pt x="9" y="64"/>
                      <a:pt x="10" y="63"/>
                      <a:pt x="10" y="62"/>
                    </a:cubicBezTo>
                    <a:cubicBezTo>
                      <a:pt x="12" y="59"/>
                      <a:pt x="14" y="56"/>
                      <a:pt x="15" y="52"/>
                    </a:cubicBezTo>
                    <a:cubicBezTo>
                      <a:pt x="15" y="51"/>
                      <a:pt x="17" y="50"/>
                      <a:pt x="17" y="48"/>
                    </a:cubicBezTo>
                    <a:cubicBezTo>
                      <a:pt x="17" y="47"/>
                      <a:pt x="17" y="46"/>
                      <a:pt x="17" y="45"/>
                    </a:cubicBezTo>
                    <a:cubicBezTo>
                      <a:pt x="17" y="45"/>
                      <a:pt x="17" y="44"/>
                      <a:pt x="17" y="44"/>
                    </a:cubicBezTo>
                    <a:cubicBezTo>
                      <a:pt x="17" y="43"/>
                      <a:pt x="17" y="42"/>
                      <a:pt x="16" y="42"/>
                    </a:cubicBezTo>
                    <a:cubicBezTo>
                      <a:pt x="16" y="41"/>
                      <a:pt x="16" y="41"/>
                      <a:pt x="16" y="41"/>
                    </a:cubicBezTo>
                    <a:cubicBezTo>
                      <a:pt x="16" y="41"/>
                      <a:pt x="15" y="40"/>
                      <a:pt x="15" y="40"/>
                    </a:cubicBezTo>
                    <a:cubicBezTo>
                      <a:pt x="15" y="39"/>
                      <a:pt x="14" y="39"/>
                      <a:pt x="14" y="39"/>
                    </a:cubicBezTo>
                    <a:cubicBezTo>
                      <a:pt x="14" y="38"/>
                      <a:pt x="14" y="38"/>
                      <a:pt x="13" y="37"/>
                    </a:cubicBezTo>
                    <a:cubicBezTo>
                      <a:pt x="13" y="37"/>
                      <a:pt x="13" y="36"/>
                      <a:pt x="13" y="34"/>
                    </a:cubicBezTo>
                    <a:cubicBezTo>
                      <a:pt x="13" y="32"/>
                      <a:pt x="13" y="29"/>
                      <a:pt x="13" y="27"/>
                    </a:cubicBezTo>
                    <a:cubicBezTo>
                      <a:pt x="13" y="26"/>
                      <a:pt x="13" y="25"/>
                      <a:pt x="13" y="25"/>
                    </a:cubicBezTo>
                    <a:cubicBezTo>
                      <a:pt x="13" y="24"/>
                      <a:pt x="13" y="24"/>
                      <a:pt x="13" y="23"/>
                    </a:cubicBezTo>
                    <a:cubicBezTo>
                      <a:pt x="13" y="23"/>
                      <a:pt x="14" y="23"/>
                      <a:pt x="14" y="22"/>
                    </a:cubicBezTo>
                    <a:cubicBezTo>
                      <a:pt x="14" y="21"/>
                      <a:pt x="15" y="17"/>
                      <a:pt x="15" y="16"/>
                    </a:cubicBezTo>
                    <a:cubicBezTo>
                      <a:pt x="15" y="16"/>
                      <a:pt x="15" y="15"/>
                      <a:pt x="16" y="15"/>
                    </a:cubicBezTo>
                    <a:cubicBezTo>
                      <a:pt x="16" y="14"/>
                      <a:pt x="16" y="14"/>
                      <a:pt x="16" y="13"/>
                    </a:cubicBezTo>
                    <a:cubicBezTo>
                      <a:pt x="16" y="12"/>
                      <a:pt x="17" y="12"/>
                      <a:pt x="17" y="11"/>
                    </a:cubicBezTo>
                    <a:cubicBezTo>
                      <a:pt x="17" y="11"/>
                      <a:pt x="17" y="10"/>
                      <a:pt x="17" y="10"/>
                    </a:cubicBezTo>
                    <a:cubicBezTo>
                      <a:pt x="18" y="10"/>
                      <a:pt x="18" y="10"/>
                      <a:pt x="18" y="10"/>
                    </a:cubicBezTo>
                    <a:cubicBezTo>
                      <a:pt x="18" y="9"/>
                      <a:pt x="18" y="9"/>
                      <a:pt x="19" y="8"/>
                    </a:cubicBezTo>
                    <a:cubicBezTo>
                      <a:pt x="19" y="8"/>
                      <a:pt x="19" y="7"/>
                      <a:pt x="19" y="7"/>
                    </a:cubicBezTo>
                    <a:cubicBezTo>
                      <a:pt x="19" y="7"/>
                      <a:pt x="19" y="7"/>
                      <a:pt x="20" y="6"/>
                    </a:cubicBezTo>
                    <a:cubicBezTo>
                      <a:pt x="21" y="5"/>
                      <a:pt x="21" y="5"/>
                      <a:pt x="22" y="4"/>
                    </a:cubicBezTo>
                    <a:cubicBezTo>
                      <a:pt x="22" y="4"/>
                      <a:pt x="23" y="3"/>
                      <a:pt x="24" y="3"/>
                    </a:cubicBezTo>
                    <a:cubicBezTo>
                      <a:pt x="24" y="2"/>
                      <a:pt x="25" y="1"/>
                      <a:pt x="26" y="1"/>
                    </a:cubicBezTo>
                    <a:cubicBezTo>
                      <a:pt x="27" y="1"/>
                      <a:pt x="29" y="0"/>
                      <a:pt x="29" y="0"/>
                    </a:cubicBezTo>
                    <a:cubicBezTo>
                      <a:pt x="30" y="0"/>
                      <a:pt x="31" y="0"/>
                      <a:pt x="31" y="0"/>
                    </a:cubicBezTo>
                    <a:cubicBezTo>
                      <a:pt x="33" y="1"/>
                      <a:pt x="33" y="1"/>
                      <a:pt x="34" y="1"/>
                    </a:cubicBezTo>
                    <a:cubicBezTo>
                      <a:pt x="35" y="2"/>
                      <a:pt x="38" y="4"/>
                      <a:pt x="38" y="6"/>
                    </a:cubicBezTo>
                    <a:cubicBezTo>
                      <a:pt x="38" y="8"/>
                      <a:pt x="39" y="8"/>
                      <a:pt x="39" y="8"/>
                    </a:cubicBezTo>
                    <a:cubicBezTo>
                      <a:pt x="39" y="9"/>
                      <a:pt x="39" y="9"/>
                      <a:pt x="40" y="11"/>
                    </a:cubicBezTo>
                    <a:cubicBezTo>
                      <a:pt x="40" y="12"/>
                      <a:pt x="41" y="15"/>
                      <a:pt x="42" y="16"/>
                    </a:cubicBezTo>
                    <a:cubicBezTo>
                      <a:pt x="43" y="17"/>
                      <a:pt x="42" y="18"/>
                      <a:pt x="43" y="19"/>
                    </a:cubicBezTo>
                    <a:cubicBezTo>
                      <a:pt x="43" y="22"/>
                      <a:pt x="43" y="18"/>
                      <a:pt x="42" y="22"/>
                    </a:cubicBezTo>
                    <a:cubicBezTo>
                      <a:pt x="42" y="22"/>
                      <a:pt x="42" y="23"/>
                      <a:pt x="42" y="24"/>
                    </a:cubicBezTo>
                    <a:cubicBezTo>
                      <a:pt x="41" y="25"/>
                      <a:pt x="40" y="25"/>
                      <a:pt x="39" y="26"/>
                    </a:cubicBezTo>
                    <a:cubicBezTo>
                      <a:pt x="38" y="27"/>
                      <a:pt x="37" y="28"/>
                      <a:pt x="36" y="29"/>
                    </a:cubicBezTo>
                    <a:cubicBezTo>
                      <a:pt x="35" y="30"/>
                      <a:pt x="35" y="30"/>
                      <a:pt x="35" y="31"/>
                    </a:cubicBezTo>
                    <a:cubicBezTo>
                      <a:pt x="35" y="32"/>
                      <a:pt x="34" y="33"/>
                      <a:pt x="34" y="34"/>
                    </a:cubicBezTo>
                    <a:cubicBezTo>
                      <a:pt x="34" y="37"/>
                      <a:pt x="34" y="41"/>
                      <a:pt x="34" y="42"/>
                    </a:cubicBezTo>
                    <a:cubicBezTo>
                      <a:pt x="33" y="44"/>
                      <a:pt x="33" y="46"/>
                      <a:pt x="33" y="49"/>
                    </a:cubicBezTo>
                    <a:cubicBezTo>
                      <a:pt x="33" y="50"/>
                      <a:pt x="32" y="51"/>
                      <a:pt x="32" y="52"/>
                    </a:cubicBezTo>
                    <a:cubicBezTo>
                      <a:pt x="32" y="54"/>
                      <a:pt x="32" y="55"/>
                      <a:pt x="31" y="57"/>
                    </a:cubicBezTo>
                    <a:cubicBezTo>
                      <a:pt x="31" y="57"/>
                      <a:pt x="31" y="57"/>
                      <a:pt x="31" y="57"/>
                    </a:cubicBezTo>
                    <a:cubicBezTo>
                      <a:pt x="31" y="58"/>
                      <a:pt x="31" y="58"/>
                      <a:pt x="31" y="59"/>
                    </a:cubicBezTo>
                    <a:cubicBezTo>
                      <a:pt x="30" y="60"/>
                      <a:pt x="30" y="62"/>
                      <a:pt x="30" y="63"/>
                    </a:cubicBezTo>
                    <a:cubicBezTo>
                      <a:pt x="29" y="67"/>
                      <a:pt x="27" y="71"/>
                      <a:pt x="26" y="74"/>
                    </a:cubicBezTo>
                    <a:cubicBezTo>
                      <a:pt x="26" y="74"/>
                      <a:pt x="26" y="74"/>
                      <a:pt x="26" y="75"/>
                    </a:cubicBezTo>
                    <a:cubicBezTo>
                      <a:pt x="26" y="75"/>
                      <a:pt x="26" y="75"/>
                      <a:pt x="26" y="75"/>
                    </a:cubicBezTo>
                    <a:cubicBezTo>
                      <a:pt x="26" y="76"/>
                      <a:pt x="25" y="77"/>
                      <a:pt x="25" y="77"/>
                    </a:cubicBezTo>
                    <a:cubicBezTo>
                      <a:pt x="25" y="79"/>
                      <a:pt x="24" y="80"/>
                      <a:pt x="23" y="82"/>
                    </a:cubicBezTo>
                    <a:cubicBezTo>
                      <a:pt x="22" y="83"/>
                      <a:pt x="21" y="84"/>
                      <a:pt x="21" y="86"/>
                    </a:cubicBezTo>
                    <a:cubicBezTo>
                      <a:pt x="17" y="90"/>
                      <a:pt x="15" y="99"/>
                      <a:pt x="10" y="102"/>
                    </a:cubicBezTo>
                    <a:cubicBezTo>
                      <a:pt x="9" y="102"/>
                      <a:pt x="7" y="102"/>
                      <a:pt x="6"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7" name="Freeform 7"/>
              <p:cNvSpPr/>
              <p:nvPr/>
            </p:nvSpPr>
            <p:spPr bwMode="auto">
              <a:xfrm>
                <a:off x="4254501" y="3016250"/>
                <a:ext cx="458788" cy="481013"/>
              </a:xfrm>
              <a:custGeom>
                <a:avLst/>
                <a:gdLst>
                  <a:gd name="T0" fmla="*/ 82 w 122"/>
                  <a:gd name="T1" fmla="*/ 4 h 128"/>
                  <a:gd name="T2" fmla="*/ 89 w 122"/>
                  <a:gd name="T3" fmla="*/ 10 h 128"/>
                  <a:gd name="T4" fmla="*/ 94 w 122"/>
                  <a:gd name="T5" fmla="*/ 15 h 128"/>
                  <a:gd name="T6" fmla="*/ 99 w 122"/>
                  <a:gd name="T7" fmla="*/ 19 h 128"/>
                  <a:gd name="T8" fmla="*/ 108 w 122"/>
                  <a:gd name="T9" fmla="*/ 28 h 128"/>
                  <a:gd name="T10" fmla="*/ 116 w 122"/>
                  <a:gd name="T11" fmla="*/ 36 h 128"/>
                  <a:gd name="T12" fmla="*/ 120 w 122"/>
                  <a:gd name="T13" fmla="*/ 42 h 128"/>
                  <a:gd name="T14" fmla="*/ 122 w 122"/>
                  <a:gd name="T15" fmla="*/ 60 h 128"/>
                  <a:gd name="T16" fmla="*/ 122 w 122"/>
                  <a:gd name="T17" fmla="*/ 68 h 128"/>
                  <a:gd name="T18" fmla="*/ 120 w 122"/>
                  <a:gd name="T19" fmla="*/ 79 h 128"/>
                  <a:gd name="T20" fmla="*/ 118 w 122"/>
                  <a:gd name="T21" fmla="*/ 87 h 128"/>
                  <a:gd name="T22" fmla="*/ 116 w 122"/>
                  <a:gd name="T23" fmla="*/ 96 h 128"/>
                  <a:gd name="T24" fmla="*/ 111 w 122"/>
                  <a:gd name="T25" fmla="*/ 108 h 128"/>
                  <a:gd name="T26" fmla="*/ 104 w 122"/>
                  <a:gd name="T27" fmla="*/ 114 h 128"/>
                  <a:gd name="T28" fmla="*/ 88 w 122"/>
                  <a:gd name="T29" fmla="*/ 125 h 128"/>
                  <a:gd name="T30" fmla="*/ 83 w 122"/>
                  <a:gd name="T31" fmla="*/ 128 h 128"/>
                  <a:gd name="T32" fmla="*/ 78 w 122"/>
                  <a:gd name="T33" fmla="*/ 128 h 128"/>
                  <a:gd name="T34" fmla="*/ 71 w 122"/>
                  <a:gd name="T35" fmla="*/ 124 h 128"/>
                  <a:gd name="T36" fmla="*/ 69 w 122"/>
                  <a:gd name="T37" fmla="*/ 118 h 128"/>
                  <a:gd name="T38" fmla="*/ 70 w 122"/>
                  <a:gd name="T39" fmla="*/ 115 h 128"/>
                  <a:gd name="T40" fmla="*/ 78 w 122"/>
                  <a:gd name="T41" fmla="*/ 107 h 128"/>
                  <a:gd name="T42" fmla="*/ 81 w 122"/>
                  <a:gd name="T43" fmla="*/ 105 h 128"/>
                  <a:gd name="T44" fmla="*/ 87 w 122"/>
                  <a:gd name="T45" fmla="*/ 101 h 128"/>
                  <a:gd name="T46" fmla="*/ 92 w 122"/>
                  <a:gd name="T47" fmla="*/ 93 h 128"/>
                  <a:gd name="T48" fmla="*/ 97 w 122"/>
                  <a:gd name="T49" fmla="*/ 78 h 128"/>
                  <a:gd name="T50" fmla="*/ 94 w 122"/>
                  <a:gd name="T51" fmla="*/ 48 h 128"/>
                  <a:gd name="T52" fmla="*/ 88 w 122"/>
                  <a:gd name="T53" fmla="*/ 41 h 128"/>
                  <a:gd name="T54" fmla="*/ 81 w 122"/>
                  <a:gd name="T55" fmla="*/ 34 h 128"/>
                  <a:gd name="T56" fmla="*/ 76 w 122"/>
                  <a:gd name="T57" fmla="*/ 29 h 128"/>
                  <a:gd name="T58" fmla="*/ 63 w 122"/>
                  <a:gd name="T59" fmla="*/ 25 h 128"/>
                  <a:gd name="T60" fmla="*/ 57 w 122"/>
                  <a:gd name="T61" fmla="*/ 27 h 128"/>
                  <a:gd name="T62" fmla="*/ 45 w 122"/>
                  <a:gd name="T63" fmla="*/ 34 h 128"/>
                  <a:gd name="T64" fmla="*/ 42 w 122"/>
                  <a:gd name="T65" fmla="*/ 36 h 128"/>
                  <a:gd name="T66" fmla="*/ 31 w 122"/>
                  <a:gd name="T67" fmla="*/ 45 h 128"/>
                  <a:gd name="T68" fmla="*/ 25 w 122"/>
                  <a:gd name="T69" fmla="*/ 48 h 128"/>
                  <a:gd name="T70" fmla="*/ 16 w 122"/>
                  <a:gd name="T71" fmla="*/ 49 h 128"/>
                  <a:gd name="T72" fmla="*/ 8 w 122"/>
                  <a:gd name="T73" fmla="*/ 46 h 128"/>
                  <a:gd name="T74" fmla="*/ 5 w 122"/>
                  <a:gd name="T75" fmla="*/ 44 h 128"/>
                  <a:gd name="T76" fmla="*/ 0 w 122"/>
                  <a:gd name="T77" fmla="*/ 36 h 128"/>
                  <a:gd name="T78" fmla="*/ 14 w 122"/>
                  <a:gd name="T79" fmla="*/ 23 h 128"/>
                  <a:gd name="T80" fmla="*/ 22 w 122"/>
                  <a:gd name="T81" fmla="*/ 23 h 128"/>
                  <a:gd name="T82" fmla="*/ 36 w 122"/>
                  <a:gd name="T83" fmla="*/ 16 h 128"/>
                  <a:gd name="T84" fmla="*/ 49 w 122"/>
                  <a:gd name="T85" fmla="*/ 9 h 128"/>
                  <a:gd name="T86" fmla="*/ 57 w 122"/>
                  <a:gd name="T87" fmla="*/ 5 h 128"/>
                  <a:gd name="T88" fmla="*/ 62 w 122"/>
                  <a:gd name="T89" fmla="*/ 2 h 128"/>
                  <a:gd name="T90" fmla="*/ 65 w 122"/>
                  <a:gd name="T91" fmla="*/ 1 h 128"/>
                  <a:gd name="T92" fmla="*/ 68 w 122"/>
                  <a:gd name="T93" fmla="*/ 1 h 128"/>
                  <a:gd name="T94" fmla="*/ 77 w 122"/>
                  <a:gd name="T95" fmla="*/ 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2" h="128">
                    <a:moveTo>
                      <a:pt x="77" y="1"/>
                    </a:moveTo>
                    <a:cubicBezTo>
                      <a:pt x="78" y="1"/>
                      <a:pt x="79" y="3"/>
                      <a:pt x="81" y="3"/>
                    </a:cubicBezTo>
                    <a:cubicBezTo>
                      <a:pt x="82" y="3"/>
                      <a:pt x="81" y="4"/>
                      <a:pt x="82" y="4"/>
                    </a:cubicBezTo>
                    <a:cubicBezTo>
                      <a:pt x="83" y="5"/>
                      <a:pt x="84" y="6"/>
                      <a:pt x="85" y="6"/>
                    </a:cubicBezTo>
                    <a:cubicBezTo>
                      <a:pt x="86" y="7"/>
                      <a:pt x="86" y="7"/>
                      <a:pt x="87" y="8"/>
                    </a:cubicBezTo>
                    <a:cubicBezTo>
                      <a:pt x="88" y="8"/>
                      <a:pt x="88" y="8"/>
                      <a:pt x="89" y="10"/>
                    </a:cubicBezTo>
                    <a:cubicBezTo>
                      <a:pt x="90" y="11"/>
                      <a:pt x="91" y="11"/>
                      <a:pt x="92" y="12"/>
                    </a:cubicBezTo>
                    <a:cubicBezTo>
                      <a:pt x="92" y="12"/>
                      <a:pt x="93" y="13"/>
                      <a:pt x="94" y="14"/>
                    </a:cubicBezTo>
                    <a:cubicBezTo>
                      <a:pt x="94" y="14"/>
                      <a:pt x="94" y="14"/>
                      <a:pt x="94" y="15"/>
                    </a:cubicBezTo>
                    <a:cubicBezTo>
                      <a:pt x="95" y="15"/>
                      <a:pt x="95" y="15"/>
                      <a:pt x="96" y="16"/>
                    </a:cubicBezTo>
                    <a:cubicBezTo>
                      <a:pt x="96" y="16"/>
                      <a:pt x="96" y="16"/>
                      <a:pt x="96" y="17"/>
                    </a:cubicBezTo>
                    <a:cubicBezTo>
                      <a:pt x="97" y="17"/>
                      <a:pt x="98" y="18"/>
                      <a:pt x="99" y="19"/>
                    </a:cubicBezTo>
                    <a:cubicBezTo>
                      <a:pt x="100" y="20"/>
                      <a:pt x="100" y="21"/>
                      <a:pt x="102" y="22"/>
                    </a:cubicBezTo>
                    <a:cubicBezTo>
                      <a:pt x="103" y="23"/>
                      <a:pt x="104" y="24"/>
                      <a:pt x="105" y="25"/>
                    </a:cubicBezTo>
                    <a:cubicBezTo>
                      <a:pt x="106" y="25"/>
                      <a:pt x="107" y="27"/>
                      <a:pt x="108" y="28"/>
                    </a:cubicBezTo>
                    <a:cubicBezTo>
                      <a:pt x="109" y="29"/>
                      <a:pt x="110" y="30"/>
                      <a:pt x="111" y="32"/>
                    </a:cubicBezTo>
                    <a:cubicBezTo>
                      <a:pt x="112" y="32"/>
                      <a:pt x="113" y="33"/>
                      <a:pt x="114" y="34"/>
                    </a:cubicBezTo>
                    <a:cubicBezTo>
                      <a:pt x="114" y="35"/>
                      <a:pt x="115" y="35"/>
                      <a:pt x="116" y="36"/>
                    </a:cubicBezTo>
                    <a:cubicBezTo>
                      <a:pt x="116" y="37"/>
                      <a:pt x="117" y="37"/>
                      <a:pt x="117" y="38"/>
                    </a:cubicBezTo>
                    <a:cubicBezTo>
                      <a:pt x="117" y="38"/>
                      <a:pt x="118" y="39"/>
                      <a:pt x="118" y="39"/>
                    </a:cubicBezTo>
                    <a:cubicBezTo>
                      <a:pt x="119" y="40"/>
                      <a:pt x="119" y="41"/>
                      <a:pt x="120" y="42"/>
                    </a:cubicBezTo>
                    <a:cubicBezTo>
                      <a:pt x="121" y="43"/>
                      <a:pt x="121" y="45"/>
                      <a:pt x="122" y="46"/>
                    </a:cubicBezTo>
                    <a:cubicBezTo>
                      <a:pt x="122" y="48"/>
                      <a:pt x="122" y="49"/>
                      <a:pt x="122" y="50"/>
                    </a:cubicBezTo>
                    <a:cubicBezTo>
                      <a:pt x="122" y="53"/>
                      <a:pt x="122" y="57"/>
                      <a:pt x="122" y="60"/>
                    </a:cubicBezTo>
                    <a:cubicBezTo>
                      <a:pt x="122" y="60"/>
                      <a:pt x="122" y="61"/>
                      <a:pt x="122" y="62"/>
                    </a:cubicBezTo>
                    <a:cubicBezTo>
                      <a:pt x="122" y="63"/>
                      <a:pt x="122" y="64"/>
                      <a:pt x="122" y="66"/>
                    </a:cubicBezTo>
                    <a:cubicBezTo>
                      <a:pt x="122" y="67"/>
                      <a:pt x="122" y="67"/>
                      <a:pt x="122" y="68"/>
                    </a:cubicBezTo>
                    <a:cubicBezTo>
                      <a:pt x="121" y="69"/>
                      <a:pt x="121" y="70"/>
                      <a:pt x="121" y="72"/>
                    </a:cubicBezTo>
                    <a:cubicBezTo>
                      <a:pt x="120" y="74"/>
                      <a:pt x="120" y="75"/>
                      <a:pt x="120" y="77"/>
                    </a:cubicBezTo>
                    <a:cubicBezTo>
                      <a:pt x="120" y="78"/>
                      <a:pt x="120" y="78"/>
                      <a:pt x="120" y="79"/>
                    </a:cubicBezTo>
                    <a:cubicBezTo>
                      <a:pt x="120" y="79"/>
                      <a:pt x="120" y="80"/>
                      <a:pt x="120" y="81"/>
                    </a:cubicBezTo>
                    <a:cubicBezTo>
                      <a:pt x="119" y="81"/>
                      <a:pt x="119" y="82"/>
                      <a:pt x="119" y="82"/>
                    </a:cubicBezTo>
                    <a:cubicBezTo>
                      <a:pt x="119" y="84"/>
                      <a:pt x="119" y="86"/>
                      <a:pt x="118" y="87"/>
                    </a:cubicBezTo>
                    <a:cubicBezTo>
                      <a:pt x="118" y="87"/>
                      <a:pt x="118" y="88"/>
                      <a:pt x="118" y="88"/>
                    </a:cubicBezTo>
                    <a:cubicBezTo>
                      <a:pt x="118" y="90"/>
                      <a:pt x="118" y="91"/>
                      <a:pt x="117" y="93"/>
                    </a:cubicBezTo>
                    <a:cubicBezTo>
                      <a:pt x="117" y="94"/>
                      <a:pt x="117" y="95"/>
                      <a:pt x="116" y="96"/>
                    </a:cubicBezTo>
                    <a:cubicBezTo>
                      <a:pt x="116" y="97"/>
                      <a:pt x="116" y="98"/>
                      <a:pt x="116" y="99"/>
                    </a:cubicBezTo>
                    <a:cubicBezTo>
                      <a:pt x="115" y="100"/>
                      <a:pt x="114" y="102"/>
                      <a:pt x="114" y="103"/>
                    </a:cubicBezTo>
                    <a:cubicBezTo>
                      <a:pt x="113" y="105"/>
                      <a:pt x="112" y="106"/>
                      <a:pt x="111" y="108"/>
                    </a:cubicBezTo>
                    <a:cubicBezTo>
                      <a:pt x="111" y="108"/>
                      <a:pt x="110" y="109"/>
                      <a:pt x="110" y="110"/>
                    </a:cubicBezTo>
                    <a:cubicBezTo>
                      <a:pt x="107" y="112"/>
                      <a:pt x="107" y="112"/>
                      <a:pt x="105" y="114"/>
                    </a:cubicBezTo>
                    <a:cubicBezTo>
                      <a:pt x="104" y="114"/>
                      <a:pt x="104" y="114"/>
                      <a:pt x="104" y="114"/>
                    </a:cubicBezTo>
                    <a:cubicBezTo>
                      <a:pt x="103" y="114"/>
                      <a:pt x="99" y="118"/>
                      <a:pt x="97" y="119"/>
                    </a:cubicBezTo>
                    <a:cubicBezTo>
                      <a:pt x="95" y="121"/>
                      <a:pt x="92" y="121"/>
                      <a:pt x="91" y="123"/>
                    </a:cubicBezTo>
                    <a:cubicBezTo>
                      <a:pt x="89" y="124"/>
                      <a:pt x="89" y="124"/>
                      <a:pt x="88" y="125"/>
                    </a:cubicBezTo>
                    <a:cubicBezTo>
                      <a:pt x="87" y="125"/>
                      <a:pt x="87" y="126"/>
                      <a:pt x="87" y="126"/>
                    </a:cubicBezTo>
                    <a:cubicBezTo>
                      <a:pt x="87" y="126"/>
                      <a:pt x="85" y="127"/>
                      <a:pt x="85" y="128"/>
                    </a:cubicBezTo>
                    <a:cubicBezTo>
                      <a:pt x="84" y="128"/>
                      <a:pt x="83" y="128"/>
                      <a:pt x="83" y="128"/>
                    </a:cubicBezTo>
                    <a:cubicBezTo>
                      <a:pt x="83" y="128"/>
                      <a:pt x="82" y="128"/>
                      <a:pt x="82" y="128"/>
                    </a:cubicBezTo>
                    <a:cubicBezTo>
                      <a:pt x="81" y="128"/>
                      <a:pt x="80" y="128"/>
                      <a:pt x="80" y="128"/>
                    </a:cubicBezTo>
                    <a:cubicBezTo>
                      <a:pt x="79" y="128"/>
                      <a:pt x="78" y="128"/>
                      <a:pt x="78" y="128"/>
                    </a:cubicBezTo>
                    <a:cubicBezTo>
                      <a:pt x="76" y="128"/>
                      <a:pt x="76" y="127"/>
                      <a:pt x="74" y="127"/>
                    </a:cubicBezTo>
                    <a:cubicBezTo>
                      <a:pt x="73" y="127"/>
                      <a:pt x="72" y="126"/>
                      <a:pt x="71" y="125"/>
                    </a:cubicBezTo>
                    <a:cubicBezTo>
                      <a:pt x="71" y="124"/>
                      <a:pt x="71" y="124"/>
                      <a:pt x="71" y="124"/>
                    </a:cubicBezTo>
                    <a:cubicBezTo>
                      <a:pt x="69" y="124"/>
                      <a:pt x="70" y="123"/>
                      <a:pt x="70" y="122"/>
                    </a:cubicBezTo>
                    <a:cubicBezTo>
                      <a:pt x="70" y="122"/>
                      <a:pt x="70" y="121"/>
                      <a:pt x="70" y="121"/>
                    </a:cubicBezTo>
                    <a:cubicBezTo>
                      <a:pt x="70" y="119"/>
                      <a:pt x="69" y="119"/>
                      <a:pt x="69" y="118"/>
                    </a:cubicBezTo>
                    <a:cubicBezTo>
                      <a:pt x="69" y="118"/>
                      <a:pt x="69" y="118"/>
                      <a:pt x="69" y="117"/>
                    </a:cubicBezTo>
                    <a:cubicBezTo>
                      <a:pt x="69" y="117"/>
                      <a:pt x="69" y="117"/>
                      <a:pt x="70" y="116"/>
                    </a:cubicBezTo>
                    <a:cubicBezTo>
                      <a:pt x="70" y="116"/>
                      <a:pt x="70" y="115"/>
                      <a:pt x="70" y="115"/>
                    </a:cubicBezTo>
                    <a:cubicBezTo>
                      <a:pt x="71" y="114"/>
                      <a:pt x="71" y="113"/>
                      <a:pt x="72" y="112"/>
                    </a:cubicBezTo>
                    <a:cubicBezTo>
                      <a:pt x="73" y="110"/>
                      <a:pt x="75" y="110"/>
                      <a:pt x="76" y="108"/>
                    </a:cubicBezTo>
                    <a:cubicBezTo>
                      <a:pt x="77" y="108"/>
                      <a:pt x="77" y="107"/>
                      <a:pt x="78" y="107"/>
                    </a:cubicBezTo>
                    <a:cubicBezTo>
                      <a:pt x="79" y="106"/>
                      <a:pt x="79" y="106"/>
                      <a:pt x="80" y="106"/>
                    </a:cubicBezTo>
                    <a:cubicBezTo>
                      <a:pt x="80" y="106"/>
                      <a:pt x="80" y="105"/>
                      <a:pt x="80" y="105"/>
                    </a:cubicBezTo>
                    <a:cubicBezTo>
                      <a:pt x="81" y="105"/>
                      <a:pt x="81" y="105"/>
                      <a:pt x="81" y="105"/>
                    </a:cubicBezTo>
                    <a:cubicBezTo>
                      <a:pt x="82" y="104"/>
                      <a:pt x="82" y="104"/>
                      <a:pt x="83" y="104"/>
                    </a:cubicBezTo>
                    <a:cubicBezTo>
                      <a:pt x="83" y="104"/>
                      <a:pt x="84" y="103"/>
                      <a:pt x="84" y="103"/>
                    </a:cubicBezTo>
                    <a:cubicBezTo>
                      <a:pt x="85" y="102"/>
                      <a:pt x="86" y="102"/>
                      <a:pt x="87" y="101"/>
                    </a:cubicBezTo>
                    <a:cubicBezTo>
                      <a:pt x="87" y="100"/>
                      <a:pt x="88" y="99"/>
                      <a:pt x="89" y="99"/>
                    </a:cubicBezTo>
                    <a:cubicBezTo>
                      <a:pt x="89" y="98"/>
                      <a:pt x="89" y="98"/>
                      <a:pt x="89" y="98"/>
                    </a:cubicBezTo>
                    <a:cubicBezTo>
                      <a:pt x="90" y="96"/>
                      <a:pt x="92" y="95"/>
                      <a:pt x="92" y="93"/>
                    </a:cubicBezTo>
                    <a:cubicBezTo>
                      <a:pt x="93" y="90"/>
                      <a:pt x="95" y="88"/>
                      <a:pt x="96" y="84"/>
                    </a:cubicBezTo>
                    <a:cubicBezTo>
                      <a:pt x="96" y="84"/>
                      <a:pt x="96" y="83"/>
                      <a:pt x="96" y="83"/>
                    </a:cubicBezTo>
                    <a:cubicBezTo>
                      <a:pt x="96" y="81"/>
                      <a:pt x="97" y="80"/>
                      <a:pt x="97" y="78"/>
                    </a:cubicBezTo>
                    <a:cubicBezTo>
                      <a:pt x="98" y="77"/>
                      <a:pt x="98" y="76"/>
                      <a:pt x="98" y="75"/>
                    </a:cubicBezTo>
                    <a:cubicBezTo>
                      <a:pt x="99" y="68"/>
                      <a:pt x="101" y="63"/>
                      <a:pt x="98" y="55"/>
                    </a:cubicBezTo>
                    <a:cubicBezTo>
                      <a:pt x="97" y="52"/>
                      <a:pt x="96" y="51"/>
                      <a:pt x="94" y="48"/>
                    </a:cubicBezTo>
                    <a:cubicBezTo>
                      <a:pt x="93" y="47"/>
                      <a:pt x="92" y="46"/>
                      <a:pt x="91" y="44"/>
                    </a:cubicBezTo>
                    <a:cubicBezTo>
                      <a:pt x="90" y="43"/>
                      <a:pt x="90" y="42"/>
                      <a:pt x="89" y="42"/>
                    </a:cubicBezTo>
                    <a:cubicBezTo>
                      <a:pt x="89" y="41"/>
                      <a:pt x="89" y="41"/>
                      <a:pt x="88" y="41"/>
                    </a:cubicBezTo>
                    <a:cubicBezTo>
                      <a:pt x="88" y="40"/>
                      <a:pt x="87" y="40"/>
                      <a:pt x="87" y="40"/>
                    </a:cubicBezTo>
                    <a:cubicBezTo>
                      <a:pt x="84" y="38"/>
                      <a:pt x="84" y="36"/>
                      <a:pt x="82" y="35"/>
                    </a:cubicBezTo>
                    <a:cubicBezTo>
                      <a:pt x="82" y="34"/>
                      <a:pt x="81" y="34"/>
                      <a:pt x="81" y="34"/>
                    </a:cubicBezTo>
                    <a:cubicBezTo>
                      <a:pt x="81" y="33"/>
                      <a:pt x="81" y="33"/>
                      <a:pt x="81" y="33"/>
                    </a:cubicBezTo>
                    <a:cubicBezTo>
                      <a:pt x="79" y="32"/>
                      <a:pt x="78" y="30"/>
                      <a:pt x="78" y="29"/>
                    </a:cubicBezTo>
                    <a:cubicBezTo>
                      <a:pt x="77" y="29"/>
                      <a:pt x="76" y="29"/>
                      <a:pt x="76" y="29"/>
                    </a:cubicBezTo>
                    <a:cubicBezTo>
                      <a:pt x="75" y="28"/>
                      <a:pt x="74" y="27"/>
                      <a:pt x="73" y="27"/>
                    </a:cubicBezTo>
                    <a:cubicBezTo>
                      <a:pt x="72" y="26"/>
                      <a:pt x="72" y="25"/>
                      <a:pt x="71" y="25"/>
                    </a:cubicBezTo>
                    <a:cubicBezTo>
                      <a:pt x="69" y="24"/>
                      <a:pt x="65" y="24"/>
                      <a:pt x="63" y="25"/>
                    </a:cubicBezTo>
                    <a:cubicBezTo>
                      <a:pt x="62" y="25"/>
                      <a:pt x="59" y="26"/>
                      <a:pt x="59" y="26"/>
                    </a:cubicBezTo>
                    <a:cubicBezTo>
                      <a:pt x="58" y="26"/>
                      <a:pt x="58" y="26"/>
                      <a:pt x="58" y="27"/>
                    </a:cubicBezTo>
                    <a:cubicBezTo>
                      <a:pt x="58" y="27"/>
                      <a:pt x="57" y="27"/>
                      <a:pt x="57" y="27"/>
                    </a:cubicBezTo>
                    <a:cubicBezTo>
                      <a:pt x="56" y="28"/>
                      <a:pt x="55" y="28"/>
                      <a:pt x="55" y="28"/>
                    </a:cubicBezTo>
                    <a:cubicBezTo>
                      <a:pt x="54" y="29"/>
                      <a:pt x="51" y="30"/>
                      <a:pt x="50" y="31"/>
                    </a:cubicBezTo>
                    <a:cubicBezTo>
                      <a:pt x="48" y="32"/>
                      <a:pt x="47" y="32"/>
                      <a:pt x="45" y="34"/>
                    </a:cubicBezTo>
                    <a:cubicBezTo>
                      <a:pt x="45" y="34"/>
                      <a:pt x="44" y="34"/>
                      <a:pt x="44" y="34"/>
                    </a:cubicBezTo>
                    <a:cubicBezTo>
                      <a:pt x="44" y="34"/>
                      <a:pt x="43" y="35"/>
                      <a:pt x="42" y="35"/>
                    </a:cubicBezTo>
                    <a:cubicBezTo>
                      <a:pt x="42" y="35"/>
                      <a:pt x="42" y="35"/>
                      <a:pt x="42" y="36"/>
                    </a:cubicBezTo>
                    <a:cubicBezTo>
                      <a:pt x="39" y="38"/>
                      <a:pt x="36" y="39"/>
                      <a:pt x="34" y="42"/>
                    </a:cubicBezTo>
                    <a:cubicBezTo>
                      <a:pt x="34" y="42"/>
                      <a:pt x="33" y="43"/>
                      <a:pt x="32" y="43"/>
                    </a:cubicBezTo>
                    <a:cubicBezTo>
                      <a:pt x="32" y="44"/>
                      <a:pt x="31" y="44"/>
                      <a:pt x="31" y="45"/>
                    </a:cubicBezTo>
                    <a:cubicBezTo>
                      <a:pt x="30" y="46"/>
                      <a:pt x="29" y="46"/>
                      <a:pt x="28" y="47"/>
                    </a:cubicBezTo>
                    <a:cubicBezTo>
                      <a:pt x="27" y="47"/>
                      <a:pt x="27" y="47"/>
                      <a:pt x="27" y="48"/>
                    </a:cubicBezTo>
                    <a:cubicBezTo>
                      <a:pt x="26" y="48"/>
                      <a:pt x="25" y="48"/>
                      <a:pt x="25" y="48"/>
                    </a:cubicBezTo>
                    <a:cubicBezTo>
                      <a:pt x="24" y="48"/>
                      <a:pt x="22" y="49"/>
                      <a:pt x="21" y="49"/>
                    </a:cubicBezTo>
                    <a:cubicBezTo>
                      <a:pt x="19" y="49"/>
                      <a:pt x="19" y="49"/>
                      <a:pt x="19" y="49"/>
                    </a:cubicBezTo>
                    <a:cubicBezTo>
                      <a:pt x="18" y="49"/>
                      <a:pt x="16" y="49"/>
                      <a:pt x="16" y="49"/>
                    </a:cubicBezTo>
                    <a:cubicBezTo>
                      <a:pt x="15" y="48"/>
                      <a:pt x="15" y="49"/>
                      <a:pt x="14" y="48"/>
                    </a:cubicBezTo>
                    <a:cubicBezTo>
                      <a:pt x="12" y="47"/>
                      <a:pt x="12" y="47"/>
                      <a:pt x="10" y="47"/>
                    </a:cubicBezTo>
                    <a:cubicBezTo>
                      <a:pt x="10" y="46"/>
                      <a:pt x="9" y="46"/>
                      <a:pt x="8" y="46"/>
                    </a:cubicBezTo>
                    <a:cubicBezTo>
                      <a:pt x="8" y="46"/>
                      <a:pt x="7" y="45"/>
                      <a:pt x="7" y="45"/>
                    </a:cubicBezTo>
                    <a:cubicBezTo>
                      <a:pt x="7" y="45"/>
                      <a:pt x="7" y="45"/>
                      <a:pt x="7" y="45"/>
                    </a:cubicBezTo>
                    <a:cubicBezTo>
                      <a:pt x="7" y="45"/>
                      <a:pt x="5" y="44"/>
                      <a:pt x="5" y="44"/>
                    </a:cubicBezTo>
                    <a:cubicBezTo>
                      <a:pt x="4" y="42"/>
                      <a:pt x="3" y="43"/>
                      <a:pt x="2" y="42"/>
                    </a:cubicBezTo>
                    <a:cubicBezTo>
                      <a:pt x="2" y="40"/>
                      <a:pt x="1" y="41"/>
                      <a:pt x="1" y="40"/>
                    </a:cubicBezTo>
                    <a:cubicBezTo>
                      <a:pt x="1" y="38"/>
                      <a:pt x="0" y="37"/>
                      <a:pt x="0" y="36"/>
                    </a:cubicBezTo>
                    <a:cubicBezTo>
                      <a:pt x="0" y="31"/>
                      <a:pt x="1" y="28"/>
                      <a:pt x="3" y="26"/>
                    </a:cubicBezTo>
                    <a:cubicBezTo>
                      <a:pt x="5" y="24"/>
                      <a:pt x="6" y="23"/>
                      <a:pt x="10" y="23"/>
                    </a:cubicBezTo>
                    <a:cubicBezTo>
                      <a:pt x="11" y="23"/>
                      <a:pt x="13" y="23"/>
                      <a:pt x="14" y="23"/>
                    </a:cubicBezTo>
                    <a:cubicBezTo>
                      <a:pt x="15" y="23"/>
                      <a:pt x="15" y="23"/>
                      <a:pt x="16" y="23"/>
                    </a:cubicBezTo>
                    <a:cubicBezTo>
                      <a:pt x="18" y="24"/>
                      <a:pt x="19" y="24"/>
                      <a:pt x="20" y="24"/>
                    </a:cubicBezTo>
                    <a:cubicBezTo>
                      <a:pt x="20" y="24"/>
                      <a:pt x="21" y="24"/>
                      <a:pt x="22" y="23"/>
                    </a:cubicBezTo>
                    <a:cubicBezTo>
                      <a:pt x="23" y="22"/>
                      <a:pt x="25" y="22"/>
                      <a:pt x="26" y="22"/>
                    </a:cubicBezTo>
                    <a:cubicBezTo>
                      <a:pt x="27" y="21"/>
                      <a:pt x="28" y="20"/>
                      <a:pt x="30" y="20"/>
                    </a:cubicBezTo>
                    <a:cubicBezTo>
                      <a:pt x="31" y="18"/>
                      <a:pt x="34" y="18"/>
                      <a:pt x="36" y="16"/>
                    </a:cubicBezTo>
                    <a:cubicBezTo>
                      <a:pt x="36" y="16"/>
                      <a:pt x="36" y="16"/>
                      <a:pt x="37" y="16"/>
                    </a:cubicBezTo>
                    <a:cubicBezTo>
                      <a:pt x="37" y="16"/>
                      <a:pt x="37" y="16"/>
                      <a:pt x="37" y="15"/>
                    </a:cubicBezTo>
                    <a:cubicBezTo>
                      <a:pt x="41" y="13"/>
                      <a:pt x="45" y="11"/>
                      <a:pt x="49" y="9"/>
                    </a:cubicBezTo>
                    <a:cubicBezTo>
                      <a:pt x="50" y="8"/>
                      <a:pt x="52" y="7"/>
                      <a:pt x="53" y="6"/>
                    </a:cubicBezTo>
                    <a:cubicBezTo>
                      <a:pt x="54" y="6"/>
                      <a:pt x="54" y="6"/>
                      <a:pt x="55" y="6"/>
                    </a:cubicBezTo>
                    <a:cubicBezTo>
                      <a:pt x="56" y="6"/>
                      <a:pt x="56" y="5"/>
                      <a:pt x="57" y="5"/>
                    </a:cubicBezTo>
                    <a:cubicBezTo>
                      <a:pt x="58" y="4"/>
                      <a:pt x="58" y="4"/>
                      <a:pt x="60" y="4"/>
                    </a:cubicBezTo>
                    <a:cubicBezTo>
                      <a:pt x="60" y="3"/>
                      <a:pt x="61" y="3"/>
                      <a:pt x="61" y="3"/>
                    </a:cubicBezTo>
                    <a:cubicBezTo>
                      <a:pt x="62" y="3"/>
                      <a:pt x="62" y="2"/>
                      <a:pt x="62" y="2"/>
                    </a:cubicBezTo>
                    <a:cubicBezTo>
                      <a:pt x="63" y="2"/>
                      <a:pt x="63" y="2"/>
                      <a:pt x="64" y="2"/>
                    </a:cubicBezTo>
                    <a:cubicBezTo>
                      <a:pt x="64" y="2"/>
                      <a:pt x="64" y="1"/>
                      <a:pt x="64" y="1"/>
                    </a:cubicBezTo>
                    <a:cubicBezTo>
                      <a:pt x="65" y="1"/>
                      <a:pt x="65" y="1"/>
                      <a:pt x="65" y="1"/>
                    </a:cubicBezTo>
                    <a:cubicBezTo>
                      <a:pt x="65" y="1"/>
                      <a:pt x="65" y="1"/>
                      <a:pt x="66" y="1"/>
                    </a:cubicBezTo>
                    <a:cubicBezTo>
                      <a:pt x="66" y="1"/>
                      <a:pt x="66" y="1"/>
                      <a:pt x="67" y="1"/>
                    </a:cubicBezTo>
                    <a:cubicBezTo>
                      <a:pt x="67" y="1"/>
                      <a:pt x="67" y="1"/>
                      <a:pt x="68" y="1"/>
                    </a:cubicBezTo>
                    <a:cubicBezTo>
                      <a:pt x="68" y="0"/>
                      <a:pt x="68" y="1"/>
                      <a:pt x="69" y="1"/>
                    </a:cubicBezTo>
                    <a:cubicBezTo>
                      <a:pt x="69" y="1"/>
                      <a:pt x="71" y="0"/>
                      <a:pt x="73" y="0"/>
                    </a:cubicBezTo>
                    <a:cubicBezTo>
                      <a:pt x="74" y="0"/>
                      <a:pt x="76" y="1"/>
                      <a:pt x="7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8" name="Freeform 8"/>
              <p:cNvSpPr/>
              <p:nvPr/>
            </p:nvSpPr>
            <p:spPr bwMode="auto">
              <a:xfrm>
                <a:off x="5497513" y="3151188"/>
                <a:ext cx="241300" cy="433388"/>
              </a:xfrm>
              <a:custGeom>
                <a:avLst/>
                <a:gdLst>
                  <a:gd name="T0" fmla="*/ 20 w 64"/>
                  <a:gd name="T1" fmla="*/ 44 h 115"/>
                  <a:gd name="T2" fmla="*/ 20 w 64"/>
                  <a:gd name="T3" fmla="*/ 35 h 115"/>
                  <a:gd name="T4" fmla="*/ 22 w 64"/>
                  <a:gd name="T5" fmla="*/ 32 h 115"/>
                  <a:gd name="T6" fmla="*/ 22 w 64"/>
                  <a:gd name="T7" fmla="*/ 25 h 115"/>
                  <a:gd name="T8" fmla="*/ 15 w 64"/>
                  <a:gd name="T9" fmla="*/ 24 h 115"/>
                  <a:gd name="T10" fmla="*/ 9 w 64"/>
                  <a:gd name="T11" fmla="*/ 23 h 115"/>
                  <a:gd name="T12" fmla="*/ 2 w 64"/>
                  <a:gd name="T13" fmla="*/ 18 h 115"/>
                  <a:gd name="T14" fmla="*/ 0 w 64"/>
                  <a:gd name="T15" fmla="*/ 12 h 115"/>
                  <a:gd name="T16" fmla="*/ 1 w 64"/>
                  <a:gd name="T17" fmla="*/ 10 h 115"/>
                  <a:gd name="T18" fmla="*/ 10 w 64"/>
                  <a:gd name="T19" fmla="*/ 8 h 115"/>
                  <a:gd name="T20" fmla="*/ 14 w 64"/>
                  <a:gd name="T21" fmla="*/ 7 h 115"/>
                  <a:gd name="T22" fmla="*/ 20 w 64"/>
                  <a:gd name="T23" fmla="*/ 3 h 115"/>
                  <a:gd name="T24" fmla="*/ 27 w 64"/>
                  <a:gd name="T25" fmla="*/ 0 h 115"/>
                  <a:gd name="T26" fmla="*/ 35 w 64"/>
                  <a:gd name="T27" fmla="*/ 0 h 115"/>
                  <a:gd name="T28" fmla="*/ 42 w 64"/>
                  <a:gd name="T29" fmla="*/ 6 h 115"/>
                  <a:gd name="T30" fmla="*/ 46 w 64"/>
                  <a:gd name="T31" fmla="*/ 12 h 115"/>
                  <a:gd name="T32" fmla="*/ 46 w 64"/>
                  <a:gd name="T33" fmla="*/ 17 h 115"/>
                  <a:gd name="T34" fmla="*/ 45 w 64"/>
                  <a:gd name="T35" fmla="*/ 25 h 115"/>
                  <a:gd name="T36" fmla="*/ 41 w 64"/>
                  <a:gd name="T37" fmla="*/ 39 h 115"/>
                  <a:gd name="T38" fmla="*/ 40 w 64"/>
                  <a:gd name="T39" fmla="*/ 42 h 115"/>
                  <a:gd name="T40" fmla="*/ 41 w 64"/>
                  <a:gd name="T41" fmla="*/ 49 h 115"/>
                  <a:gd name="T42" fmla="*/ 50 w 64"/>
                  <a:gd name="T43" fmla="*/ 48 h 115"/>
                  <a:gd name="T44" fmla="*/ 55 w 64"/>
                  <a:gd name="T45" fmla="*/ 48 h 115"/>
                  <a:gd name="T46" fmla="*/ 62 w 64"/>
                  <a:gd name="T47" fmla="*/ 55 h 115"/>
                  <a:gd name="T48" fmla="*/ 64 w 64"/>
                  <a:gd name="T49" fmla="*/ 58 h 115"/>
                  <a:gd name="T50" fmla="*/ 63 w 64"/>
                  <a:gd name="T51" fmla="*/ 62 h 115"/>
                  <a:gd name="T52" fmla="*/ 61 w 64"/>
                  <a:gd name="T53" fmla="*/ 70 h 115"/>
                  <a:gd name="T54" fmla="*/ 62 w 64"/>
                  <a:gd name="T55" fmla="*/ 75 h 115"/>
                  <a:gd name="T56" fmla="*/ 60 w 64"/>
                  <a:gd name="T57" fmla="*/ 82 h 115"/>
                  <a:gd name="T58" fmla="*/ 56 w 64"/>
                  <a:gd name="T59" fmla="*/ 84 h 115"/>
                  <a:gd name="T60" fmla="*/ 50 w 64"/>
                  <a:gd name="T61" fmla="*/ 97 h 115"/>
                  <a:gd name="T62" fmla="*/ 49 w 64"/>
                  <a:gd name="T63" fmla="*/ 100 h 115"/>
                  <a:gd name="T64" fmla="*/ 47 w 64"/>
                  <a:gd name="T65" fmla="*/ 104 h 115"/>
                  <a:gd name="T66" fmla="*/ 43 w 64"/>
                  <a:gd name="T67" fmla="*/ 110 h 115"/>
                  <a:gd name="T68" fmla="*/ 38 w 64"/>
                  <a:gd name="T69" fmla="*/ 114 h 115"/>
                  <a:gd name="T70" fmla="*/ 31 w 64"/>
                  <a:gd name="T71" fmla="*/ 115 h 115"/>
                  <a:gd name="T72" fmla="*/ 26 w 64"/>
                  <a:gd name="T73" fmla="*/ 113 h 115"/>
                  <a:gd name="T74" fmla="*/ 20 w 64"/>
                  <a:gd name="T75" fmla="*/ 111 h 115"/>
                  <a:gd name="T76" fmla="*/ 17 w 64"/>
                  <a:gd name="T77" fmla="*/ 110 h 115"/>
                  <a:gd name="T78" fmla="*/ 15 w 64"/>
                  <a:gd name="T79" fmla="*/ 110 h 115"/>
                  <a:gd name="T80" fmla="*/ 7 w 64"/>
                  <a:gd name="T81" fmla="*/ 109 h 115"/>
                  <a:gd name="T82" fmla="*/ 5 w 64"/>
                  <a:gd name="T83" fmla="*/ 102 h 115"/>
                  <a:gd name="T84" fmla="*/ 8 w 64"/>
                  <a:gd name="T85" fmla="*/ 96 h 115"/>
                  <a:gd name="T86" fmla="*/ 15 w 64"/>
                  <a:gd name="T87" fmla="*/ 92 h 115"/>
                  <a:gd name="T88" fmla="*/ 21 w 64"/>
                  <a:gd name="T89" fmla="*/ 88 h 115"/>
                  <a:gd name="T90" fmla="*/ 24 w 64"/>
                  <a:gd name="T91" fmla="*/ 86 h 115"/>
                  <a:gd name="T92" fmla="*/ 24 w 64"/>
                  <a:gd name="T93" fmla="*/ 84 h 115"/>
                  <a:gd name="T94" fmla="*/ 20 w 64"/>
                  <a:gd name="T95" fmla="*/ 82 h 115"/>
                  <a:gd name="T96" fmla="*/ 18 w 64"/>
                  <a:gd name="T97" fmla="*/ 79 h 115"/>
                  <a:gd name="T98" fmla="*/ 13 w 64"/>
                  <a:gd name="T99" fmla="*/ 76 h 115"/>
                  <a:gd name="T100" fmla="*/ 9 w 64"/>
                  <a:gd name="T101" fmla="*/ 76 h 115"/>
                  <a:gd name="T102" fmla="*/ 6 w 64"/>
                  <a:gd name="T103" fmla="*/ 72 h 115"/>
                  <a:gd name="T104" fmla="*/ 6 w 64"/>
                  <a:gd name="T105" fmla="*/ 68 h 115"/>
                  <a:gd name="T106" fmla="*/ 9 w 64"/>
                  <a:gd name="T107" fmla="*/ 62 h 115"/>
                  <a:gd name="T108" fmla="*/ 10 w 64"/>
                  <a:gd name="T109" fmla="*/ 60 h 115"/>
                  <a:gd name="T110" fmla="*/ 14 w 64"/>
                  <a:gd name="T111" fmla="*/ 57 h 115"/>
                  <a:gd name="T112" fmla="*/ 21 w 64"/>
                  <a:gd name="T113" fmla="*/ 56 h 115"/>
                  <a:gd name="T114" fmla="*/ 21 w 64"/>
                  <a:gd name="T115" fmla="*/ 52 h 115"/>
                  <a:gd name="T116" fmla="*/ 20 w 64"/>
                  <a:gd name="T117" fmla="*/ 4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4" h="115">
                    <a:moveTo>
                      <a:pt x="20" y="45"/>
                    </a:moveTo>
                    <a:cubicBezTo>
                      <a:pt x="20" y="45"/>
                      <a:pt x="20" y="44"/>
                      <a:pt x="20" y="44"/>
                    </a:cubicBezTo>
                    <a:cubicBezTo>
                      <a:pt x="20" y="41"/>
                      <a:pt x="20" y="41"/>
                      <a:pt x="20" y="38"/>
                    </a:cubicBezTo>
                    <a:cubicBezTo>
                      <a:pt x="20" y="37"/>
                      <a:pt x="20" y="36"/>
                      <a:pt x="20" y="35"/>
                    </a:cubicBezTo>
                    <a:cubicBezTo>
                      <a:pt x="21" y="35"/>
                      <a:pt x="21" y="34"/>
                      <a:pt x="21" y="33"/>
                    </a:cubicBezTo>
                    <a:cubicBezTo>
                      <a:pt x="21" y="33"/>
                      <a:pt x="21" y="32"/>
                      <a:pt x="22" y="32"/>
                    </a:cubicBezTo>
                    <a:cubicBezTo>
                      <a:pt x="22" y="30"/>
                      <a:pt x="23" y="29"/>
                      <a:pt x="23" y="28"/>
                    </a:cubicBezTo>
                    <a:cubicBezTo>
                      <a:pt x="23" y="27"/>
                      <a:pt x="23" y="25"/>
                      <a:pt x="22" y="25"/>
                    </a:cubicBezTo>
                    <a:cubicBezTo>
                      <a:pt x="21" y="24"/>
                      <a:pt x="20" y="24"/>
                      <a:pt x="19" y="24"/>
                    </a:cubicBezTo>
                    <a:cubicBezTo>
                      <a:pt x="19" y="23"/>
                      <a:pt x="16" y="24"/>
                      <a:pt x="15" y="24"/>
                    </a:cubicBezTo>
                    <a:cubicBezTo>
                      <a:pt x="15" y="24"/>
                      <a:pt x="13" y="24"/>
                      <a:pt x="13" y="24"/>
                    </a:cubicBezTo>
                    <a:cubicBezTo>
                      <a:pt x="11" y="24"/>
                      <a:pt x="10" y="23"/>
                      <a:pt x="9" y="23"/>
                    </a:cubicBezTo>
                    <a:cubicBezTo>
                      <a:pt x="8" y="23"/>
                      <a:pt x="4" y="20"/>
                      <a:pt x="4" y="20"/>
                    </a:cubicBezTo>
                    <a:cubicBezTo>
                      <a:pt x="3" y="19"/>
                      <a:pt x="3" y="18"/>
                      <a:pt x="2" y="18"/>
                    </a:cubicBezTo>
                    <a:cubicBezTo>
                      <a:pt x="2" y="17"/>
                      <a:pt x="1" y="17"/>
                      <a:pt x="1" y="16"/>
                    </a:cubicBezTo>
                    <a:cubicBezTo>
                      <a:pt x="1" y="15"/>
                      <a:pt x="0" y="13"/>
                      <a:pt x="0" y="12"/>
                    </a:cubicBezTo>
                    <a:cubicBezTo>
                      <a:pt x="0" y="12"/>
                      <a:pt x="0" y="11"/>
                      <a:pt x="0" y="11"/>
                    </a:cubicBezTo>
                    <a:cubicBezTo>
                      <a:pt x="0" y="10"/>
                      <a:pt x="0" y="10"/>
                      <a:pt x="1" y="10"/>
                    </a:cubicBezTo>
                    <a:cubicBezTo>
                      <a:pt x="1" y="9"/>
                      <a:pt x="1" y="9"/>
                      <a:pt x="1" y="9"/>
                    </a:cubicBezTo>
                    <a:cubicBezTo>
                      <a:pt x="5" y="9"/>
                      <a:pt x="7" y="8"/>
                      <a:pt x="10" y="8"/>
                    </a:cubicBezTo>
                    <a:cubicBezTo>
                      <a:pt x="11" y="7"/>
                      <a:pt x="13" y="7"/>
                      <a:pt x="13" y="7"/>
                    </a:cubicBezTo>
                    <a:cubicBezTo>
                      <a:pt x="14" y="7"/>
                      <a:pt x="14" y="7"/>
                      <a:pt x="14" y="7"/>
                    </a:cubicBezTo>
                    <a:cubicBezTo>
                      <a:pt x="15" y="6"/>
                      <a:pt x="15" y="6"/>
                      <a:pt x="16" y="6"/>
                    </a:cubicBezTo>
                    <a:cubicBezTo>
                      <a:pt x="17" y="4"/>
                      <a:pt x="18" y="4"/>
                      <a:pt x="20" y="3"/>
                    </a:cubicBezTo>
                    <a:cubicBezTo>
                      <a:pt x="21" y="3"/>
                      <a:pt x="22" y="2"/>
                      <a:pt x="23" y="2"/>
                    </a:cubicBezTo>
                    <a:cubicBezTo>
                      <a:pt x="24" y="1"/>
                      <a:pt x="26" y="0"/>
                      <a:pt x="27" y="0"/>
                    </a:cubicBezTo>
                    <a:cubicBezTo>
                      <a:pt x="29" y="0"/>
                      <a:pt x="30" y="0"/>
                      <a:pt x="33" y="0"/>
                    </a:cubicBezTo>
                    <a:cubicBezTo>
                      <a:pt x="33" y="0"/>
                      <a:pt x="35" y="0"/>
                      <a:pt x="35" y="0"/>
                    </a:cubicBezTo>
                    <a:cubicBezTo>
                      <a:pt x="36" y="1"/>
                      <a:pt x="38" y="2"/>
                      <a:pt x="39" y="2"/>
                    </a:cubicBezTo>
                    <a:cubicBezTo>
                      <a:pt x="40" y="3"/>
                      <a:pt x="41" y="6"/>
                      <a:pt x="42" y="6"/>
                    </a:cubicBezTo>
                    <a:cubicBezTo>
                      <a:pt x="43" y="7"/>
                      <a:pt x="44" y="9"/>
                      <a:pt x="45" y="9"/>
                    </a:cubicBezTo>
                    <a:cubicBezTo>
                      <a:pt x="45" y="10"/>
                      <a:pt x="45" y="11"/>
                      <a:pt x="46" y="12"/>
                    </a:cubicBezTo>
                    <a:cubicBezTo>
                      <a:pt x="46" y="12"/>
                      <a:pt x="46" y="13"/>
                      <a:pt x="46" y="14"/>
                    </a:cubicBezTo>
                    <a:cubicBezTo>
                      <a:pt x="46" y="15"/>
                      <a:pt x="46" y="16"/>
                      <a:pt x="46" y="17"/>
                    </a:cubicBezTo>
                    <a:cubicBezTo>
                      <a:pt x="46" y="18"/>
                      <a:pt x="46" y="19"/>
                      <a:pt x="46" y="21"/>
                    </a:cubicBezTo>
                    <a:cubicBezTo>
                      <a:pt x="46" y="22"/>
                      <a:pt x="45" y="24"/>
                      <a:pt x="45" y="25"/>
                    </a:cubicBezTo>
                    <a:cubicBezTo>
                      <a:pt x="44" y="28"/>
                      <a:pt x="43" y="32"/>
                      <a:pt x="42" y="34"/>
                    </a:cubicBezTo>
                    <a:cubicBezTo>
                      <a:pt x="41" y="35"/>
                      <a:pt x="41" y="37"/>
                      <a:pt x="41" y="39"/>
                    </a:cubicBezTo>
                    <a:cubicBezTo>
                      <a:pt x="40" y="39"/>
                      <a:pt x="40" y="40"/>
                      <a:pt x="40" y="40"/>
                    </a:cubicBezTo>
                    <a:cubicBezTo>
                      <a:pt x="40" y="42"/>
                      <a:pt x="40" y="40"/>
                      <a:pt x="40" y="42"/>
                    </a:cubicBezTo>
                    <a:cubicBezTo>
                      <a:pt x="40" y="44"/>
                      <a:pt x="40" y="43"/>
                      <a:pt x="40" y="45"/>
                    </a:cubicBezTo>
                    <a:cubicBezTo>
                      <a:pt x="41" y="46"/>
                      <a:pt x="40" y="47"/>
                      <a:pt x="41" y="49"/>
                    </a:cubicBezTo>
                    <a:cubicBezTo>
                      <a:pt x="41" y="49"/>
                      <a:pt x="41" y="51"/>
                      <a:pt x="41" y="50"/>
                    </a:cubicBezTo>
                    <a:cubicBezTo>
                      <a:pt x="43" y="50"/>
                      <a:pt x="48" y="48"/>
                      <a:pt x="50" y="48"/>
                    </a:cubicBezTo>
                    <a:cubicBezTo>
                      <a:pt x="50" y="48"/>
                      <a:pt x="50" y="48"/>
                      <a:pt x="50" y="48"/>
                    </a:cubicBezTo>
                    <a:cubicBezTo>
                      <a:pt x="52" y="48"/>
                      <a:pt x="53" y="48"/>
                      <a:pt x="55" y="48"/>
                    </a:cubicBezTo>
                    <a:cubicBezTo>
                      <a:pt x="57" y="48"/>
                      <a:pt x="57" y="49"/>
                      <a:pt x="60" y="51"/>
                    </a:cubicBezTo>
                    <a:cubicBezTo>
                      <a:pt x="61" y="52"/>
                      <a:pt x="62" y="54"/>
                      <a:pt x="62" y="55"/>
                    </a:cubicBezTo>
                    <a:cubicBezTo>
                      <a:pt x="62" y="55"/>
                      <a:pt x="62" y="55"/>
                      <a:pt x="63" y="55"/>
                    </a:cubicBezTo>
                    <a:cubicBezTo>
                      <a:pt x="63" y="56"/>
                      <a:pt x="63" y="57"/>
                      <a:pt x="64" y="58"/>
                    </a:cubicBezTo>
                    <a:cubicBezTo>
                      <a:pt x="64" y="59"/>
                      <a:pt x="64" y="59"/>
                      <a:pt x="64" y="60"/>
                    </a:cubicBezTo>
                    <a:cubicBezTo>
                      <a:pt x="64" y="61"/>
                      <a:pt x="63" y="61"/>
                      <a:pt x="63" y="62"/>
                    </a:cubicBezTo>
                    <a:cubicBezTo>
                      <a:pt x="62" y="64"/>
                      <a:pt x="63" y="64"/>
                      <a:pt x="62" y="66"/>
                    </a:cubicBezTo>
                    <a:cubicBezTo>
                      <a:pt x="61" y="66"/>
                      <a:pt x="61" y="70"/>
                      <a:pt x="61" y="70"/>
                    </a:cubicBezTo>
                    <a:cubicBezTo>
                      <a:pt x="61" y="70"/>
                      <a:pt x="61" y="70"/>
                      <a:pt x="61" y="71"/>
                    </a:cubicBezTo>
                    <a:cubicBezTo>
                      <a:pt x="61" y="72"/>
                      <a:pt x="62" y="73"/>
                      <a:pt x="62" y="75"/>
                    </a:cubicBezTo>
                    <a:cubicBezTo>
                      <a:pt x="63" y="77"/>
                      <a:pt x="62" y="79"/>
                      <a:pt x="61" y="80"/>
                    </a:cubicBezTo>
                    <a:cubicBezTo>
                      <a:pt x="60" y="81"/>
                      <a:pt x="60" y="81"/>
                      <a:pt x="60" y="82"/>
                    </a:cubicBezTo>
                    <a:cubicBezTo>
                      <a:pt x="58" y="82"/>
                      <a:pt x="58" y="83"/>
                      <a:pt x="58" y="83"/>
                    </a:cubicBezTo>
                    <a:cubicBezTo>
                      <a:pt x="57" y="83"/>
                      <a:pt x="56" y="83"/>
                      <a:pt x="56" y="84"/>
                    </a:cubicBezTo>
                    <a:cubicBezTo>
                      <a:pt x="54" y="84"/>
                      <a:pt x="51" y="84"/>
                      <a:pt x="50" y="85"/>
                    </a:cubicBezTo>
                    <a:cubicBezTo>
                      <a:pt x="50" y="89"/>
                      <a:pt x="50" y="93"/>
                      <a:pt x="50" y="97"/>
                    </a:cubicBezTo>
                    <a:cubicBezTo>
                      <a:pt x="50" y="97"/>
                      <a:pt x="49" y="98"/>
                      <a:pt x="49" y="99"/>
                    </a:cubicBezTo>
                    <a:cubicBezTo>
                      <a:pt x="49" y="99"/>
                      <a:pt x="49" y="100"/>
                      <a:pt x="49" y="100"/>
                    </a:cubicBezTo>
                    <a:cubicBezTo>
                      <a:pt x="49" y="101"/>
                      <a:pt x="48" y="102"/>
                      <a:pt x="48" y="102"/>
                    </a:cubicBezTo>
                    <a:cubicBezTo>
                      <a:pt x="48" y="103"/>
                      <a:pt x="48" y="103"/>
                      <a:pt x="47" y="104"/>
                    </a:cubicBezTo>
                    <a:cubicBezTo>
                      <a:pt x="47" y="105"/>
                      <a:pt x="46" y="107"/>
                      <a:pt x="45" y="108"/>
                    </a:cubicBezTo>
                    <a:cubicBezTo>
                      <a:pt x="44" y="109"/>
                      <a:pt x="44" y="109"/>
                      <a:pt x="43" y="110"/>
                    </a:cubicBezTo>
                    <a:cubicBezTo>
                      <a:pt x="42" y="111"/>
                      <a:pt x="41" y="111"/>
                      <a:pt x="41" y="112"/>
                    </a:cubicBezTo>
                    <a:cubicBezTo>
                      <a:pt x="40" y="113"/>
                      <a:pt x="39" y="113"/>
                      <a:pt x="38" y="114"/>
                    </a:cubicBezTo>
                    <a:cubicBezTo>
                      <a:pt x="37" y="114"/>
                      <a:pt x="35" y="114"/>
                      <a:pt x="34" y="115"/>
                    </a:cubicBezTo>
                    <a:cubicBezTo>
                      <a:pt x="33" y="115"/>
                      <a:pt x="32" y="115"/>
                      <a:pt x="31" y="115"/>
                    </a:cubicBezTo>
                    <a:cubicBezTo>
                      <a:pt x="30" y="114"/>
                      <a:pt x="29" y="114"/>
                      <a:pt x="28" y="114"/>
                    </a:cubicBezTo>
                    <a:cubicBezTo>
                      <a:pt x="27" y="114"/>
                      <a:pt x="26" y="113"/>
                      <a:pt x="26" y="113"/>
                    </a:cubicBezTo>
                    <a:cubicBezTo>
                      <a:pt x="25" y="112"/>
                      <a:pt x="25" y="112"/>
                      <a:pt x="24" y="112"/>
                    </a:cubicBezTo>
                    <a:cubicBezTo>
                      <a:pt x="23" y="111"/>
                      <a:pt x="22" y="111"/>
                      <a:pt x="20" y="111"/>
                    </a:cubicBezTo>
                    <a:cubicBezTo>
                      <a:pt x="20" y="111"/>
                      <a:pt x="20" y="110"/>
                      <a:pt x="19" y="110"/>
                    </a:cubicBezTo>
                    <a:cubicBezTo>
                      <a:pt x="18" y="110"/>
                      <a:pt x="18" y="110"/>
                      <a:pt x="17" y="110"/>
                    </a:cubicBezTo>
                    <a:cubicBezTo>
                      <a:pt x="16" y="110"/>
                      <a:pt x="15" y="110"/>
                      <a:pt x="15" y="110"/>
                    </a:cubicBezTo>
                    <a:cubicBezTo>
                      <a:pt x="15" y="110"/>
                      <a:pt x="15" y="110"/>
                      <a:pt x="15" y="110"/>
                    </a:cubicBezTo>
                    <a:cubicBezTo>
                      <a:pt x="13" y="110"/>
                      <a:pt x="11" y="110"/>
                      <a:pt x="10" y="110"/>
                    </a:cubicBezTo>
                    <a:cubicBezTo>
                      <a:pt x="9" y="110"/>
                      <a:pt x="8" y="109"/>
                      <a:pt x="7" y="109"/>
                    </a:cubicBezTo>
                    <a:cubicBezTo>
                      <a:pt x="7" y="109"/>
                      <a:pt x="6" y="108"/>
                      <a:pt x="6" y="108"/>
                    </a:cubicBezTo>
                    <a:cubicBezTo>
                      <a:pt x="4" y="105"/>
                      <a:pt x="5" y="104"/>
                      <a:pt x="5" y="102"/>
                    </a:cubicBezTo>
                    <a:cubicBezTo>
                      <a:pt x="5" y="101"/>
                      <a:pt x="5" y="100"/>
                      <a:pt x="6" y="100"/>
                    </a:cubicBezTo>
                    <a:cubicBezTo>
                      <a:pt x="6" y="98"/>
                      <a:pt x="7" y="97"/>
                      <a:pt x="8" y="96"/>
                    </a:cubicBezTo>
                    <a:cubicBezTo>
                      <a:pt x="9" y="94"/>
                      <a:pt x="11" y="94"/>
                      <a:pt x="12" y="93"/>
                    </a:cubicBezTo>
                    <a:cubicBezTo>
                      <a:pt x="14" y="92"/>
                      <a:pt x="13" y="92"/>
                      <a:pt x="15" y="92"/>
                    </a:cubicBezTo>
                    <a:cubicBezTo>
                      <a:pt x="16" y="91"/>
                      <a:pt x="18" y="90"/>
                      <a:pt x="19" y="89"/>
                    </a:cubicBezTo>
                    <a:cubicBezTo>
                      <a:pt x="20" y="89"/>
                      <a:pt x="20" y="88"/>
                      <a:pt x="21" y="88"/>
                    </a:cubicBezTo>
                    <a:cubicBezTo>
                      <a:pt x="21" y="87"/>
                      <a:pt x="22" y="87"/>
                      <a:pt x="22" y="87"/>
                    </a:cubicBezTo>
                    <a:cubicBezTo>
                      <a:pt x="23" y="86"/>
                      <a:pt x="23" y="86"/>
                      <a:pt x="24" y="86"/>
                    </a:cubicBezTo>
                    <a:cubicBezTo>
                      <a:pt x="24" y="86"/>
                      <a:pt x="24" y="86"/>
                      <a:pt x="24" y="86"/>
                    </a:cubicBezTo>
                    <a:cubicBezTo>
                      <a:pt x="24" y="85"/>
                      <a:pt x="24" y="85"/>
                      <a:pt x="24" y="84"/>
                    </a:cubicBezTo>
                    <a:cubicBezTo>
                      <a:pt x="24" y="84"/>
                      <a:pt x="24" y="84"/>
                      <a:pt x="24" y="83"/>
                    </a:cubicBezTo>
                    <a:cubicBezTo>
                      <a:pt x="22" y="83"/>
                      <a:pt x="21" y="82"/>
                      <a:pt x="20" y="82"/>
                    </a:cubicBezTo>
                    <a:cubicBezTo>
                      <a:pt x="20" y="81"/>
                      <a:pt x="19" y="81"/>
                      <a:pt x="18" y="81"/>
                    </a:cubicBezTo>
                    <a:cubicBezTo>
                      <a:pt x="18" y="81"/>
                      <a:pt x="18" y="79"/>
                      <a:pt x="18" y="79"/>
                    </a:cubicBezTo>
                    <a:cubicBezTo>
                      <a:pt x="16" y="79"/>
                      <a:pt x="16" y="77"/>
                      <a:pt x="15" y="77"/>
                    </a:cubicBezTo>
                    <a:cubicBezTo>
                      <a:pt x="14" y="77"/>
                      <a:pt x="14" y="77"/>
                      <a:pt x="13" y="76"/>
                    </a:cubicBezTo>
                    <a:cubicBezTo>
                      <a:pt x="13" y="76"/>
                      <a:pt x="12" y="76"/>
                      <a:pt x="11" y="76"/>
                    </a:cubicBezTo>
                    <a:cubicBezTo>
                      <a:pt x="11" y="76"/>
                      <a:pt x="10" y="76"/>
                      <a:pt x="9" y="76"/>
                    </a:cubicBezTo>
                    <a:cubicBezTo>
                      <a:pt x="7" y="75"/>
                      <a:pt x="8" y="75"/>
                      <a:pt x="7" y="74"/>
                    </a:cubicBezTo>
                    <a:cubicBezTo>
                      <a:pt x="6" y="74"/>
                      <a:pt x="6" y="73"/>
                      <a:pt x="6" y="72"/>
                    </a:cubicBezTo>
                    <a:cubicBezTo>
                      <a:pt x="6" y="71"/>
                      <a:pt x="6" y="70"/>
                      <a:pt x="6" y="69"/>
                    </a:cubicBezTo>
                    <a:cubicBezTo>
                      <a:pt x="6" y="68"/>
                      <a:pt x="6" y="68"/>
                      <a:pt x="6" y="68"/>
                    </a:cubicBezTo>
                    <a:cubicBezTo>
                      <a:pt x="6" y="66"/>
                      <a:pt x="8" y="64"/>
                      <a:pt x="8" y="63"/>
                    </a:cubicBezTo>
                    <a:cubicBezTo>
                      <a:pt x="8" y="63"/>
                      <a:pt x="9" y="62"/>
                      <a:pt x="9" y="62"/>
                    </a:cubicBezTo>
                    <a:cubicBezTo>
                      <a:pt x="9" y="62"/>
                      <a:pt x="9" y="62"/>
                      <a:pt x="9" y="62"/>
                    </a:cubicBezTo>
                    <a:cubicBezTo>
                      <a:pt x="9" y="61"/>
                      <a:pt x="10" y="61"/>
                      <a:pt x="10" y="60"/>
                    </a:cubicBezTo>
                    <a:cubicBezTo>
                      <a:pt x="11" y="59"/>
                      <a:pt x="11" y="58"/>
                      <a:pt x="12" y="58"/>
                    </a:cubicBezTo>
                    <a:cubicBezTo>
                      <a:pt x="13" y="57"/>
                      <a:pt x="13" y="57"/>
                      <a:pt x="14" y="57"/>
                    </a:cubicBezTo>
                    <a:cubicBezTo>
                      <a:pt x="16" y="57"/>
                      <a:pt x="17" y="57"/>
                      <a:pt x="18" y="57"/>
                    </a:cubicBezTo>
                    <a:cubicBezTo>
                      <a:pt x="19" y="56"/>
                      <a:pt x="20" y="56"/>
                      <a:pt x="21" y="56"/>
                    </a:cubicBezTo>
                    <a:cubicBezTo>
                      <a:pt x="21" y="55"/>
                      <a:pt x="20" y="54"/>
                      <a:pt x="21" y="54"/>
                    </a:cubicBezTo>
                    <a:cubicBezTo>
                      <a:pt x="21" y="53"/>
                      <a:pt x="20" y="53"/>
                      <a:pt x="21" y="52"/>
                    </a:cubicBezTo>
                    <a:cubicBezTo>
                      <a:pt x="20" y="51"/>
                      <a:pt x="20" y="51"/>
                      <a:pt x="20" y="50"/>
                    </a:cubicBezTo>
                    <a:cubicBezTo>
                      <a:pt x="20" y="49"/>
                      <a:pt x="20" y="46"/>
                      <a:pt x="20"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9" name="Freeform 9"/>
              <p:cNvSpPr/>
              <p:nvPr/>
            </p:nvSpPr>
            <p:spPr bwMode="auto">
              <a:xfrm>
                <a:off x="5576888" y="2940050"/>
                <a:ext cx="255588" cy="192088"/>
              </a:xfrm>
              <a:custGeom>
                <a:avLst/>
                <a:gdLst>
                  <a:gd name="T0" fmla="*/ 11 w 68"/>
                  <a:gd name="T1" fmla="*/ 42 h 51"/>
                  <a:gd name="T2" fmla="*/ 16 w 68"/>
                  <a:gd name="T3" fmla="*/ 36 h 51"/>
                  <a:gd name="T4" fmla="*/ 21 w 68"/>
                  <a:gd name="T5" fmla="*/ 30 h 51"/>
                  <a:gd name="T6" fmla="*/ 22 w 68"/>
                  <a:gd name="T7" fmla="*/ 28 h 51"/>
                  <a:gd name="T8" fmla="*/ 23 w 68"/>
                  <a:gd name="T9" fmla="*/ 26 h 51"/>
                  <a:gd name="T10" fmla="*/ 20 w 68"/>
                  <a:gd name="T11" fmla="*/ 26 h 51"/>
                  <a:gd name="T12" fmla="*/ 17 w 68"/>
                  <a:gd name="T13" fmla="*/ 27 h 51"/>
                  <a:gd name="T14" fmla="*/ 15 w 68"/>
                  <a:gd name="T15" fmla="*/ 28 h 51"/>
                  <a:gd name="T16" fmla="*/ 10 w 68"/>
                  <a:gd name="T17" fmla="*/ 30 h 51"/>
                  <a:gd name="T18" fmla="*/ 6 w 68"/>
                  <a:gd name="T19" fmla="*/ 32 h 51"/>
                  <a:gd name="T20" fmla="*/ 2 w 68"/>
                  <a:gd name="T21" fmla="*/ 27 h 51"/>
                  <a:gd name="T22" fmla="*/ 1 w 68"/>
                  <a:gd name="T23" fmla="*/ 22 h 51"/>
                  <a:gd name="T24" fmla="*/ 0 w 68"/>
                  <a:gd name="T25" fmla="*/ 17 h 51"/>
                  <a:gd name="T26" fmla="*/ 4 w 68"/>
                  <a:gd name="T27" fmla="*/ 11 h 51"/>
                  <a:gd name="T28" fmla="*/ 5 w 68"/>
                  <a:gd name="T29" fmla="*/ 10 h 51"/>
                  <a:gd name="T30" fmla="*/ 7 w 68"/>
                  <a:gd name="T31" fmla="*/ 9 h 51"/>
                  <a:gd name="T32" fmla="*/ 15 w 68"/>
                  <a:gd name="T33" fmla="*/ 6 h 51"/>
                  <a:gd name="T34" fmla="*/ 29 w 68"/>
                  <a:gd name="T35" fmla="*/ 2 h 51"/>
                  <a:gd name="T36" fmla="*/ 35 w 68"/>
                  <a:gd name="T37" fmla="*/ 2 h 51"/>
                  <a:gd name="T38" fmla="*/ 44 w 68"/>
                  <a:gd name="T39" fmla="*/ 1 h 51"/>
                  <a:gd name="T40" fmla="*/ 57 w 68"/>
                  <a:gd name="T41" fmla="*/ 1 h 51"/>
                  <a:gd name="T42" fmla="*/ 59 w 68"/>
                  <a:gd name="T43" fmla="*/ 3 h 51"/>
                  <a:gd name="T44" fmla="*/ 60 w 68"/>
                  <a:gd name="T45" fmla="*/ 3 h 51"/>
                  <a:gd name="T46" fmla="*/ 64 w 68"/>
                  <a:gd name="T47" fmla="*/ 4 h 51"/>
                  <a:gd name="T48" fmla="*/ 68 w 68"/>
                  <a:gd name="T49" fmla="*/ 10 h 51"/>
                  <a:gd name="T50" fmla="*/ 68 w 68"/>
                  <a:gd name="T51" fmla="*/ 16 h 51"/>
                  <a:gd name="T52" fmla="*/ 66 w 68"/>
                  <a:gd name="T53" fmla="*/ 20 h 51"/>
                  <a:gd name="T54" fmla="*/ 64 w 68"/>
                  <a:gd name="T55" fmla="*/ 24 h 51"/>
                  <a:gd name="T56" fmla="*/ 61 w 68"/>
                  <a:gd name="T57" fmla="*/ 26 h 51"/>
                  <a:gd name="T58" fmla="*/ 56 w 68"/>
                  <a:gd name="T59" fmla="*/ 26 h 51"/>
                  <a:gd name="T60" fmla="*/ 53 w 68"/>
                  <a:gd name="T61" fmla="*/ 27 h 51"/>
                  <a:gd name="T62" fmla="*/ 46 w 68"/>
                  <a:gd name="T63" fmla="*/ 28 h 51"/>
                  <a:gd name="T64" fmla="*/ 43 w 68"/>
                  <a:gd name="T65" fmla="*/ 31 h 51"/>
                  <a:gd name="T66" fmla="*/ 37 w 68"/>
                  <a:gd name="T67" fmla="*/ 35 h 51"/>
                  <a:gd name="T68" fmla="*/ 31 w 68"/>
                  <a:gd name="T69" fmla="*/ 39 h 51"/>
                  <a:gd name="T70" fmla="*/ 28 w 68"/>
                  <a:gd name="T71" fmla="*/ 43 h 51"/>
                  <a:gd name="T72" fmla="*/ 23 w 68"/>
                  <a:gd name="T73" fmla="*/ 46 h 51"/>
                  <a:gd name="T74" fmla="*/ 21 w 68"/>
                  <a:gd name="T75" fmla="*/ 48 h 51"/>
                  <a:gd name="T76" fmla="*/ 17 w 68"/>
                  <a:gd name="T77" fmla="*/ 50 h 51"/>
                  <a:gd name="T78" fmla="*/ 11 w 68"/>
                  <a:gd name="T79" fmla="*/ 49 h 51"/>
                  <a:gd name="T80" fmla="*/ 10 w 68"/>
                  <a:gd name="T81" fmla="*/ 4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8" h="51">
                    <a:moveTo>
                      <a:pt x="10" y="44"/>
                    </a:moveTo>
                    <a:cubicBezTo>
                      <a:pt x="11" y="43"/>
                      <a:pt x="10" y="43"/>
                      <a:pt x="11" y="42"/>
                    </a:cubicBezTo>
                    <a:cubicBezTo>
                      <a:pt x="13" y="40"/>
                      <a:pt x="13" y="39"/>
                      <a:pt x="13" y="39"/>
                    </a:cubicBezTo>
                    <a:cubicBezTo>
                      <a:pt x="15" y="38"/>
                      <a:pt x="15" y="37"/>
                      <a:pt x="16" y="36"/>
                    </a:cubicBezTo>
                    <a:cubicBezTo>
                      <a:pt x="17" y="35"/>
                      <a:pt x="18" y="34"/>
                      <a:pt x="20" y="32"/>
                    </a:cubicBezTo>
                    <a:cubicBezTo>
                      <a:pt x="20" y="31"/>
                      <a:pt x="21" y="30"/>
                      <a:pt x="21" y="30"/>
                    </a:cubicBezTo>
                    <a:cubicBezTo>
                      <a:pt x="21" y="29"/>
                      <a:pt x="21" y="29"/>
                      <a:pt x="21" y="29"/>
                    </a:cubicBezTo>
                    <a:cubicBezTo>
                      <a:pt x="22" y="29"/>
                      <a:pt x="22" y="28"/>
                      <a:pt x="22" y="28"/>
                    </a:cubicBezTo>
                    <a:cubicBezTo>
                      <a:pt x="22" y="28"/>
                      <a:pt x="22" y="28"/>
                      <a:pt x="22" y="28"/>
                    </a:cubicBezTo>
                    <a:cubicBezTo>
                      <a:pt x="23" y="27"/>
                      <a:pt x="23" y="27"/>
                      <a:pt x="23" y="26"/>
                    </a:cubicBezTo>
                    <a:cubicBezTo>
                      <a:pt x="24" y="25"/>
                      <a:pt x="25" y="25"/>
                      <a:pt x="25" y="25"/>
                    </a:cubicBezTo>
                    <a:cubicBezTo>
                      <a:pt x="24" y="25"/>
                      <a:pt x="21" y="25"/>
                      <a:pt x="20" y="26"/>
                    </a:cubicBezTo>
                    <a:cubicBezTo>
                      <a:pt x="20" y="26"/>
                      <a:pt x="20" y="26"/>
                      <a:pt x="19" y="26"/>
                    </a:cubicBezTo>
                    <a:cubicBezTo>
                      <a:pt x="18" y="27"/>
                      <a:pt x="18" y="27"/>
                      <a:pt x="17" y="27"/>
                    </a:cubicBezTo>
                    <a:cubicBezTo>
                      <a:pt x="16" y="27"/>
                      <a:pt x="16" y="27"/>
                      <a:pt x="16" y="27"/>
                    </a:cubicBezTo>
                    <a:cubicBezTo>
                      <a:pt x="15" y="27"/>
                      <a:pt x="15" y="28"/>
                      <a:pt x="15" y="28"/>
                    </a:cubicBezTo>
                    <a:cubicBezTo>
                      <a:pt x="14" y="28"/>
                      <a:pt x="13" y="29"/>
                      <a:pt x="12" y="29"/>
                    </a:cubicBezTo>
                    <a:cubicBezTo>
                      <a:pt x="12" y="30"/>
                      <a:pt x="10" y="30"/>
                      <a:pt x="10" y="30"/>
                    </a:cubicBezTo>
                    <a:cubicBezTo>
                      <a:pt x="9" y="31"/>
                      <a:pt x="9" y="31"/>
                      <a:pt x="8" y="32"/>
                    </a:cubicBezTo>
                    <a:cubicBezTo>
                      <a:pt x="7" y="32"/>
                      <a:pt x="6" y="32"/>
                      <a:pt x="6" y="32"/>
                    </a:cubicBezTo>
                    <a:cubicBezTo>
                      <a:pt x="4" y="31"/>
                      <a:pt x="5" y="31"/>
                      <a:pt x="4" y="31"/>
                    </a:cubicBezTo>
                    <a:cubicBezTo>
                      <a:pt x="3" y="29"/>
                      <a:pt x="3" y="28"/>
                      <a:pt x="2" y="27"/>
                    </a:cubicBezTo>
                    <a:cubicBezTo>
                      <a:pt x="2" y="27"/>
                      <a:pt x="2" y="26"/>
                      <a:pt x="2" y="25"/>
                    </a:cubicBezTo>
                    <a:cubicBezTo>
                      <a:pt x="1" y="24"/>
                      <a:pt x="1" y="23"/>
                      <a:pt x="1" y="22"/>
                    </a:cubicBezTo>
                    <a:cubicBezTo>
                      <a:pt x="1" y="22"/>
                      <a:pt x="0" y="21"/>
                      <a:pt x="0" y="20"/>
                    </a:cubicBezTo>
                    <a:cubicBezTo>
                      <a:pt x="0" y="19"/>
                      <a:pt x="0" y="18"/>
                      <a:pt x="0" y="17"/>
                    </a:cubicBezTo>
                    <a:cubicBezTo>
                      <a:pt x="1" y="17"/>
                      <a:pt x="1" y="16"/>
                      <a:pt x="1" y="16"/>
                    </a:cubicBezTo>
                    <a:cubicBezTo>
                      <a:pt x="1" y="14"/>
                      <a:pt x="3" y="13"/>
                      <a:pt x="4" y="11"/>
                    </a:cubicBezTo>
                    <a:cubicBezTo>
                      <a:pt x="4" y="11"/>
                      <a:pt x="4" y="11"/>
                      <a:pt x="4" y="11"/>
                    </a:cubicBezTo>
                    <a:cubicBezTo>
                      <a:pt x="4" y="10"/>
                      <a:pt x="5" y="10"/>
                      <a:pt x="5" y="10"/>
                    </a:cubicBezTo>
                    <a:cubicBezTo>
                      <a:pt x="6" y="10"/>
                      <a:pt x="6" y="10"/>
                      <a:pt x="6" y="9"/>
                    </a:cubicBezTo>
                    <a:cubicBezTo>
                      <a:pt x="7" y="9"/>
                      <a:pt x="7" y="10"/>
                      <a:pt x="7" y="9"/>
                    </a:cubicBezTo>
                    <a:cubicBezTo>
                      <a:pt x="9" y="9"/>
                      <a:pt x="11" y="7"/>
                      <a:pt x="14" y="7"/>
                    </a:cubicBezTo>
                    <a:cubicBezTo>
                      <a:pt x="14" y="6"/>
                      <a:pt x="15" y="6"/>
                      <a:pt x="15" y="6"/>
                    </a:cubicBezTo>
                    <a:cubicBezTo>
                      <a:pt x="16" y="6"/>
                      <a:pt x="17" y="5"/>
                      <a:pt x="18" y="5"/>
                    </a:cubicBezTo>
                    <a:cubicBezTo>
                      <a:pt x="21" y="3"/>
                      <a:pt x="25" y="2"/>
                      <a:pt x="29" y="2"/>
                    </a:cubicBezTo>
                    <a:cubicBezTo>
                      <a:pt x="30" y="2"/>
                      <a:pt x="31" y="2"/>
                      <a:pt x="31" y="2"/>
                    </a:cubicBezTo>
                    <a:cubicBezTo>
                      <a:pt x="33" y="2"/>
                      <a:pt x="34" y="2"/>
                      <a:pt x="35" y="2"/>
                    </a:cubicBezTo>
                    <a:cubicBezTo>
                      <a:pt x="36" y="2"/>
                      <a:pt x="36" y="1"/>
                      <a:pt x="37" y="1"/>
                    </a:cubicBezTo>
                    <a:cubicBezTo>
                      <a:pt x="39" y="1"/>
                      <a:pt x="42" y="1"/>
                      <a:pt x="44" y="1"/>
                    </a:cubicBezTo>
                    <a:cubicBezTo>
                      <a:pt x="45" y="0"/>
                      <a:pt x="51" y="0"/>
                      <a:pt x="54" y="0"/>
                    </a:cubicBezTo>
                    <a:cubicBezTo>
                      <a:pt x="55" y="0"/>
                      <a:pt x="56" y="0"/>
                      <a:pt x="57" y="1"/>
                    </a:cubicBezTo>
                    <a:cubicBezTo>
                      <a:pt x="57" y="1"/>
                      <a:pt x="58" y="2"/>
                      <a:pt x="59" y="2"/>
                    </a:cubicBezTo>
                    <a:cubicBezTo>
                      <a:pt x="59" y="3"/>
                      <a:pt x="59" y="3"/>
                      <a:pt x="59" y="3"/>
                    </a:cubicBezTo>
                    <a:cubicBezTo>
                      <a:pt x="59" y="3"/>
                      <a:pt x="59" y="3"/>
                      <a:pt x="59" y="3"/>
                    </a:cubicBezTo>
                    <a:cubicBezTo>
                      <a:pt x="59" y="3"/>
                      <a:pt x="60" y="3"/>
                      <a:pt x="60" y="3"/>
                    </a:cubicBezTo>
                    <a:cubicBezTo>
                      <a:pt x="60" y="3"/>
                      <a:pt x="60" y="3"/>
                      <a:pt x="60" y="3"/>
                    </a:cubicBezTo>
                    <a:cubicBezTo>
                      <a:pt x="61" y="3"/>
                      <a:pt x="62" y="4"/>
                      <a:pt x="64" y="4"/>
                    </a:cubicBezTo>
                    <a:cubicBezTo>
                      <a:pt x="64" y="5"/>
                      <a:pt x="65" y="5"/>
                      <a:pt x="65" y="5"/>
                    </a:cubicBezTo>
                    <a:cubicBezTo>
                      <a:pt x="66" y="7"/>
                      <a:pt x="67" y="9"/>
                      <a:pt x="68" y="10"/>
                    </a:cubicBezTo>
                    <a:cubicBezTo>
                      <a:pt x="68" y="11"/>
                      <a:pt x="68" y="12"/>
                      <a:pt x="68" y="12"/>
                    </a:cubicBezTo>
                    <a:cubicBezTo>
                      <a:pt x="68" y="14"/>
                      <a:pt x="68" y="15"/>
                      <a:pt x="68" y="16"/>
                    </a:cubicBezTo>
                    <a:cubicBezTo>
                      <a:pt x="68" y="17"/>
                      <a:pt x="68" y="17"/>
                      <a:pt x="68" y="18"/>
                    </a:cubicBezTo>
                    <a:cubicBezTo>
                      <a:pt x="68" y="18"/>
                      <a:pt x="67" y="19"/>
                      <a:pt x="66" y="20"/>
                    </a:cubicBezTo>
                    <a:cubicBezTo>
                      <a:pt x="66" y="21"/>
                      <a:pt x="65" y="21"/>
                      <a:pt x="65" y="22"/>
                    </a:cubicBezTo>
                    <a:cubicBezTo>
                      <a:pt x="64" y="23"/>
                      <a:pt x="64" y="23"/>
                      <a:pt x="64" y="24"/>
                    </a:cubicBezTo>
                    <a:cubicBezTo>
                      <a:pt x="63" y="24"/>
                      <a:pt x="63" y="25"/>
                      <a:pt x="63" y="25"/>
                    </a:cubicBezTo>
                    <a:cubicBezTo>
                      <a:pt x="62" y="26"/>
                      <a:pt x="61" y="26"/>
                      <a:pt x="61" y="26"/>
                    </a:cubicBezTo>
                    <a:cubicBezTo>
                      <a:pt x="59" y="26"/>
                      <a:pt x="59" y="26"/>
                      <a:pt x="58" y="26"/>
                    </a:cubicBezTo>
                    <a:cubicBezTo>
                      <a:pt x="57" y="26"/>
                      <a:pt x="57" y="26"/>
                      <a:pt x="56" y="26"/>
                    </a:cubicBezTo>
                    <a:cubicBezTo>
                      <a:pt x="56" y="26"/>
                      <a:pt x="55" y="26"/>
                      <a:pt x="55" y="26"/>
                    </a:cubicBezTo>
                    <a:cubicBezTo>
                      <a:pt x="54" y="26"/>
                      <a:pt x="53" y="26"/>
                      <a:pt x="53" y="27"/>
                    </a:cubicBezTo>
                    <a:cubicBezTo>
                      <a:pt x="52" y="27"/>
                      <a:pt x="51" y="27"/>
                      <a:pt x="49" y="27"/>
                    </a:cubicBezTo>
                    <a:cubicBezTo>
                      <a:pt x="48" y="27"/>
                      <a:pt x="47" y="28"/>
                      <a:pt x="46" y="28"/>
                    </a:cubicBezTo>
                    <a:cubicBezTo>
                      <a:pt x="46" y="29"/>
                      <a:pt x="45" y="29"/>
                      <a:pt x="45" y="29"/>
                    </a:cubicBezTo>
                    <a:cubicBezTo>
                      <a:pt x="44" y="30"/>
                      <a:pt x="44" y="30"/>
                      <a:pt x="43" y="31"/>
                    </a:cubicBezTo>
                    <a:cubicBezTo>
                      <a:pt x="42" y="31"/>
                      <a:pt x="42" y="31"/>
                      <a:pt x="41" y="32"/>
                    </a:cubicBezTo>
                    <a:cubicBezTo>
                      <a:pt x="41" y="33"/>
                      <a:pt x="38" y="34"/>
                      <a:pt x="37" y="35"/>
                    </a:cubicBezTo>
                    <a:cubicBezTo>
                      <a:pt x="36" y="35"/>
                      <a:pt x="36" y="36"/>
                      <a:pt x="34" y="37"/>
                    </a:cubicBezTo>
                    <a:cubicBezTo>
                      <a:pt x="33" y="38"/>
                      <a:pt x="32" y="39"/>
                      <a:pt x="31" y="39"/>
                    </a:cubicBezTo>
                    <a:cubicBezTo>
                      <a:pt x="31" y="40"/>
                      <a:pt x="30" y="40"/>
                      <a:pt x="29" y="41"/>
                    </a:cubicBezTo>
                    <a:cubicBezTo>
                      <a:pt x="29" y="41"/>
                      <a:pt x="28" y="43"/>
                      <a:pt x="28" y="43"/>
                    </a:cubicBezTo>
                    <a:cubicBezTo>
                      <a:pt x="27" y="43"/>
                      <a:pt x="25" y="44"/>
                      <a:pt x="25" y="44"/>
                    </a:cubicBezTo>
                    <a:cubicBezTo>
                      <a:pt x="24" y="45"/>
                      <a:pt x="24" y="45"/>
                      <a:pt x="23" y="46"/>
                    </a:cubicBezTo>
                    <a:cubicBezTo>
                      <a:pt x="23" y="46"/>
                      <a:pt x="22" y="47"/>
                      <a:pt x="22" y="47"/>
                    </a:cubicBezTo>
                    <a:cubicBezTo>
                      <a:pt x="22" y="47"/>
                      <a:pt x="21" y="47"/>
                      <a:pt x="21" y="48"/>
                    </a:cubicBezTo>
                    <a:cubicBezTo>
                      <a:pt x="20" y="48"/>
                      <a:pt x="19" y="49"/>
                      <a:pt x="19" y="49"/>
                    </a:cubicBezTo>
                    <a:cubicBezTo>
                      <a:pt x="17" y="50"/>
                      <a:pt x="17" y="50"/>
                      <a:pt x="17" y="50"/>
                    </a:cubicBezTo>
                    <a:cubicBezTo>
                      <a:pt x="16" y="51"/>
                      <a:pt x="16" y="51"/>
                      <a:pt x="14" y="50"/>
                    </a:cubicBezTo>
                    <a:cubicBezTo>
                      <a:pt x="13" y="50"/>
                      <a:pt x="12" y="50"/>
                      <a:pt x="11" y="49"/>
                    </a:cubicBezTo>
                    <a:cubicBezTo>
                      <a:pt x="11" y="49"/>
                      <a:pt x="11" y="48"/>
                      <a:pt x="10" y="48"/>
                    </a:cubicBezTo>
                    <a:cubicBezTo>
                      <a:pt x="9" y="47"/>
                      <a:pt x="9" y="45"/>
                      <a:pt x="10"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0" name="Freeform 10"/>
              <p:cNvSpPr/>
              <p:nvPr/>
            </p:nvSpPr>
            <p:spPr bwMode="auto">
              <a:xfrm>
                <a:off x="5456238" y="2997200"/>
                <a:ext cx="120650" cy="109538"/>
              </a:xfrm>
              <a:custGeom>
                <a:avLst/>
                <a:gdLst>
                  <a:gd name="T0" fmla="*/ 13 w 32"/>
                  <a:gd name="T1" fmla="*/ 29 h 29"/>
                  <a:gd name="T2" fmla="*/ 10 w 32"/>
                  <a:gd name="T3" fmla="*/ 28 h 29"/>
                  <a:gd name="T4" fmla="*/ 4 w 32"/>
                  <a:gd name="T5" fmla="*/ 25 h 29"/>
                  <a:gd name="T6" fmla="*/ 3 w 32"/>
                  <a:gd name="T7" fmla="*/ 23 h 29"/>
                  <a:gd name="T8" fmla="*/ 1 w 32"/>
                  <a:gd name="T9" fmla="*/ 19 h 29"/>
                  <a:gd name="T10" fmla="*/ 1 w 32"/>
                  <a:gd name="T11" fmla="*/ 19 h 29"/>
                  <a:gd name="T12" fmla="*/ 0 w 32"/>
                  <a:gd name="T13" fmla="*/ 12 h 29"/>
                  <a:gd name="T14" fmla="*/ 1 w 32"/>
                  <a:gd name="T15" fmla="*/ 10 h 29"/>
                  <a:gd name="T16" fmla="*/ 1 w 32"/>
                  <a:gd name="T17" fmla="*/ 9 h 29"/>
                  <a:gd name="T18" fmla="*/ 2 w 32"/>
                  <a:gd name="T19" fmla="*/ 6 h 29"/>
                  <a:gd name="T20" fmla="*/ 9 w 32"/>
                  <a:gd name="T21" fmla="*/ 1 h 29"/>
                  <a:gd name="T22" fmla="*/ 10 w 32"/>
                  <a:gd name="T23" fmla="*/ 0 h 29"/>
                  <a:gd name="T24" fmla="*/ 11 w 32"/>
                  <a:gd name="T25" fmla="*/ 0 h 29"/>
                  <a:gd name="T26" fmla="*/ 14 w 32"/>
                  <a:gd name="T27" fmla="*/ 0 h 29"/>
                  <a:gd name="T28" fmla="*/ 15 w 32"/>
                  <a:gd name="T29" fmla="*/ 0 h 29"/>
                  <a:gd name="T30" fmla="*/ 20 w 32"/>
                  <a:gd name="T31" fmla="*/ 2 h 29"/>
                  <a:gd name="T32" fmla="*/ 25 w 32"/>
                  <a:gd name="T33" fmla="*/ 7 h 29"/>
                  <a:gd name="T34" fmla="*/ 27 w 32"/>
                  <a:gd name="T35" fmla="*/ 9 h 29"/>
                  <a:gd name="T36" fmla="*/ 27 w 32"/>
                  <a:gd name="T37" fmla="*/ 9 h 29"/>
                  <a:gd name="T38" fmla="*/ 29 w 32"/>
                  <a:gd name="T39" fmla="*/ 12 h 29"/>
                  <a:gd name="T40" fmla="*/ 30 w 32"/>
                  <a:gd name="T41" fmla="*/ 13 h 29"/>
                  <a:gd name="T42" fmla="*/ 32 w 32"/>
                  <a:gd name="T43" fmla="*/ 17 h 29"/>
                  <a:gd name="T44" fmla="*/ 32 w 32"/>
                  <a:gd name="T45" fmla="*/ 19 h 29"/>
                  <a:gd name="T46" fmla="*/ 29 w 32"/>
                  <a:gd name="T47" fmla="*/ 23 h 29"/>
                  <a:gd name="T48" fmla="*/ 20 w 32"/>
                  <a:gd name="T49" fmla="*/ 28 h 29"/>
                  <a:gd name="T50" fmla="*/ 16 w 32"/>
                  <a:gd name="T51" fmla="*/ 29 h 29"/>
                  <a:gd name="T52" fmla="*/ 13 w 32"/>
                  <a:gd name="T53"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29">
                    <a:moveTo>
                      <a:pt x="13" y="29"/>
                    </a:moveTo>
                    <a:cubicBezTo>
                      <a:pt x="11" y="29"/>
                      <a:pt x="10" y="29"/>
                      <a:pt x="10" y="28"/>
                    </a:cubicBezTo>
                    <a:cubicBezTo>
                      <a:pt x="8" y="27"/>
                      <a:pt x="6" y="26"/>
                      <a:pt x="4" y="25"/>
                    </a:cubicBezTo>
                    <a:cubicBezTo>
                      <a:pt x="4" y="25"/>
                      <a:pt x="3" y="24"/>
                      <a:pt x="3" y="23"/>
                    </a:cubicBezTo>
                    <a:cubicBezTo>
                      <a:pt x="2" y="22"/>
                      <a:pt x="1" y="20"/>
                      <a:pt x="1" y="19"/>
                    </a:cubicBezTo>
                    <a:cubicBezTo>
                      <a:pt x="1" y="19"/>
                      <a:pt x="1" y="19"/>
                      <a:pt x="1" y="19"/>
                    </a:cubicBezTo>
                    <a:cubicBezTo>
                      <a:pt x="1" y="17"/>
                      <a:pt x="0" y="13"/>
                      <a:pt x="0" y="12"/>
                    </a:cubicBezTo>
                    <a:cubicBezTo>
                      <a:pt x="0" y="11"/>
                      <a:pt x="0" y="10"/>
                      <a:pt x="1" y="10"/>
                    </a:cubicBezTo>
                    <a:cubicBezTo>
                      <a:pt x="1" y="10"/>
                      <a:pt x="1" y="9"/>
                      <a:pt x="1" y="9"/>
                    </a:cubicBezTo>
                    <a:cubicBezTo>
                      <a:pt x="1" y="8"/>
                      <a:pt x="2" y="7"/>
                      <a:pt x="2" y="6"/>
                    </a:cubicBezTo>
                    <a:cubicBezTo>
                      <a:pt x="4" y="3"/>
                      <a:pt x="6" y="3"/>
                      <a:pt x="9" y="1"/>
                    </a:cubicBezTo>
                    <a:cubicBezTo>
                      <a:pt x="9" y="1"/>
                      <a:pt x="10" y="0"/>
                      <a:pt x="10" y="0"/>
                    </a:cubicBezTo>
                    <a:cubicBezTo>
                      <a:pt x="10" y="0"/>
                      <a:pt x="10" y="0"/>
                      <a:pt x="11" y="0"/>
                    </a:cubicBezTo>
                    <a:cubicBezTo>
                      <a:pt x="12" y="0"/>
                      <a:pt x="13" y="0"/>
                      <a:pt x="14" y="0"/>
                    </a:cubicBezTo>
                    <a:cubicBezTo>
                      <a:pt x="15" y="0"/>
                      <a:pt x="15" y="0"/>
                      <a:pt x="15" y="0"/>
                    </a:cubicBezTo>
                    <a:cubicBezTo>
                      <a:pt x="17" y="0"/>
                      <a:pt x="18" y="1"/>
                      <a:pt x="20" y="2"/>
                    </a:cubicBezTo>
                    <a:cubicBezTo>
                      <a:pt x="22" y="4"/>
                      <a:pt x="23" y="5"/>
                      <a:pt x="25" y="7"/>
                    </a:cubicBezTo>
                    <a:cubicBezTo>
                      <a:pt x="25" y="7"/>
                      <a:pt x="26" y="8"/>
                      <a:pt x="27" y="9"/>
                    </a:cubicBezTo>
                    <a:cubicBezTo>
                      <a:pt x="27" y="9"/>
                      <a:pt x="27" y="9"/>
                      <a:pt x="27" y="9"/>
                    </a:cubicBezTo>
                    <a:cubicBezTo>
                      <a:pt x="28" y="10"/>
                      <a:pt x="28" y="11"/>
                      <a:pt x="29" y="12"/>
                    </a:cubicBezTo>
                    <a:cubicBezTo>
                      <a:pt x="29" y="13"/>
                      <a:pt x="29" y="13"/>
                      <a:pt x="30" y="13"/>
                    </a:cubicBezTo>
                    <a:cubicBezTo>
                      <a:pt x="30" y="14"/>
                      <a:pt x="31" y="14"/>
                      <a:pt x="32" y="17"/>
                    </a:cubicBezTo>
                    <a:cubicBezTo>
                      <a:pt x="31" y="17"/>
                      <a:pt x="32" y="18"/>
                      <a:pt x="32" y="19"/>
                    </a:cubicBezTo>
                    <a:cubicBezTo>
                      <a:pt x="31" y="19"/>
                      <a:pt x="32" y="22"/>
                      <a:pt x="29" y="23"/>
                    </a:cubicBezTo>
                    <a:cubicBezTo>
                      <a:pt x="26" y="23"/>
                      <a:pt x="22" y="27"/>
                      <a:pt x="20" y="28"/>
                    </a:cubicBezTo>
                    <a:cubicBezTo>
                      <a:pt x="18" y="29"/>
                      <a:pt x="17" y="29"/>
                      <a:pt x="16" y="29"/>
                    </a:cubicBezTo>
                    <a:cubicBezTo>
                      <a:pt x="15" y="29"/>
                      <a:pt x="14" y="29"/>
                      <a:pt x="13"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1" name="Freeform 11"/>
              <p:cNvSpPr/>
              <p:nvPr/>
            </p:nvSpPr>
            <p:spPr bwMode="auto">
              <a:xfrm>
                <a:off x="3522663" y="2879725"/>
                <a:ext cx="282575" cy="101600"/>
              </a:xfrm>
              <a:custGeom>
                <a:avLst/>
                <a:gdLst>
                  <a:gd name="T0" fmla="*/ 44 w 75"/>
                  <a:gd name="T1" fmla="*/ 27 h 27"/>
                  <a:gd name="T2" fmla="*/ 41 w 75"/>
                  <a:gd name="T3" fmla="*/ 27 h 27"/>
                  <a:gd name="T4" fmla="*/ 39 w 75"/>
                  <a:gd name="T5" fmla="*/ 26 h 27"/>
                  <a:gd name="T6" fmla="*/ 36 w 75"/>
                  <a:gd name="T7" fmla="*/ 26 h 27"/>
                  <a:gd name="T8" fmla="*/ 35 w 75"/>
                  <a:gd name="T9" fmla="*/ 25 h 27"/>
                  <a:gd name="T10" fmla="*/ 33 w 75"/>
                  <a:gd name="T11" fmla="*/ 25 h 27"/>
                  <a:gd name="T12" fmla="*/ 30 w 75"/>
                  <a:gd name="T13" fmla="*/ 25 h 27"/>
                  <a:gd name="T14" fmla="*/ 25 w 75"/>
                  <a:gd name="T15" fmla="*/ 26 h 27"/>
                  <a:gd name="T16" fmla="*/ 17 w 75"/>
                  <a:gd name="T17" fmla="*/ 26 h 27"/>
                  <a:gd name="T18" fmla="*/ 15 w 75"/>
                  <a:gd name="T19" fmla="*/ 27 h 27"/>
                  <a:gd name="T20" fmla="*/ 12 w 75"/>
                  <a:gd name="T21" fmla="*/ 26 h 27"/>
                  <a:gd name="T22" fmla="*/ 9 w 75"/>
                  <a:gd name="T23" fmla="*/ 25 h 27"/>
                  <a:gd name="T24" fmla="*/ 5 w 75"/>
                  <a:gd name="T25" fmla="*/ 24 h 27"/>
                  <a:gd name="T26" fmla="*/ 5 w 75"/>
                  <a:gd name="T27" fmla="*/ 24 h 27"/>
                  <a:gd name="T28" fmla="*/ 3 w 75"/>
                  <a:gd name="T29" fmla="*/ 23 h 27"/>
                  <a:gd name="T30" fmla="*/ 1 w 75"/>
                  <a:gd name="T31" fmla="*/ 21 h 27"/>
                  <a:gd name="T32" fmla="*/ 0 w 75"/>
                  <a:gd name="T33" fmla="*/ 18 h 27"/>
                  <a:gd name="T34" fmla="*/ 0 w 75"/>
                  <a:gd name="T35" fmla="*/ 16 h 27"/>
                  <a:gd name="T36" fmla="*/ 1 w 75"/>
                  <a:gd name="T37" fmla="*/ 14 h 27"/>
                  <a:gd name="T38" fmla="*/ 5 w 75"/>
                  <a:gd name="T39" fmla="*/ 10 h 27"/>
                  <a:gd name="T40" fmla="*/ 6 w 75"/>
                  <a:gd name="T41" fmla="*/ 9 h 27"/>
                  <a:gd name="T42" fmla="*/ 6 w 75"/>
                  <a:gd name="T43" fmla="*/ 9 h 27"/>
                  <a:gd name="T44" fmla="*/ 11 w 75"/>
                  <a:gd name="T45" fmla="*/ 7 h 27"/>
                  <a:gd name="T46" fmla="*/ 11 w 75"/>
                  <a:gd name="T47" fmla="*/ 7 h 27"/>
                  <a:gd name="T48" fmla="*/ 14 w 75"/>
                  <a:gd name="T49" fmla="*/ 6 h 27"/>
                  <a:gd name="T50" fmla="*/ 16 w 75"/>
                  <a:gd name="T51" fmla="*/ 5 h 27"/>
                  <a:gd name="T52" fmla="*/ 18 w 75"/>
                  <a:gd name="T53" fmla="*/ 5 h 27"/>
                  <a:gd name="T54" fmla="*/ 21 w 75"/>
                  <a:gd name="T55" fmla="*/ 4 h 27"/>
                  <a:gd name="T56" fmla="*/ 23 w 75"/>
                  <a:gd name="T57" fmla="*/ 4 h 27"/>
                  <a:gd name="T58" fmla="*/ 25 w 75"/>
                  <a:gd name="T59" fmla="*/ 3 h 27"/>
                  <a:gd name="T60" fmla="*/ 26 w 75"/>
                  <a:gd name="T61" fmla="*/ 3 h 27"/>
                  <a:gd name="T62" fmla="*/ 35 w 75"/>
                  <a:gd name="T63" fmla="*/ 3 h 27"/>
                  <a:gd name="T64" fmla="*/ 35 w 75"/>
                  <a:gd name="T65" fmla="*/ 3 h 27"/>
                  <a:gd name="T66" fmla="*/ 44 w 75"/>
                  <a:gd name="T67" fmla="*/ 2 h 27"/>
                  <a:gd name="T68" fmla="*/ 48 w 75"/>
                  <a:gd name="T69" fmla="*/ 1 h 27"/>
                  <a:gd name="T70" fmla="*/ 60 w 75"/>
                  <a:gd name="T71" fmla="*/ 0 h 27"/>
                  <a:gd name="T72" fmla="*/ 62 w 75"/>
                  <a:gd name="T73" fmla="*/ 1 h 27"/>
                  <a:gd name="T74" fmla="*/ 64 w 75"/>
                  <a:gd name="T75" fmla="*/ 1 h 27"/>
                  <a:gd name="T76" fmla="*/ 65 w 75"/>
                  <a:gd name="T77" fmla="*/ 1 h 27"/>
                  <a:gd name="T78" fmla="*/ 66 w 75"/>
                  <a:gd name="T79" fmla="*/ 1 h 27"/>
                  <a:gd name="T80" fmla="*/ 69 w 75"/>
                  <a:gd name="T81" fmla="*/ 2 h 27"/>
                  <a:gd name="T82" fmla="*/ 72 w 75"/>
                  <a:gd name="T83" fmla="*/ 4 h 27"/>
                  <a:gd name="T84" fmla="*/ 74 w 75"/>
                  <a:gd name="T85" fmla="*/ 6 h 27"/>
                  <a:gd name="T86" fmla="*/ 74 w 75"/>
                  <a:gd name="T87" fmla="*/ 9 h 27"/>
                  <a:gd name="T88" fmla="*/ 75 w 75"/>
                  <a:gd name="T89" fmla="*/ 12 h 27"/>
                  <a:gd name="T90" fmla="*/ 74 w 75"/>
                  <a:gd name="T91" fmla="*/ 14 h 27"/>
                  <a:gd name="T92" fmla="*/ 74 w 75"/>
                  <a:gd name="T93" fmla="*/ 15 h 27"/>
                  <a:gd name="T94" fmla="*/ 74 w 75"/>
                  <a:gd name="T95" fmla="*/ 16 h 27"/>
                  <a:gd name="T96" fmla="*/ 73 w 75"/>
                  <a:gd name="T97" fmla="*/ 17 h 27"/>
                  <a:gd name="T98" fmla="*/ 71 w 75"/>
                  <a:gd name="T99" fmla="*/ 19 h 27"/>
                  <a:gd name="T100" fmla="*/ 69 w 75"/>
                  <a:gd name="T101" fmla="*/ 21 h 27"/>
                  <a:gd name="T102" fmla="*/ 63 w 75"/>
                  <a:gd name="T103" fmla="*/ 22 h 27"/>
                  <a:gd name="T104" fmla="*/ 62 w 75"/>
                  <a:gd name="T105" fmla="*/ 23 h 27"/>
                  <a:gd name="T106" fmla="*/ 58 w 75"/>
                  <a:gd name="T107" fmla="*/ 24 h 27"/>
                  <a:gd name="T108" fmla="*/ 55 w 75"/>
                  <a:gd name="T109" fmla="*/ 25 h 27"/>
                  <a:gd name="T110" fmla="*/ 53 w 75"/>
                  <a:gd name="T111" fmla="*/ 26 h 27"/>
                  <a:gd name="T112" fmla="*/ 52 w 75"/>
                  <a:gd name="T113" fmla="*/ 26 h 27"/>
                  <a:gd name="T114" fmla="*/ 47 w 75"/>
                  <a:gd name="T115" fmla="*/ 27 h 27"/>
                  <a:gd name="T116" fmla="*/ 44 w 75"/>
                  <a:gd name="T117"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5" h="27">
                    <a:moveTo>
                      <a:pt x="44" y="27"/>
                    </a:moveTo>
                    <a:cubicBezTo>
                      <a:pt x="43" y="27"/>
                      <a:pt x="42" y="27"/>
                      <a:pt x="41" y="27"/>
                    </a:cubicBezTo>
                    <a:cubicBezTo>
                      <a:pt x="40" y="27"/>
                      <a:pt x="40" y="26"/>
                      <a:pt x="39" y="26"/>
                    </a:cubicBezTo>
                    <a:cubicBezTo>
                      <a:pt x="38" y="26"/>
                      <a:pt x="37" y="26"/>
                      <a:pt x="36" y="26"/>
                    </a:cubicBezTo>
                    <a:cubicBezTo>
                      <a:pt x="36" y="26"/>
                      <a:pt x="35" y="26"/>
                      <a:pt x="35" y="25"/>
                    </a:cubicBezTo>
                    <a:cubicBezTo>
                      <a:pt x="34" y="25"/>
                      <a:pt x="34" y="25"/>
                      <a:pt x="33" y="25"/>
                    </a:cubicBezTo>
                    <a:cubicBezTo>
                      <a:pt x="33" y="25"/>
                      <a:pt x="31" y="25"/>
                      <a:pt x="30" y="25"/>
                    </a:cubicBezTo>
                    <a:cubicBezTo>
                      <a:pt x="28" y="25"/>
                      <a:pt x="27" y="25"/>
                      <a:pt x="25" y="26"/>
                    </a:cubicBezTo>
                    <a:cubicBezTo>
                      <a:pt x="22" y="26"/>
                      <a:pt x="21" y="26"/>
                      <a:pt x="17" y="26"/>
                    </a:cubicBezTo>
                    <a:cubicBezTo>
                      <a:pt x="16" y="27"/>
                      <a:pt x="15" y="27"/>
                      <a:pt x="15" y="27"/>
                    </a:cubicBezTo>
                    <a:cubicBezTo>
                      <a:pt x="14" y="27"/>
                      <a:pt x="13" y="26"/>
                      <a:pt x="12" y="26"/>
                    </a:cubicBezTo>
                    <a:cubicBezTo>
                      <a:pt x="11" y="26"/>
                      <a:pt x="10" y="25"/>
                      <a:pt x="9" y="25"/>
                    </a:cubicBezTo>
                    <a:cubicBezTo>
                      <a:pt x="8" y="25"/>
                      <a:pt x="6" y="25"/>
                      <a:pt x="5" y="24"/>
                    </a:cubicBezTo>
                    <a:cubicBezTo>
                      <a:pt x="5" y="24"/>
                      <a:pt x="5" y="24"/>
                      <a:pt x="5" y="24"/>
                    </a:cubicBezTo>
                    <a:cubicBezTo>
                      <a:pt x="4" y="23"/>
                      <a:pt x="3" y="23"/>
                      <a:pt x="3" y="23"/>
                    </a:cubicBezTo>
                    <a:cubicBezTo>
                      <a:pt x="2" y="21"/>
                      <a:pt x="2" y="22"/>
                      <a:pt x="1" y="21"/>
                    </a:cubicBezTo>
                    <a:cubicBezTo>
                      <a:pt x="1" y="20"/>
                      <a:pt x="0" y="19"/>
                      <a:pt x="0" y="18"/>
                    </a:cubicBezTo>
                    <a:cubicBezTo>
                      <a:pt x="0" y="17"/>
                      <a:pt x="0" y="17"/>
                      <a:pt x="0" y="16"/>
                    </a:cubicBezTo>
                    <a:cubicBezTo>
                      <a:pt x="1" y="15"/>
                      <a:pt x="1" y="14"/>
                      <a:pt x="1" y="14"/>
                    </a:cubicBezTo>
                    <a:cubicBezTo>
                      <a:pt x="2" y="12"/>
                      <a:pt x="4" y="11"/>
                      <a:pt x="5" y="10"/>
                    </a:cubicBezTo>
                    <a:cubicBezTo>
                      <a:pt x="5" y="10"/>
                      <a:pt x="6" y="9"/>
                      <a:pt x="6" y="9"/>
                    </a:cubicBezTo>
                    <a:cubicBezTo>
                      <a:pt x="6" y="9"/>
                      <a:pt x="6" y="9"/>
                      <a:pt x="6" y="9"/>
                    </a:cubicBezTo>
                    <a:cubicBezTo>
                      <a:pt x="8" y="8"/>
                      <a:pt x="9" y="8"/>
                      <a:pt x="11" y="7"/>
                    </a:cubicBezTo>
                    <a:cubicBezTo>
                      <a:pt x="11" y="7"/>
                      <a:pt x="11" y="7"/>
                      <a:pt x="11" y="7"/>
                    </a:cubicBezTo>
                    <a:cubicBezTo>
                      <a:pt x="12" y="7"/>
                      <a:pt x="13" y="6"/>
                      <a:pt x="14" y="6"/>
                    </a:cubicBezTo>
                    <a:cubicBezTo>
                      <a:pt x="14" y="6"/>
                      <a:pt x="15" y="6"/>
                      <a:pt x="16" y="5"/>
                    </a:cubicBezTo>
                    <a:cubicBezTo>
                      <a:pt x="16" y="5"/>
                      <a:pt x="17" y="5"/>
                      <a:pt x="18" y="5"/>
                    </a:cubicBezTo>
                    <a:cubicBezTo>
                      <a:pt x="19" y="5"/>
                      <a:pt x="20" y="4"/>
                      <a:pt x="21" y="4"/>
                    </a:cubicBezTo>
                    <a:cubicBezTo>
                      <a:pt x="22" y="4"/>
                      <a:pt x="23" y="4"/>
                      <a:pt x="23" y="4"/>
                    </a:cubicBezTo>
                    <a:cubicBezTo>
                      <a:pt x="24" y="3"/>
                      <a:pt x="25" y="3"/>
                      <a:pt x="25" y="3"/>
                    </a:cubicBezTo>
                    <a:cubicBezTo>
                      <a:pt x="25" y="3"/>
                      <a:pt x="26" y="3"/>
                      <a:pt x="26" y="3"/>
                    </a:cubicBezTo>
                    <a:cubicBezTo>
                      <a:pt x="29" y="3"/>
                      <a:pt x="32" y="3"/>
                      <a:pt x="35" y="3"/>
                    </a:cubicBezTo>
                    <a:cubicBezTo>
                      <a:pt x="35" y="3"/>
                      <a:pt x="35" y="3"/>
                      <a:pt x="35" y="3"/>
                    </a:cubicBezTo>
                    <a:cubicBezTo>
                      <a:pt x="38" y="2"/>
                      <a:pt x="41" y="2"/>
                      <a:pt x="44" y="2"/>
                    </a:cubicBezTo>
                    <a:cubicBezTo>
                      <a:pt x="45" y="2"/>
                      <a:pt x="46" y="1"/>
                      <a:pt x="48" y="1"/>
                    </a:cubicBezTo>
                    <a:cubicBezTo>
                      <a:pt x="48" y="0"/>
                      <a:pt x="58" y="0"/>
                      <a:pt x="60" y="0"/>
                    </a:cubicBezTo>
                    <a:cubicBezTo>
                      <a:pt x="61" y="0"/>
                      <a:pt x="62" y="0"/>
                      <a:pt x="62" y="1"/>
                    </a:cubicBezTo>
                    <a:cubicBezTo>
                      <a:pt x="63" y="1"/>
                      <a:pt x="64" y="1"/>
                      <a:pt x="64" y="1"/>
                    </a:cubicBezTo>
                    <a:cubicBezTo>
                      <a:pt x="64" y="1"/>
                      <a:pt x="65" y="1"/>
                      <a:pt x="65" y="1"/>
                    </a:cubicBezTo>
                    <a:cubicBezTo>
                      <a:pt x="65" y="1"/>
                      <a:pt x="66" y="1"/>
                      <a:pt x="66" y="1"/>
                    </a:cubicBezTo>
                    <a:cubicBezTo>
                      <a:pt x="67" y="1"/>
                      <a:pt x="68" y="2"/>
                      <a:pt x="69" y="2"/>
                    </a:cubicBezTo>
                    <a:cubicBezTo>
                      <a:pt x="70" y="3"/>
                      <a:pt x="71" y="3"/>
                      <a:pt x="72" y="4"/>
                    </a:cubicBezTo>
                    <a:cubicBezTo>
                      <a:pt x="72" y="5"/>
                      <a:pt x="73" y="5"/>
                      <a:pt x="74" y="6"/>
                    </a:cubicBezTo>
                    <a:cubicBezTo>
                      <a:pt x="74" y="7"/>
                      <a:pt x="74" y="8"/>
                      <a:pt x="74" y="9"/>
                    </a:cubicBezTo>
                    <a:cubicBezTo>
                      <a:pt x="74" y="10"/>
                      <a:pt x="74" y="11"/>
                      <a:pt x="75" y="12"/>
                    </a:cubicBezTo>
                    <a:cubicBezTo>
                      <a:pt x="74" y="13"/>
                      <a:pt x="74" y="13"/>
                      <a:pt x="74" y="14"/>
                    </a:cubicBezTo>
                    <a:cubicBezTo>
                      <a:pt x="74" y="14"/>
                      <a:pt x="74" y="14"/>
                      <a:pt x="74" y="15"/>
                    </a:cubicBezTo>
                    <a:cubicBezTo>
                      <a:pt x="74" y="15"/>
                      <a:pt x="74" y="15"/>
                      <a:pt x="74" y="16"/>
                    </a:cubicBezTo>
                    <a:cubicBezTo>
                      <a:pt x="74" y="16"/>
                      <a:pt x="73" y="17"/>
                      <a:pt x="73" y="17"/>
                    </a:cubicBezTo>
                    <a:cubicBezTo>
                      <a:pt x="73" y="18"/>
                      <a:pt x="72" y="19"/>
                      <a:pt x="71" y="19"/>
                    </a:cubicBezTo>
                    <a:cubicBezTo>
                      <a:pt x="71" y="20"/>
                      <a:pt x="70" y="20"/>
                      <a:pt x="69" y="21"/>
                    </a:cubicBezTo>
                    <a:cubicBezTo>
                      <a:pt x="68" y="21"/>
                      <a:pt x="65" y="22"/>
                      <a:pt x="63" y="22"/>
                    </a:cubicBezTo>
                    <a:cubicBezTo>
                      <a:pt x="63" y="23"/>
                      <a:pt x="62" y="23"/>
                      <a:pt x="62" y="23"/>
                    </a:cubicBezTo>
                    <a:cubicBezTo>
                      <a:pt x="60" y="23"/>
                      <a:pt x="59" y="24"/>
                      <a:pt x="58" y="24"/>
                    </a:cubicBezTo>
                    <a:cubicBezTo>
                      <a:pt x="57" y="24"/>
                      <a:pt x="57" y="25"/>
                      <a:pt x="55" y="25"/>
                    </a:cubicBezTo>
                    <a:cubicBezTo>
                      <a:pt x="54" y="25"/>
                      <a:pt x="54" y="26"/>
                      <a:pt x="53" y="26"/>
                    </a:cubicBezTo>
                    <a:cubicBezTo>
                      <a:pt x="52" y="26"/>
                      <a:pt x="52" y="26"/>
                      <a:pt x="52" y="26"/>
                    </a:cubicBezTo>
                    <a:cubicBezTo>
                      <a:pt x="50" y="26"/>
                      <a:pt x="49" y="27"/>
                      <a:pt x="47" y="27"/>
                    </a:cubicBezTo>
                    <a:cubicBezTo>
                      <a:pt x="46" y="27"/>
                      <a:pt x="45" y="27"/>
                      <a:pt x="44"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2" name="Freeform 12"/>
              <p:cNvSpPr/>
              <p:nvPr/>
            </p:nvSpPr>
            <p:spPr bwMode="auto">
              <a:xfrm>
                <a:off x="5097463" y="3309938"/>
                <a:ext cx="161925" cy="173038"/>
              </a:xfrm>
              <a:custGeom>
                <a:avLst/>
                <a:gdLst>
                  <a:gd name="T0" fmla="*/ 29 w 43"/>
                  <a:gd name="T1" fmla="*/ 46 h 46"/>
                  <a:gd name="T2" fmla="*/ 27 w 43"/>
                  <a:gd name="T3" fmla="*/ 45 h 46"/>
                  <a:gd name="T4" fmla="*/ 26 w 43"/>
                  <a:gd name="T5" fmla="*/ 44 h 46"/>
                  <a:gd name="T6" fmla="*/ 24 w 43"/>
                  <a:gd name="T7" fmla="*/ 40 h 46"/>
                  <a:gd name="T8" fmla="*/ 21 w 43"/>
                  <a:gd name="T9" fmla="*/ 35 h 46"/>
                  <a:gd name="T10" fmla="*/ 19 w 43"/>
                  <a:gd name="T11" fmla="*/ 31 h 46"/>
                  <a:gd name="T12" fmla="*/ 16 w 43"/>
                  <a:gd name="T13" fmla="*/ 26 h 46"/>
                  <a:gd name="T14" fmla="*/ 11 w 43"/>
                  <a:gd name="T15" fmla="*/ 21 h 46"/>
                  <a:gd name="T16" fmla="*/ 9 w 43"/>
                  <a:gd name="T17" fmla="*/ 20 h 46"/>
                  <a:gd name="T18" fmla="*/ 8 w 43"/>
                  <a:gd name="T19" fmla="*/ 18 h 46"/>
                  <a:gd name="T20" fmla="*/ 7 w 43"/>
                  <a:gd name="T21" fmla="*/ 18 h 46"/>
                  <a:gd name="T22" fmla="*/ 5 w 43"/>
                  <a:gd name="T23" fmla="*/ 17 h 46"/>
                  <a:gd name="T24" fmla="*/ 5 w 43"/>
                  <a:gd name="T25" fmla="*/ 16 h 46"/>
                  <a:gd name="T26" fmla="*/ 3 w 43"/>
                  <a:gd name="T27" fmla="*/ 14 h 46"/>
                  <a:gd name="T28" fmla="*/ 3 w 43"/>
                  <a:gd name="T29" fmla="*/ 14 h 46"/>
                  <a:gd name="T30" fmla="*/ 1 w 43"/>
                  <a:gd name="T31" fmla="*/ 12 h 46"/>
                  <a:gd name="T32" fmla="*/ 0 w 43"/>
                  <a:gd name="T33" fmla="*/ 10 h 46"/>
                  <a:gd name="T34" fmla="*/ 0 w 43"/>
                  <a:gd name="T35" fmla="*/ 9 h 46"/>
                  <a:gd name="T36" fmla="*/ 0 w 43"/>
                  <a:gd name="T37" fmla="*/ 6 h 46"/>
                  <a:gd name="T38" fmla="*/ 2 w 43"/>
                  <a:gd name="T39" fmla="*/ 3 h 46"/>
                  <a:gd name="T40" fmla="*/ 3 w 43"/>
                  <a:gd name="T41" fmla="*/ 1 h 46"/>
                  <a:gd name="T42" fmla="*/ 7 w 43"/>
                  <a:gd name="T43" fmla="*/ 0 h 46"/>
                  <a:gd name="T44" fmla="*/ 10 w 43"/>
                  <a:gd name="T45" fmla="*/ 0 h 46"/>
                  <a:gd name="T46" fmla="*/ 13 w 43"/>
                  <a:gd name="T47" fmla="*/ 1 h 46"/>
                  <a:gd name="T48" fmla="*/ 15 w 43"/>
                  <a:gd name="T49" fmla="*/ 2 h 46"/>
                  <a:gd name="T50" fmla="*/ 18 w 43"/>
                  <a:gd name="T51" fmla="*/ 3 h 46"/>
                  <a:gd name="T52" fmla="*/ 21 w 43"/>
                  <a:gd name="T53" fmla="*/ 3 h 46"/>
                  <a:gd name="T54" fmla="*/ 24 w 43"/>
                  <a:gd name="T55" fmla="*/ 4 h 46"/>
                  <a:gd name="T56" fmla="*/ 28 w 43"/>
                  <a:gd name="T57" fmla="*/ 4 h 46"/>
                  <a:gd name="T58" fmla="*/ 31 w 43"/>
                  <a:gd name="T59" fmla="*/ 5 h 46"/>
                  <a:gd name="T60" fmla="*/ 33 w 43"/>
                  <a:gd name="T61" fmla="*/ 7 h 46"/>
                  <a:gd name="T62" fmla="*/ 34 w 43"/>
                  <a:gd name="T63" fmla="*/ 7 h 46"/>
                  <a:gd name="T64" fmla="*/ 37 w 43"/>
                  <a:gd name="T65" fmla="*/ 8 h 46"/>
                  <a:gd name="T66" fmla="*/ 39 w 43"/>
                  <a:gd name="T67" fmla="*/ 9 h 46"/>
                  <a:gd name="T68" fmla="*/ 40 w 43"/>
                  <a:gd name="T69" fmla="*/ 11 h 46"/>
                  <a:gd name="T70" fmla="*/ 42 w 43"/>
                  <a:gd name="T71" fmla="*/ 13 h 46"/>
                  <a:gd name="T72" fmla="*/ 43 w 43"/>
                  <a:gd name="T73" fmla="*/ 16 h 46"/>
                  <a:gd name="T74" fmla="*/ 43 w 43"/>
                  <a:gd name="T75" fmla="*/ 19 h 46"/>
                  <a:gd name="T76" fmla="*/ 43 w 43"/>
                  <a:gd name="T77" fmla="*/ 22 h 46"/>
                  <a:gd name="T78" fmla="*/ 42 w 43"/>
                  <a:gd name="T79" fmla="*/ 25 h 46"/>
                  <a:gd name="T80" fmla="*/ 43 w 43"/>
                  <a:gd name="T81" fmla="*/ 28 h 46"/>
                  <a:gd name="T82" fmla="*/ 43 w 43"/>
                  <a:gd name="T83" fmla="*/ 30 h 46"/>
                  <a:gd name="T84" fmla="*/ 42 w 43"/>
                  <a:gd name="T85" fmla="*/ 35 h 46"/>
                  <a:gd name="T86" fmla="*/ 41 w 43"/>
                  <a:gd name="T87" fmla="*/ 38 h 46"/>
                  <a:gd name="T88" fmla="*/ 39 w 43"/>
                  <a:gd name="T89" fmla="*/ 40 h 46"/>
                  <a:gd name="T90" fmla="*/ 35 w 43"/>
                  <a:gd name="T91" fmla="*/ 45 h 46"/>
                  <a:gd name="T92" fmla="*/ 33 w 43"/>
                  <a:gd name="T93" fmla="*/ 46 h 46"/>
                  <a:gd name="T94" fmla="*/ 31 w 43"/>
                  <a:gd name="T95" fmla="*/ 46 h 46"/>
                  <a:gd name="T96" fmla="*/ 29 w 43"/>
                  <a:gd name="T97"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3" h="46">
                    <a:moveTo>
                      <a:pt x="29" y="46"/>
                    </a:moveTo>
                    <a:cubicBezTo>
                      <a:pt x="28" y="46"/>
                      <a:pt x="29" y="46"/>
                      <a:pt x="27" y="45"/>
                    </a:cubicBezTo>
                    <a:cubicBezTo>
                      <a:pt x="27" y="45"/>
                      <a:pt x="26" y="44"/>
                      <a:pt x="26" y="44"/>
                    </a:cubicBezTo>
                    <a:cubicBezTo>
                      <a:pt x="25" y="43"/>
                      <a:pt x="24" y="41"/>
                      <a:pt x="24" y="40"/>
                    </a:cubicBezTo>
                    <a:cubicBezTo>
                      <a:pt x="23" y="38"/>
                      <a:pt x="22" y="37"/>
                      <a:pt x="21" y="35"/>
                    </a:cubicBezTo>
                    <a:cubicBezTo>
                      <a:pt x="21" y="34"/>
                      <a:pt x="19" y="31"/>
                      <a:pt x="19" y="31"/>
                    </a:cubicBezTo>
                    <a:cubicBezTo>
                      <a:pt x="18" y="29"/>
                      <a:pt x="17" y="27"/>
                      <a:pt x="16" y="26"/>
                    </a:cubicBezTo>
                    <a:cubicBezTo>
                      <a:pt x="14" y="24"/>
                      <a:pt x="13" y="22"/>
                      <a:pt x="11" y="21"/>
                    </a:cubicBezTo>
                    <a:cubicBezTo>
                      <a:pt x="10" y="20"/>
                      <a:pt x="10" y="20"/>
                      <a:pt x="9" y="20"/>
                    </a:cubicBezTo>
                    <a:cubicBezTo>
                      <a:pt x="9" y="19"/>
                      <a:pt x="8" y="19"/>
                      <a:pt x="8" y="18"/>
                    </a:cubicBezTo>
                    <a:cubicBezTo>
                      <a:pt x="7" y="18"/>
                      <a:pt x="7" y="18"/>
                      <a:pt x="7" y="18"/>
                    </a:cubicBezTo>
                    <a:cubicBezTo>
                      <a:pt x="6" y="17"/>
                      <a:pt x="5" y="17"/>
                      <a:pt x="5" y="17"/>
                    </a:cubicBezTo>
                    <a:cubicBezTo>
                      <a:pt x="5" y="16"/>
                      <a:pt x="5" y="16"/>
                      <a:pt x="5" y="16"/>
                    </a:cubicBezTo>
                    <a:cubicBezTo>
                      <a:pt x="5" y="16"/>
                      <a:pt x="3" y="15"/>
                      <a:pt x="3" y="14"/>
                    </a:cubicBezTo>
                    <a:cubicBezTo>
                      <a:pt x="3" y="14"/>
                      <a:pt x="3" y="14"/>
                      <a:pt x="3" y="14"/>
                    </a:cubicBezTo>
                    <a:cubicBezTo>
                      <a:pt x="2" y="13"/>
                      <a:pt x="1" y="13"/>
                      <a:pt x="1" y="12"/>
                    </a:cubicBezTo>
                    <a:cubicBezTo>
                      <a:pt x="0" y="11"/>
                      <a:pt x="1" y="11"/>
                      <a:pt x="0" y="10"/>
                    </a:cubicBezTo>
                    <a:cubicBezTo>
                      <a:pt x="0" y="10"/>
                      <a:pt x="0" y="9"/>
                      <a:pt x="0" y="9"/>
                    </a:cubicBezTo>
                    <a:cubicBezTo>
                      <a:pt x="0" y="8"/>
                      <a:pt x="0" y="7"/>
                      <a:pt x="0" y="6"/>
                    </a:cubicBezTo>
                    <a:cubicBezTo>
                      <a:pt x="0" y="6"/>
                      <a:pt x="1" y="4"/>
                      <a:pt x="2" y="3"/>
                    </a:cubicBezTo>
                    <a:cubicBezTo>
                      <a:pt x="2" y="2"/>
                      <a:pt x="2" y="2"/>
                      <a:pt x="3" y="1"/>
                    </a:cubicBezTo>
                    <a:cubicBezTo>
                      <a:pt x="3" y="1"/>
                      <a:pt x="5" y="0"/>
                      <a:pt x="7" y="0"/>
                    </a:cubicBezTo>
                    <a:cubicBezTo>
                      <a:pt x="8" y="0"/>
                      <a:pt x="9" y="0"/>
                      <a:pt x="10" y="0"/>
                    </a:cubicBezTo>
                    <a:cubicBezTo>
                      <a:pt x="11" y="0"/>
                      <a:pt x="12" y="1"/>
                      <a:pt x="13" y="1"/>
                    </a:cubicBezTo>
                    <a:cubicBezTo>
                      <a:pt x="14" y="1"/>
                      <a:pt x="14" y="1"/>
                      <a:pt x="15" y="2"/>
                    </a:cubicBezTo>
                    <a:cubicBezTo>
                      <a:pt x="16" y="2"/>
                      <a:pt x="18" y="3"/>
                      <a:pt x="18" y="3"/>
                    </a:cubicBezTo>
                    <a:cubicBezTo>
                      <a:pt x="19" y="3"/>
                      <a:pt x="20" y="3"/>
                      <a:pt x="21" y="3"/>
                    </a:cubicBezTo>
                    <a:cubicBezTo>
                      <a:pt x="22" y="3"/>
                      <a:pt x="23" y="3"/>
                      <a:pt x="24" y="4"/>
                    </a:cubicBezTo>
                    <a:cubicBezTo>
                      <a:pt x="26" y="4"/>
                      <a:pt x="26" y="4"/>
                      <a:pt x="28" y="4"/>
                    </a:cubicBezTo>
                    <a:cubicBezTo>
                      <a:pt x="28" y="4"/>
                      <a:pt x="30" y="5"/>
                      <a:pt x="31" y="5"/>
                    </a:cubicBezTo>
                    <a:cubicBezTo>
                      <a:pt x="32" y="6"/>
                      <a:pt x="33" y="6"/>
                      <a:pt x="33" y="7"/>
                    </a:cubicBezTo>
                    <a:cubicBezTo>
                      <a:pt x="34" y="7"/>
                      <a:pt x="34" y="7"/>
                      <a:pt x="34" y="7"/>
                    </a:cubicBezTo>
                    <a:cubicBezTo>
                      <a:pt x="35" y="7"/>
                      <a:pt x="36" y="8"/>
                      <a:pt x="37" y="8"/>
                    </a:cubicBezTo>
                    <a:cubicBezTo>
                      <a:pt x="37" y="9"/>
                      <a:pt x="38" y="9"/>
                      <a:pt x="39" y="9"/>
                    </a:cubicBezTo>
                    <a:cubicBezTo>
                      <a:pt x="40" y="10"/>
                      <a:pt x="39" y="10"/>
                      <a:pt x="40" y="11"/>
                    </a:cubicBezTo>
                    <a:cubicBezTo>
                      <a:pt x="42" y="11"/>
                      <a:pt x="42" y="12"/>
                      <a:pt x="42" y="13"/>
                    </a:cubicBezTo>
                    <a:cubicBezTo>
                      <a:pt x="43" y="14"/>
                      <a:pt x="43" y="15"/>
                      <a:pt x="43" y="16"/>
                    </a:cubicBezTo>
                    <a:cubicBezTo>
                      <a:pt x="43" y="17"/>
                      <a:pt x="43" y="18"/>
                      <a:pt x="43" y="19"/>
                    </a:cubicBezTo>
                    <a:cubicBezTo>
                      <a:pt x="43" y="19"/>
                      <a:pt x="43" y="21"/>
                      <a:pt x="43" y="22"/>
                    </a:cubicBezTo>
                    <a:cubicBezTo>
                      <a:pt x="42" y="23"/>
                      <a:pt x="43" y="24"/>
                      <a:pt x="42" y="25"/>
                    </a:cubicBezTo>
                    <a:cubicBezTo>
                      <a:pt x="42" y="26"/>
                      <a:pt x="42" y="28"/>
                      <a:pt x="43" y="28"/>
                    </a:cubicBezTo>
                    <a:cubicBezTo>
                      <a:pt x="43" y="28"/>
                      <a:pt x="43" y="30"/>
                      <a:pt x="43" y="30"/>
                    </a:cubicBezTo>
                    <a:cubicBezTo>
                      <a:pt x="43" y="32"/>
                      <a:pt x="42" y="34"/>
                      <a:pt x="42" y="35"/>
                    </a:cubicBezTo>
                    <a:cubicBezTo>
                      <a:pt x="42" y="37"/>
                      <a:pt x="41" y="37"/>
                      <a:pt x="41" y="38"/>
                    </a:cubicBezTo>
                    <a:cubicBezTo>
                      <a:pt x="40" y="38"/>
                      <a:pt x="41" y="38"/>
                      <a:pt x="39" y="40"/>
                    </a:cubicBezTo>
                    <a:cubicBezTo>
                      <a:pt x="39" y="40"/>
                      <a:pt x="36" y="44"/>
                      <a:pt x="35" y="45"/>
                    </a:cubicBezTo>
                    <a:cubicBezTo>
                      <a:pt x="35" y="45"/>
                      <a:pt x="33" y="46"/>
                      <a:pt x="33" y="46"/>
                    </a:cubicBezTo>
                    <a:cubicBezTo>
                      <a:pt x="33" y="46"/>
                      <a:pt x="32" y="46"/>
                      <a:pt x="31" y="46"/>
                    </a:cubicBezTo>
                    <a:cubicBezTo>
                      <a:pt x="31" y="46"/>
                      <a:pt x="30" y="46"/>
                      <a:pt x="29"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3" name="Freeform 13"/>
              <p:cNvSpPr/>
              <p:nvPr/>
            </p:nvSpPr>
            <p:spPr bwMode="auto">
              <a:xfrm>
                <a:off x="4908551" y="3041650"/>
                <a:ext cx="325438" cy="395288"/>
              </a:xfrm>
              <a:custGeom>
                <a:avLst/>
                <a:gdLst>
                  <a:gd name="T0" fmla="*/ 6 w 86"/>
                  <a:gd name="T1" fmla="*/ 104 h 105"/>
                  <a:gd name="T2" fmla="*/ 2 w 86"/>
                  <a:gd name="T3" fmla="*/ 99 h 105"/>
                  <a:gd name="T4" fmla="*/ 2 w 86"/>
                  <a:gd name="T5" fmla="*/ 88 h 105"/>
                  <a:gd name="T6" fmla="*/ 8 w 86"/>
                  <a:gd name="T7" fmla="*/ 78 h 105"/>
                  <a:gd name="T8" fmla="*/ 15 w 86"/>
                  <a:gd name="T9" fmla="*/ 65 h 105"/>
                  <a:gd name="T10" fmla="*/ 16 w 86"/>
                  <a:gd name="T11" fmla="*/ 59 h 105"/>
                  <a:gd name="T12" fmla="*/ 13 w 86"/>
                  <a:gd name="T13" fmla="*/ 58 h 105"/>
                  <a:gd name="T14" fmla="*/ 7 w 86"/>
                  <a:gd name="T15" fmla="*/ 55 h 105"/>
                  <a:gd name="T16" fmla="*/ 3 w 86"/>
                  <a:gd name="T17" fmla="*/ 49 h 105"/>
                  <a:gd name="T18" fmla="*/ 4 w 86"/>
                  <a:gd name="T19" fmla="*/ 39 h 105"/>
                  <a:gd name="T20" fmla="*/ 9 w 86"/>
                  <a:gd name="T21" fmla="*/ 35 h 105"/>
                  <a:gd name="T22" fmla="*/ 13 w 86"/>
                  <a:gd name="T23" fmla="*/ 33 h 105"/>
                  <a:gd name="T24" fmla="*/ 26 w 86"/>
                  <a:gd name="T25" fmla="*/ 32 h 105"/>
                  <a:gd name="T26" fmla="*/ 28 w 86"/>
                  <a:gd name="T27" fmla="*/ 28 h 105"/>
                  <a:gd name="T28" fmla="*/ 27 w 86"/>
                  <a:gd name="T29" fmla="*/ 25 h 105"/>
                  <a:gd name="T30" fmla="*/ 24 w 86"/>
                  <a:gd name="T31" fmla="*/ 19 h 105"/>
                  <a:gd name="T32" fmla="*/ 28 w 86"/>
                  <a:gd name="T33" fmla="*/ 6 h 105"/>
                  <a:gd name="T34" fmla="*/ 32 w 86"/>
                  <a:gd name="T35" fmla="*/ 1 h 105"/>
                  <a:gd name="T36" fmla="*/ 40 w 86"/>
                  <a:gd name="T37" fmla="*/ 0 h 105"/>
                  <a:gd name="T38" fmla="*/ 44 w 86"/>
                  <a:gd name="T39" fmla="*/ 2 h 105"/>
                  <a:gd name="T40" fmla="*/ 51 w 86"/>
                  <a:gd name="T41" fmla="*/ 12 h 105"/>
                  <a:gd name="T42" fmla="*/ 52 w 86"/>
                  <a:gd name="T43" fmla="*/ 22 h 105"/>
                  <a:gd name="T44" fmla="*/ 55 w 86"/>
                  <a:gd name="T45" fmla="*/ 26 h 105"/>
                  <a:gd name="T46" fmla="*/ 58 w 86"/>
                  <a:gd name="T47" fmla="*/ 25 h 105"/>
                  <a:gd name="T48" fmla="*/ 61 w 86"/>
                  <a:gd name="T49" fmla="*/ 22 h 105"/>
                  <a:gd name="T50" fmla="*/ 64 w 86"/>
                  <a:gd name="T51" fmla="*/ 20 h 105"/>
                  <a:gd name="T52" fmla="*/ 67 w 86"/>
                  <a:gd name="T53" fmla="*/ 19 h 105"/>
                  <a:gd name="T54" fmla="*/ 71 w 86"/>
                  <a:gd name="T55" fmla="*/ 20 h 105"/>
                  <a:gd name="T56" fmla="*/ 74 w 86"/>
                  <a:gd name="T57" fmla="*/ 22 h 105"/>
                  <a:gd name="T58" fmla="*/ 76 w 86"/>
                  <a:gd name="T59" fmla="*/ 24 h 105"/>
                  <a:gd name="T60" fmla="*/ 78 w 86"/>
                  <a:gd name="T61" fmla="*/ 26 h 105"/>
                  <a:gd name="T62" fmla="*/ 82 w 86"/>
                  <a:gd name="T63" fmla="*/ 28 h 105"/>
                  <a:gd name="T64" fmla="*/ 86 w 86"/>
                  <a:gd name="T65" fmla="*/ 33 h 105"/>
                  <a:gd name="T66" fmla="*/ 85 w 86"/>
                  <a:gd name="T67" fmla="*/ 35 h 105"/>
                  <a:gd name="T68" fmla="*/ 85 w 86"/>
                  <a:gd name="T69" fmla="*/ 37 h 105"/>
                  <a:gd name="T70" fmla="*/ 85 w 86"/>
                  <a:gd name="T71" fmla="*/ 38 h 105"/>
                  <a:gd name="T72" fmla="*/ 84 w 86"/>
                  <a:gd name="T73" fmla="*/ 39 h 105"/>
                  <a:gd name="T74" fmla="*/ 80 w 86"/>
                  <a:gd name="T75" fmla="*/ 41 h 105"/>
                  <a:gd name="T76" fmla="*/ 78 w 86"/>
                  <a:gd name="T77" fmla="*/ 43 h 105"/>
                  <a:gd name="T78" fmla="*/ 76 w 86"/>
                  <a:gd name="T79" fmla="*/ 44 h 105"/>
                  <a:gd name="T80" fmla="*/ 70 w 86"/>
                  <a:gd name="T81" fmla="*/ 47 h 105"/>
                  <a:gd name="T82" fmla="*/ 66 w 86"/>
                  <a:gd name="T83" fmla="*/ 49 h 105"/>
                  <a:gd name="T84" fmla="*/ 51 w 86"/>
                  <a:gd name="T85" fmla="*/ 54 h 105"/>
                  <a:gd name="T86" fmla="*/ 46 w 86"/>
                  <a:gd name="T87" fmla="*/ 56 h 105"/>
                  <a:gd name="T88" fmla="*/ 41 w 86"/>
                  <a:gd name="T89" fmla="*/ 59 h 105"/>
                  <a:gd name="T90" fmla="*/ 37 w 86"/>
                  <a:gd name="T91" fmla="*/ 64 h 105"/>
                  <a:gd name="T92" fmla="*/ 36 w 86"/>
                  <a:gd name="T93" fmla="*/ 67 h 105"/>
                  <a:gd name="T94" fmla="*/ 35 w 86"/>
                  <a:gd name="T95" fmla="*/ 68 h 105"/>
                  <a:gd name="T96" fmla="*/ 32 w 86"/>
                  <a:gd name="T97" fmla="*/ 72 h 105"/>
                  <a:gd name="T98" fmla="*/ 29 w 86"/>
                  <a:gd name="T99" fmla="*/ 79 h 105"/>
                  <a:gd name="T100" fmla="*/ 25 w 86"/>
                  <a:gd name="T101" fmla="*/ 88 h 105"/>
                  <a:gd name="T102" fmla="*/ 19 w 86"/>
                  <a:gd name="T103" fmla="*/ 100 h 105"/>
                  <a:gd name="T104" fmla="*/ 12 w 86"/>
                  <a:gd name="T105" fmla="*/ 104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105">
                    <a:moveTo>
                      <a:pt x="9" y="105"/>
                    </a:moveTo>
                    <a:cubicBezTo>
                      <a:pt x="8" y="105"/>
                      <a:pt x="6" y="104"/>
                      <a:pt x="6" y="104"/>
                    </a:cubicBezTo>
                    <a:cubicBezTo>
                      <a:pt x="5" y="103"/>
                      <a:pt x="4" y="102"/>
                      <a:pt x="4" y="102"/>
                    </a:cubicBezTo>
                    <a:cubicBezTo>
                      <a:pt x="3" y="100"/>
                      <a:pt x="2" y="100"/>
                      <a:pt x="2" y="99"/>
                    </a:cubicBezTo>
                    <a:cubicBezTo>
                      <a:pt x="1" y="98"/>
                      <a:pt x="0" y="96"/>
                      <a:pt x="0" y="96"/>
                    </a:cubicBezTo>
                    <a:cubicBezTo>
                      <a:pt x="0" y="92"/>
                      <a:pt x="1" y="90"/>
                      <a:pt x="2" y="88"/>
                    </a:cubicBezTo>
                    <a:cubicBezTo>
                      <a:pt x="3" y="86"/>
                      <a:pt x="4" y="84"/>
                      <a:pt x="6" y="83"/>
                    </a:cubicBezTo>
                    <a:cubicBezTo>
                      <a:pt x="6" y="81"/>
                      <a:pt x="7" y="79"/>
                      <a:pt x="8" y="78"/>
                    </a:cubicBezTo>
                    <a:cubicBezTo>
                      <a:pt x="8" y="77"/>
                      <a:pt x="8" y="77"/>
                      <a:pt x="9" y="77"/>
                    </a:cubicBezTo>
                    <a:cubicBezTo>
                      <a:pt x="9" y="72"/>
                      <a:pt x="13" y="69"/>
                      <a:pt x="15" y="65"/>
                    </a:cubicBezTo>
                    <a:cubicBezTo>
                      <a:pt x="16" y="63"/>
                      <a:pt x="17" y="62"/>
                      <a:pt x="17" y="60"/>
                    </a:cubicBezTo>
                    <a:cubicBezTo>
                      <a:pt x="17" y="60"/>
                      <a:pt x="16" y="59"/>
                      <a:pt x="16" y="59"/>
                    </a:cubicBezTo>
                    <a:cubicBezTo>
                      <a:pt x="16" y="59"/>
                      <a:pt x="15" y="59"/>
                      <a:pt x="15" y="58"/>
                    </a:cubicBezTo>
                    <a:cubicBezTo>
                      <a:pt x="14" y="58"/>
                      <a:pt x="14" y="58"/>
                      <a:pt x="13" y="58"/>
                    </a:cubicBezTo>
                    <a:cubicBezTo>
                      <a:pt x="13" y="57"/>
                      <a:pt x="12" y="57"/>
                      <a:pt x="12" y="57"/>
                    </a:cubicBezTo>
                    <a:cubicBezTo>
                      <a:pt x="10" y="56"/>
                      <a:pt x="9" y="55"/>
                      <a:pt x="7" y="55"/>
                    </a:cubicBezTo>
                    <a:cubicBezTo>
                      <a:pt x="5" y="53"/>
                      <a:pt x="3" y="51"/>
                      <a:pt x="3" y="50"/>
                    </a:cubicBezTo>
                    <a:cubicBezTo>
                      <a:pt x="3" y="50"/>
                      <a:pt x="3" y="49"/>
                      <a:pt x="3" y="49"/>
                    </a:cubicBezTo>
                    <a:cubicBezTo>
                      <a:pt x="3" y="46"/>
                      <a:pt x="3" y="43"/>
                      <a:pt x="4" y="41"/>
                    </a:cubicBezTo>
                    <a:cubicBezTo>
                      <a:pt x="4" y="40"/>
                      <a:pt x="4" y="39"/>
                      <a:pt x="4" y="39"/>
                    </a:cubicBezTo>
                    <a:cubicBezTo>
                      <a:pt x="5" y="38"/>
                      <a:pt x="5" y="37"/>
                      <a:pt x="6" y="36"/>
                    </a:cubicBezTo>
                    <a:cubicBezTo>
                      <a:pt x="7" y="36"/>
                      <a:pt x="7" y="35"/>
                      <a:pt x="9" y="35"/>
                    </a:cubicBezTo>
                    <a:cubicBezTo>
                      <a:pt x="9" y="34"/>
                      <a:pt x="10" y="34"/>
                      <a:pt x="12" y="34"/>
                    </a:cubicBezTo>
                    <a:cubicBezTo>
                      <a:pt x="12" y="34"/>
                      <a:pt x="12" y="33"/>
                      <a:pt x="13" y="33"/>
                    </a:cubicBezTo>
                    <a:cubicBezTo>
                      <a:pt x="13" y="33"/>
                      <a:pt x="14" y="33"/>
                      <a:pt x="14" y="33"/>
                    </a:cubicBezTo>
                    <a:cubicBezTo>
                      <a:pt x="15" y="32"/>
                      <a:pt x="24" y="32"/>
                      <a:pt x="26" y="32"/>
                    </a:cubicBezTo>
                    <a:cubicBezTo>
                      <a:pt x="26" y="32"/>
                      <a:pt x="27" y="32"/>
                      <a:pt x="27" y="31"/>
                    </a:cubicBezTo>
                    <a:cubicBezTo>
                      <a:pt x="27" y="30"/>
                      <a:pt x="27" y="29"/>
                      <a:pt x="28" y="28"/>
                    </a:cubicBezTo>
                    <a:cubicBezTo>
                      <a:pt x="27" y="28"/>
                      <a:pt x="27" y="28"/>
                      <a:pt x="27" y="28"/>
                    </a:cubicBezTo>
                    <a:cubicBezTo>
                      <a:pt x="27" y="27"/>
                      <a:pt x="27" y="26"/>
                      <a:pt x="27" y="25"/>
                    </a:cubicBezTo>
                    <a:cubicBezTo>
                      <a:pt x="27" y="24"/>
                      <a:pt x="27" y="23"/>
                      <a:pt x="27" y="22"/>
                    </a:cubicBezTo>
                    <a:cubicBezTo>
                      <a:pt x="25" y="21"/>
                      <a:pt x="25" y="19"/>
                      <a:pt x="24" y="19"/>
                    </a:cubicBezTo>
                    <a:cubicBezTo>
                      <a:pt x="24" y="17"/>
                      <a:pt x="24" y="16"/>
                      <a:pt x="24" y="14"/>
                    </a:cubicBezTo>
                    <a:cubicBezTo>
                      <a:pt x="25" y="10"/>
                      <a:pt x="26" y="8"/>
                      <a:pt x="28" y="6"/>
                    </a:cubicBezTo>
                    <a:cubicBezTo>
                      <a:pt x="28" y="5"/>
                      <a:pt x="29" y="4"/>
                      <a:pt x="30" y="3"/>
                    </a:cubicBezTo>
                    <a:cubicBezTo>
                      <a:pt x="30" y="3"/>
                      <a:pt x="31" y="2"/>
                      <a:pt x="32" y="1"/>
                    </a:cubicBezTo>
                    <a:cubicBezTo>
                      <a:pt x="32" y="1"/>
                      <a:pt x="33" y="0"/>
                      <a:pt x="35" y="0"/>
                    </a:cubicBezTo>
                    <a:cubicBezTo>
                      <a:pt x="36" y="0"/>
                      <a:pt x="38" y="0"/>
                      <a:pt x="40" y="0"/>
                    </a:cubicBezTo>
                    <a:cubicBezTo>
                      <a:pt x="40" y="0"/>
                      <a:pt x="41" y="1"/>
                      <a:pt x="42" y="1"/>
                    </a:cubicBezTo>
                    <a:cubicBezTo>
                      <a:pt x="42" y="1"/>
                      <a:pt x="43" y="2"/>
                      <a:pt x="44" y="2"/>
                    </a:cubicBezTo>
                    <a:cubicBezTo>
                      <a:pt x="44" y="2"/>
                      <a:pt x="46" y="5"/>
                      <a:pt x="46" y="5"/>
                    </a:cubicBezTo>
                    <a:cubicBezTo>
                      <a:pt x="48" y="7"/>
                      <a:pt x="49" y="8"/>
                      <a:pt x="51" y="12"/>
                    </a:cubicBezTo>
                    <a:cubicBezTo>
                      <a:pt x="51" y="13"/>
                      <a:pt x="51" y="14"/>
                      <a:pt x="52" y="15"/>
                    </a:cubicBezTo>
                    <a:cubicBezTo>
                      <a:pt x="52" y="17"/>
                      <a:pt x="52" y="20"/>
                      <a:pt x="52" y="22"/>
                    </a:cubicBezTo>
                    <a:cubicBezTo>
                      <a:pt x="52" y="23"/>
                      <a:pt x="52" y="25"/>
                      <a:pt x="52" y="27"/>
                    </a:cubicBezTo>
                    <a:cubicBezTo>
                      <a:pt x="53" y="27"/>
                      <a:pt x="53" y="26"/>
                      <a:pt x="55" y="26"/>
                    </a:cubicBezTo>
                    <a:cubicBezTo>
                      <a:pt x="55" y="26"/>
                      <a:pt x="55" y="25"/>
                      <a:pt x="56" y="25"/>
                    </a:cubicBezTo>
                    <a:cubicBezTo>
                      <a:pt x="57" y="25"/>
                      <a:pt x="57" y="25"/>
                      <a:pt x="58" y="25"/>
                    </a:cubicBezTo>
                    <a:cubicBezTo>
                      <a:pt x="58" y="24"/>
                      <a:pt x="59" y="24"/>
                      <a:pt x="59" y="24"/>
                    </a:cubicBezTo>
                    <a:cubicBezTo>
                      <a:pt x="60" y="24"/>
                      <a:pt x="60" y="23"/>
                      <a:pt x="61" y="22"/>
                    </a:cubicBezTo>
                    <a:cubicBezTo>
                      <a:pt x="62" y="22"/>
                      <a:pt x="63" y="21"/>
                      <a:pt x="63" y="21"/>
                    </a:cubicBezTo>
                    <a:cubicBezTo>
                      <a:pt x="63" y="21"/>
                      <a:pt x="64" y="21"/>
                      <a:pt x="64" y="20"/>
                    </a:cubicBezTo>
                    <a:cubicBezTo>
                      <a:pt x="65" y="20"/>
                      <a:pt x="65" y="20"/>
                      <a:pt x="65" y="20"/>
                    </a:cubicBezTo>
                    <a:cubicBezTo>
                      <a:pt x="66" y="20"/>
                      <a:pt x="65" y="19"/>
                      <a:pt x="67" y="19"/>
                    </a:cubicBezTo>
                    <a:cubicBezTo>
                      <a:pt x="68" y="19"/>
                      <a:pt x="69" y="19"/>
                      <a:pt x="70" y="19"/>
                    </a:cubicBezTo>
                    <a:cubicBezTo>
                      <a:pt x="70" y="19"/>
                      <a:pt x="71" y="19"/>
                      <a:pt x="71" y="20"/>
                    </a:cubicBezTo>
                    <a:cubicBezTo>
                      <a:pt x="72" y="20"/>
                      <a:pt x="72" y="20"/>
                      <a:pt x="73" y="20"/>
                    </a:cubicBezTo>
                    <a:cubicBezTo>
                      <a:pt x="73" y="21"/>
                      <a:pt x="73" y="21"/>
                      <a:pt x="74" y="22"/>
                    </a:cubicBezTo>
                    <a:cubicBezTo>
                      <a:pt x="74" y="22"/>
                      <a:pt x="75" y="23"/>
                      <a:pt x="75" y="23"/>
                    </a:cubicBezTo>
                    <a:cubicBezTo>
                      <a:pt x="76" y="24"/>
                      <a:pt x="76" y="24"/>
                      <a:pt x="76" y="24"/>
                    </a:cubicBezTo>
                    <a:cubicBezTo>
                      <a:pt x="76" y="25"/>
                      <a:pt x="76" y="25"/>
                      <a:pt x="77" y="25"/>
                    </a:cubicBezTo>
                    <a:cubicBezTo>
                      <a:pt x="77" y="26"/>
                      <a:pt x="77" y="26"/>
                      <a:pt x="78" y="26"/>
                    </a:cubicBezTo>
                    <a:cubicBezTo>
                      <a:pt x="78" y="26"/>
                      <a:pt x="79" y="27"/>
                      <a:pt x="79" y="27"/>
                    </a:cubicBezTo>
                    <a:cubicBezTo>
                      <a:pt x="80" y="27"/>
                      <a:pt x="81" y="28"/>
                      <a:pt x="82" y="28"/>
                    </a:cubicBezTo>
                    <a:cubicBezTo>
                      <a:pt x="82" y="29"/>
                      <a:pt x="83" y="29"/>
                      <a:pt x="84" y="30"/>
                    </a:cubicBezTo>
                    <a:cubicBezTo>
                      <a:pt x="85" y="31"/>
                      <a:pt x="85" y="32"/>
                      <a:pt x="86" y="33"/>
                    </a:cubicBezTo>
                    <a:cubicBezTo>
                      <a:pt x="86" y="33"/>
                      <a:pt x="86" y="33"/>
                      <a:pt x="86" y="34"/>
                    </a:cubicBezTo>
                    <a:cubicBezTo>
                      <a:pt x="85" y="34"/>
                      <a:pt x="86" y="34"/>
                      <a:pt x="85" y="35"/>
                    </a:cubicBezTo>
                    <a:cubicBezTo>
                      <a:pt x="85" y="35"/>
                      <a:pt x="85" y="36"/>
                      <a:pt x="85" y="36"/>
                    </a:cubicBezTo>
                    <a:cubicBezTo>
                      <a:pt x="85" y="36"/>
                      <a:pt x="85" y="36"/>
                      <a:pt x="85" y="37"/>
                    </a:cubicBezTo>
                    <a:cubicBezTo>
                      <a:pt x="85" y="37"/>
                      <a:pt x="85" y="37"/>
                      <a:pt x="85" y="37"/>
                    </a:cubicBezTo>
                    <a:cubicBezTo>
                      <a:pt x="85" y="38"/>
                      <a:pt x="85" y="38"/>
                      <a:pt x="85" y="38"/>
                    </a:cubicBezTo>
                    <a:cubicBezTo>
                      <a:pt x="84" y="38"/>
                      <a:pt x="84" y="38"/>
                      <a:pt x="84" y="39"/>
                    </a:cubicBezTo>
                    <a:cubicBezTo>
                      <a:pt x="84" y="39"/>
                      <a:pt x="84" y="39"/>
                      <a:pt x="84" y="39"/>
                    </a:cubicBezTo>
                    <a:cubicBezTo>
                      <a:pt x="83" y="40"/>
                      <a:pt x="83" y="40"/>
                      <a:pt x="82" y="40"/>
                    </a:cubicBezTo>
                    <a:cubicBezTo>
                      <a:pt x="81" y="41"/>
                      <a:pt x="81" y="41"/>
                      <a:pt x="80" y="41"/>
                    </a:cubicBezTo>
                    <a:cubicBezTo>
                      <a:pt x="80" y="41"/>
                      <a:pt x="80" y="42"/>
                      <a:pt x="80" y="42"/>
                    </a:cubicBezTo>
                    <a:cubicBezTo>
                      <a:pt x="79" y="42"/>
                      <a:pt x="79" y="43"/>
                      <a:pt x="78" y="43"/>
                    </a:cubicBezTo>
                    <a:cubicBezTo>
                      <a:pt x="78" y="43"/>
                      <a:pt x="77" y="43"/>
                      <a:pt x="77" y="43"/>
                    </a:cubicBezTo>
                    <a:cubicBezTo>
                      <a:pt x="77" y="43"/>
                      <a:pt x="76" y="44"/>
                      <a:pt x="76" y="44"/>
                    </a:cubicBezTo>
                    <a:cubicBezTo>
                      <a:pt x="75" y="45"/>
                      <a:pt x="74" y="45"/>
                      <a:pt x="73" y="46"/>
                    </a:cubicBezTo>
                    <a:cubicBezTo>
                      <a:pt x="71" y="46"/>
                      <a:pt x="71" y="46"/>
                      <a:pt x="70" y="47"/>
                    </a:cubicBezTo>
                    <a:cubicBezTo>
                      <a:pt x="69" y="47"/>
                      <a:pt x="69" y="47"/>
                      <a:pt x="69" y="48"/>
                    </a:cubicBezTo>
                    <a:cubicBezTo>
                      <a:pt x="68" y="48"/>
                      <a:pt x="66" y="48"/>
                      <a:pt x="66" y="49"/>
                    </a:cubicBezTo>
                    <a:cubicBezTo>
                      <a:pt x="64" y="50"/>
                      <a:pt x="61" y="51"/>
                      <a:pt x="58" y="52"/>
                    </a:cubicBezTo>
                    <a:cubicBezTo>
                      <a:pt x="56" y="53"/>
                      <a:pt x="53" y="53"/>
                      <a:pt x="51" y="54"/>
                    </a:cubicBezTo>
                    <a:cubicBezTo>
                      <a:pt x="50" y="54"/>
                      <a:pt x="48" y="55"/>
                      <a:pt x="47" y="56"/>
                    </a:cubicBezTo>
                    <a:cubicBezTo>
                      <a:pt x="46" y="56"/>
                      <a:pt x="46" y="56"/>
                      <a:pt x="46" y="56"/>
                    </a:cubicBezTo>
                    <a:cubicBezTo>
                      <a:pt x="45" y="56"/>
                      <a:pt x="44" y="57"/>
                      <a:pt x="44" y="57"/>
                    </a:cubicBezTo>
                    <a:cubicBezTo>
                      <a:pt x="43" y="58"/>
                      <a:pt x="42" y="58"/>
                      <a:pt x="41" y="59"/>
                    </a:cubicBezTo>
                    <a:cubicBezTo>
                      <a:pt x="41" y="59"/>
                      <a:pt x="40" y="61"/>
                      <a:pt x="39" y="61"/>
                    </a:cubicBezTo>
                    <a:cubicBezTo>
                      <a:pt x="39" y="62"/>
                      <a:pt x="38" y="63"/>
                      <a:pt x="37" y="64"/>
                    </a:cubicBezTo>
                    <a:cubicBezTo>
                      <a:pt x="37" y="64"/>
                      <a:pt x="37" y="65"/>
                      <a:pt x="36" y="65"/>
                    </a:cubicBezTo>
                    <a:cubicBezTo>
                      <a:pt x="36" y="66"/>
                      <a:pt x="36" y="66"/>
                      <a:pt x="36" y="67"/>
                    </a:cubicBezTo>
                    <a:cubicBezTo>
                      <a:pt x="35" y="67"/>
                      <a:pt x="35" y="67"/>
                      <a:pt x="35" y="67"/>
                    </a:cubicBezTo>
                    <a:cubicBezTo>
                      <a:pt x="35" y="67"/>
                      <a:pt x="35" y="68"/>
                      <a:pt x="35" y="68"/>
                    </a:cubicBezTo>
                    <a:cubicBezTo>
                      <a:pt x="34" y="68"/>
                      <a:pt x="34" y="69"/>
                      <a:pt x="34" y="69"/>
                    </a:cubicBezTo>
                    <a:cubicBezTo>
                      <a:pt x="33" y="70"/>
                      <a:pt x="33" y="70"/>
                      <a:pt x="32" y="72"/>
                    </a:cubicBezTo>
                    <a:cubicBezTo>
                      <a:pt x="31" y="74"/>
                      <a:pt x="30" y="76"/>
                      <a:pt x="29" y="78"/>
                    </a:cubicBezTo>
                    <a:cubicBezTo>
                      <a:pt x="29" y="79"/>
                      <a:pt x="29" y="79"/>
                      <a:pt x="29" y="79"/>
                    </a:cubicBezTo>
                    <a:cubicBezTo>
                      <a:pt x="28" y="80"/>
                      <a:pt x="26" y="85"/>
                      <a:pt x="26" y="86"/>
                    </a:cubicBezTo>
                    <a:cubicBezTo>
                      <a:pt x="25" y="87"/>
                      <a:pt x="25" y="87"/>
                      <a:pt x="25" y="88"/>
                    </a:cubicBezTo>
                    <a:cubicBezTo>
                      <a:pt x="25" y="89"/>
                      <a:pt x="23" y="93"/>
                      <a:pt x="22" y="94"/>
                    </a:cubicBezTo>
                    <a:cubicBezTo>
                      <a:pt x="20" y="96"/>
                      <a:pt x="20" y="97"/>
                      <a:pt x="19" y="100"/>
                    </a:cubicBezTo>
                    <a:cubicBezTo>
                      <a:pt x="17" y="101"/>
                      <a:pt x="17" y="101"/>
                      <a:pt x="16" y="103"/>
                    </a:cubicBezTo>
                    <a:cubicBezTo>
                      <a:pt x="15" y="103"/>
                      <a:pt x="13" y="104"/>
                      <a:pt x="12" y="104"/>
                    </a:cubicBezTo>
                    <a:cubicBezTo>
                      <a:pt x="10" y="104"/>
                      <a:pt x="11" y="105"/>
                      <a:pt x="9" y="10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4" name="Freeform 14"/>
              <p:cNvSpPr>
                <a:spLocks noEditPoints="1"/>
              </p:cNvSpPr>
              <p:nvPr/>
            </p:nvSpPr>
            <p:spPr bwMode="auto">
              <a:xfrm>
                <a:off x="3297238" y="3686175"/>
                <a:ext cx="2543175" cy="158750"/>
              </a:xfrm>
              <a:custGeom>
                <a:avLst/>
                <a:gdLst>
                  <a:gd name="T0" fmla="*/ 22 w 675"/>
                  <a:gd name="T1" fmla="*/ 17 h 42"/>
                  <a:gd name="T2" fmla="*/ 1 w 675"/>
                  <a:gd name="T3" fmla="*/ 2 h 42"/>
                  <a:gd name="T4" fmla="*/ 0 w 675"/>
                  <a:gd name="T5" fmla="*/ 41 h 42"/>
                  <a:gd name="T6" fmla="*/ 26 w 675"/>
                  <a:gd name="T7" fmla="*/ 32 h 42"/>
                  <a:gd name="T8" fmla="*/ 36 w 675"/>
                  <a:gd name="T9" fmla="*/ 36 h 42"/>
                  <a:gd name="T10" fmla="*/ 65 w 675"/>
                  <a:gd name="T11" fmla="*/ 41 h 42"/>
                  <a:gd name="T12" fmla="*/ 65 w 675"/>
                  <a:gd name="T13" fmla="*/ 1 h 42"/>
                  <a:gd name="T14" fmla="*/ 47 w 675"/>
                  <a:gd name="T15" fmla="*/ 40 h 42"/>
                  <a:gd name="T16" fmla="*/ 78 w 675"/>
                  <a:gd name="T17" fmla="*/ 30 h 42"/>
                  <a:gd name="T18" fmla="*/ 78 w 675"/>
                  <a:gd name="T19" fmla="*/ 37 h 42"/>
                  <a:gd name="T20" fmla="*/ 97 w 675"/>
                  <a:gd name="T21" fmla="*/ 40 h 42"/>
                  <a:gd name="T22" fmla="*/ 82 w 675"/>
                  <a:gd name="T23" fmla="*/ 26 h 42"/>
                  <a:gd name="T24" fmla="*/ 122 w 675"/>
                  <a:gd name="T25" fmla="*/ 3 h 42"/>
                  <a:gd name="T26" fmla="*/ 131 w 675"/>
                  <a:gd name="T27" fmla="*/ 40 h 42"/>
                  <a:gd name="T28" fmla="*/ 157 w 675"/>
                  <a:gd name="T29" fmla="*/ 7 h 42"/>
                  <a:gd name="T30" fmla="*/ 168 w 675"/>
                  <a:gd name="T31" fmla="*/ 40 h 42"/>
                  <a:gd name="T32" fmla="*/ 209 w 675"/>
                  <a:gd name="T33" fmla="*/ 31 h 42"/>
                  <a:gd name="T34" fmla="*/ 194 w 675"/>
                  <a:gd name="T35" fmla="*/ 22 h 42"/>
                  <a:gd name="T36" fmla="*/ 194 w 675"/>
                  <a:gd name="T37" fmla="*/ 19 h 42"/>
                  <a:gd name="T38" fmla="*/ 206 w 675"/>
                  <a:gd name="T39" fmla="*/ 10 h 42"/>
                  <a:gd name="T40" fmla="*/ 178 w 675"/>
                  <a:gd name="T41" fmla="*/ 39 h 42"/>
                  <a:gd name="T42" fmla="*/ 241 w 675"/>
                  <a:gd name="T43" fmla="*/ 2 h 42"/>
                  <a:gd name="T44" fmla="*/ 213 w 675"/>
                  <a:gd name="T45" fmla="*/ 2 h 42"/>
                  <a:gd name="T46" fmla="*/ 228 w 675"/>
                  <a:gd name="T47" fmla="*/ 40 h 42"/>
                  <a:gd name="T48" fmla="*/ 250 w 675"/>
                  <a:gd name="T49" fmla="*/ 10 h 42"/>
                  <a:gd name="T50" fmla="*/ 320 w 675"/>
                  <a:gd name="T51" fmla="*/ 4 h 42"/>
                  <a:gd name="T52" fmla="*/ 300 w 675"/>
                  <a:gd name="T53" fmla="*/ 3 h 42"/>
                  <a:gd name="T54" fmla="*/ 293 w 675"/>
                  <a:gd name="T55" fmla="*/ 27 h 42"/>
                  <a:gd name="T56" fmla="*/ 376 w 675"/>
                  <a:gd name="T57" fmla="*/ 1 h 42"/>
                  <a:gd name="T58" fmla="*/ 344 w 675"/>
                  <a:gd name="T59" fmla="*/ 1 h 42"/>
                  <a:gd name="T60" fmla="*/ 334 w 675"/>
                  <a:gd name="T61" fmla="*/ 41 h 42"/>
                  <a:gd name="T62" fmla="*/ 369 w 675"/>
                  <a:gd name="T63" fmla="*/ 41 h 42"/>
                  <a:gd name="T64" fmla="*/ 399 w 675"/>
                  <a:gd name="T65" fmla="*/ 41 h 42"/>
                  <a:gd name="T66" fmla="*/ 399 w 675"/>
                  <a:gd name="T67" fmla="*/ 1 h 42"/>
                  <a:gd name="T68" fmla="*/ 381 w 675"/>
                  <a:gd name="T69" fmla="*/ 40 h 42"/>
                  <a:gd name="T70" fmla="*/ 436 w 675"/>
                  <a:gd name="T71" fmla="*/ 9 h 42"/>
                  <a:gd name="T72" fmla="*/ 404 w 675"/>
                  <a:gd name="T73" fmla="*/ 1 h 42"/>
                  <a:gd name="T74" fmla="*/ 442 w 675"/>
                  <a:gd name="T75" fmla="*/ 3 h 42"/>
                  <a:gd name="T76" fmla="*/ 463 w 675"/>
                  <a:gd name="T77" fmla="*/ 39 h 42"/>
                  <a:gd name="T78" fmla="*/ 479 w 675"/>
                  <a:gd name="T79" fmla="*/ 13 h 42"/>
                  <a:gd name="T80" fmla="*/ 472 w 675"/>
                  <a:gd name="T81" fmla="*/ 3 h 42"/>
                  <a:gd name="T82" fmla="*/ 454 w 675"/>
                  <a:gd name="T83" fmla="*/ 3 h 42"/>
                  <a:gd name="T84" fmla="*/ 485 w 675"/>
                  <a:gd name="T85" fmla="*/ 31 h 42"/>
                  <a:gd name="T86" fmla="*/ 490 w 675"/>
                  <a:gd name="T87" fmla="*/ 2 h 42"/>
                  <a:gd name="T88" fmla="*/ 507 w 675"/>
                  <a:gd name="T89" fmla="*/ 41 h 42"/>
                  <a:gd name="T90" fmla="*/ 529 w 675"/>
                  <a:gd name="T91" fmla="*/ 41 h 42"/>
                  <a:gd name="T92" fmla="*/ 559 w 675"/>
                  <a:gd name="T93" fmla="*/ 0 h 42"/>
                  <a:gd name="T94" fmla="*/ 554 w 675"/>
                  <a:gd name="T95" fmla="*/ 28 h 42"/>
                  <a:gd name="T96" fmla="*/ 540 w 675"/>
                  <a:gd name="T97" fmla="*/ 40 h 42"/>
                  <a:gd name="T98" fmla="*/ 559 w 675"/>
                  <a:gd name="T99" fmla="*/ 13 h 42"/>
                  <a:gd name="T100" fmla="*/ 582 w 675"/>
                  <a:gd name="T101" fmla="*/ 35 h 42"/>
                  <a:gd name="T102" fmla="*/ 575 w 675"/>
                  <a:gd name="T103" fmla="*/ 3 h 42"/>
                  <a:gd name="T104" fmla="*/ 615 w 675"/>
                  <a:gd name="T105" fmla="*/ 39 h 42"/>
                  <a:gd name="T106" fmla="*/ 628 w 675"/>
                  <a:gd name="T107" fmla="*/ 1 h 42"/>
                  <a:gd name="T108" fmla="*/ 608 w 675"/>
                  <a:gd name="T109" fmla="*/ 34 h 42"/>
                  <a:gd name="T110" fmla="*/ 661 w 675"/>
                  <a:gd name="T111" fmla="*/ 1 h 42"/>
                  <a:gd name="T112" fmla="*/ 650 w 675"/>
                  <a:gd name="T113" fmla="*/ 2 h 42"/>
                  <a:gd name="T114" fmla="*/ 651 w 675"/>
                  <a:gd name="T115" fmla="*/ 23 h 42"/>
                  <a:gd name="T116" fmla="*/ 659 w 675"/>
                  <a:gd name="T117" fmla="*/ 3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75" h="42">
                    <a:moveTo>
                      <a:pt x="42" y="1"/>
                    </a:moveTo>
                    <a:cubicBezTo>
                      <a:pt x="27" y="1"/>
                      <a:pt x="27" y="1"/>
                      <a:pt x="27" y="1"/>
                    </a:cubicBezTo>
                    <a:cubicBezTo>
                      <a:pt x="27" y="2"/>
                      <a:pt x="27" y="2"/>
                      <a:pt x="27" y="2"/>
                    </a:cubicBezTo>
                    <a:cubicBezTo>
                      <a:pt x="28" y="2"/>
                      <a:pt x="28" y="2"/>
                      <a:pt x="28" y="2"/>
                    </a:cubicBezTo>
                    <a:cubicBezTo>
                      <a:pt x="31" y="3"/>
                      <a:pt x="32" y="3"/>
                      <a:pt x="32" y="4"/>
                    </a:cubicBezTo>
                    <a:cubicBezTo>
                      <a:pt x="32" y="5"/>
                      <a:pt x="31" y="7"/>
                      <a:pt x="29" y="8"/>
                    </a:cubicBezTo>
                    <a:cubicBezTo>
                      <a:pt x="22" y="17"/>
                      <a:pt x="22" y="17"/>
                      <a:pt x="22" y="17"/>
                    </a:cubicBezTo>
                    <a:cubicBezTo>
                      <a:pt x="20" y="13"/>
                      <a:pt x="20" y="13"/>
                      <a:pt x="20" y="13"/>
                    </a:cubicBezTo>
                    <a:cubicBezTo>
                      <a:pt x="16" y="8"/>
                      <a:pt x="14" y="5"/>
                      <a:pt x="15" y="4"/>
                    </a:cubicBezTo>
                    <a:cubicBezTo>
                      <a:pt x="14" y="3"/>
                      <a:pt x="16" y="2"/>
                      <a:pt x="19" y="2"/>
                    </a:cubicBezTo>
                    <a:cubicBezTo>
                      <a:pt x="19" y="2"/>
                      <a:pt x="19" y="2"/>
                      <a:pt x="19" y="2"/>
                    </a:cubicBezTo>
                    <a:cubicBezTo>
                      <a:pt x="19" y="1"/>
                      <a:pt x="19" y="1"/>
                      <a:pt x="19" y="1"/>
                    </a:cubicBezTo>
                    <a:cubicBezTo>
                      <a:pt x="1" y="1"/>
                      <a:pt x="1" y="1"/>
                      <a:pt x="1" y="1"/>
                    </a:cubicBezTo>
                    <a:cubicBezTo>
                      <a:pt x="1" y="2"/>
                      <a:pt x="1" y="2"/>
                      <a:pt x="1" y="2"/>
                    </a:cubicBezTo>
                    <a:cubicBezTo>
                      <a:pt x="3" y="2"/>
                      <a:pt x="5" y="3"/>
                      <a:pt x="6" y="4"/>
                    </a:cubicBezTo>
                    <a:cubicBezTo>
                      <a:pt x="7" y="5"/>
                      <a:pt x="9" y="8"/>
                      <a:pt x="12" y="12"/>
                    </a:cubicBezTo>
                    <a:cubicBezTo>
                      <a:pt x="19" y="22"/>
                      <a:pt x="19" y="22"/>
                      <a:pt x="19" y="22"/>
                    </a:cubicBezTo>
                    <a:cubicBezTo>
                      <a:pt x="9" y="33"/>
                      <a:pt x="9" y="33"/>
                      <a:pt x="9" y="33"/>
                    </a:cubicBezTo>
                    <a:cubicBezTo>
                      <a:pt x="6" y="37"/>
                      <a:pt x="5" y="39"/>
                      <a:pt x="4" y="39"/>
                    </a:cubicBezTo>
                    <a:cubicBezTo>
                      <a:pt x="3" y="40"/>
                      <a:pt x="2" y="40"/>
                      <a:pt x="0" y="40"/>
                    </a:cubicBezTo>
                    <a:cubicBezTo>
                      <a:pt x="0" y="41"/>
                      <a:pt x="0" y="41"/>
                      <a:pt x="0" y="41"/>
                    </a:cubicBezTo>
                    <a:cubicBezTo>
                      <a:pt x="14" y="41"/>
                      <a:pt x="14" y="41"/>
                      <a:pt x="14" y="41"/>
                    </a:cubicBezTo>
                    <a:cubicBezTo>
                      <a:pt x="14" y="40"/>
                      <a:pt x="14" y="40"/>
                      <a:pt x="14" y="40"/>
                    </a:cubicBezTo>
                    <a:cubicBezTo>
                      <a:pt x="11" y="40"/>
                      <a:pt x="10" y="39"/>
                      <a:pt x="10" y="38"/>
                    </a:cubicBezTo>
                    <a:cubicBezTo>
                      <a:pt x="10" y="37"/>
                      <a:pt x="11" y="36"/>
                      <a:pt x="12" y="33"/>
                    </a:cubicBezTo>
                    <a:cubicBezTo>
                      <a:pt x="13" y="33"/>
                      <a:pt x="13" y="33"/>
                      <a:pt x="13" y="33"/>
                    </a:cubicBezTo>
                    <a:cubicBezTo>
                      <a:pt x="20" y="24"/>
                      <a:pt x="20" y="24"/>
                      <a:pt x="20" y="24"/>
                    </a:cubicBezTo>
                    <a:cubicBezTo>
                      <a:pt x="26" y="32"/>
                      <a:pt x="26" y="32"/>
                      <a:pt x="26" y="32"/>
                    </a:cubicBezTo>
                    <a:cubicBezTo>
                      <a:pt x="28" y="35"/>
                      <a:pt x="29" y="37"/>
                      <a:pt x="29" y="38"/>
                    </a:cubicBezTo>
                    <a:cubicBezTo>
                      <a:pt x="29" y="39"/>
                      <a:pt x="28" y="40"/>
                      <a:pt x="25" y="40"/>
                    </a:cubicBezTo>
                    <a:cubicBezTo>
                      <a:pt x="25" y="40"/>
                      <a:pt x="25" y="40"/>
                      <a:pt x="24" y="40"/>
                    </a:cubicBezTo>
                    <a:cubicBezTo>
                      <a:pt x="24" y="41"/>
                      <a:pt x="24" y="41"/>
                      <a:pt x="24" y="41"/>
                    </a:cubicBezTo>
                    <a:cubicBezTo>
                      <a:pt x="42" y="41"/>
                      <a:pt x="42" y="41"/>
                      <a:pt x="42" y="41"/>
                    </a:cubicBezTo>
                    <a:cubicBezTo>
                      <a:pt x="42" y="40"/>
                      <a:pt x="42" y="40"/>
                      <a:pt x="42" y="40"/>
                    </a:cubicBezTo>
                    <a:cubicBezTo>
                      <a:pt x="40" y="40"/>
                      <a:pt x="38" y="39"/>
                      <a:pt x="36" y="36"/>
                    </a:cubicBezTo>
                    <a:cubicBezTo>
                      <a:pt x="24" y="19"/>
                      <a:pt x="24" y="19"/>
                      <a:pt x="24" y="19"/>
                    </a:cubicBezTo>
                    <a:cubicBezTo>
                      <a:pt x="33" y="8"/>
                      <a:pt x="33" y="8"/>
                      <a:pt x="33" y="8"/>
                    </a:cubicBezTo>
                    <a:cubicBezTo>
                      <a:pt x="35" y="6"/>
                      <a:pt x="36" y="4"/>
                      <a:pt x="37" y="3"/>
                    </a:cubicBezTo>
                    <a:cubicBezTo>
                      <a:pt x="38" y="3"/>
                      <a:pt x="40" y="2"/>
                      <a:pt x="42" y="2"/>
                    </a:cubicBezTo>
                    <a:cubicBezTo>
                      <a:pt x="42" y="1"/>
                      <a:pt x="42" y="1"/>
                      <a:pt x="42" y="1"/>
                    </a:cubicBezTo>
                    <a:close/>
                    <a:moveTo>
                      <a:pt x="47" y="41"/>
                    </a:moveTo>
                    <a:cubicBezTo>
                      <a:pt x="65" y="41"/>
                      <a:pt x="65" y="41"/>
                      <a:pt x="65" y="41"/>
                    </a:cubicBezTo>
                    <a:cubicBezTo>
                      <a:pt x="65" y="40"/>
                      <a:pt x="65" y="40"/>
                      <a:pt x="65" y="40"/>
                    </a:cubicBezTo>
                    <a:cubicBezTo>
                      <a:pt x="63" y="40"/>
                      <a:pt x="61" y="40"/>
                      <a:pt x="61" y="39"/>
                    </a:cubicBezTo>
                    <a:cubicBezTo>
                      <a:pt x="60" y="38"/>
                      <a:pt x="60" y="37"/>
                      <a:pt x="60" y="35"/>
                    </a:cubicBezTo>
                    <a:cubicBezTo>
                      <a:pt x="60" y="8"/>
                      <a:pt x="60" y="8"/>
                      <a:pt x="60" y="8"/>
                    </a:cubicBezTo>
                    <a:cubicBezTo>
                      <a:pt x="60" y="5"/>
                      <a:pt x="60" y="4"/>
                      <a:pt x="61" y="3"/>
                    </a:cubicBezTo>
                    <a:cubicBezTo>
                      <a:pt x="61" y="3"/>
                      <a:pt x="63" y="2"/>
                      <a:pt x="65" y="2"/>
                    </a:cubicBezTo>
                    <a:cubicBezTo>
                      <a:pt x="65" y="1"/>
                      <a:pt x="65" y="1"/>
                      <a:pt x="65" y="1"/>
                    </a:cubicBezTo>
                    <a:cubicBezTo>
                      <a:pt x="47" y="1"/>
                      <a:pt x="47" y="1"/>
                      <a:pt x="47" y="1"/>
                    </a:cubicBezTo>
                    <a:cubicBezTo>
                      <a:pt x="47" y="2"/>
                      <a:pt x="47" y="2"/>
                      <a:pt x="47" y="2"/>
                    </a:cubicBezTo>
                    <a:cubicBezTo>
                      <a:pt x="50" y="2"/>
                      <a:pt x="52" y="3"/>
                      <a:pt x="52" y="3"/>
                    </a:cubicBezTo>
                    <a:cubicBezTo>
                      <a:pt x="53" y="4"/>
                      <a:pt x="53" y="5"/>
                      <a:pt x="53" y="8"/>
                    </a:cubicBezTo>
                    <a:cubicBezTo>
                      <a:pt x="53" y="35"/>
                      <a:pt x="53" y="35"/>
                      <a:pt x="53" y="35"/>
                    </a:cubicBezTo>
                    <a:cubicBezTo>
                      <a:pt x="53" y="37"/>
                      <a:pt x="53" y="38"/>
                      <a:pt x="52" y="39"/>
                    </a:cubicBezTo>
                    <a:cubicBezTo>
                      <a:pt x="51" y="40"/>
                      <a:pt x="50" y="40"/>
                      <a:pt x="47" y="40"/>
                    </a:cubicBezTo>
                    <a:cubicBezTo>
                      <a:pt x="47" y="41"/>
                      <a:pt x="47" y="41"/>
                      <a:pt x="47" y="41"/>
                    </a:cubicBezTo>
                    <a:close/>
                    <a:moveTo>
                      <a:pt x="112" y="40"/>
                    </a:moveTo>
                    <a:cubicBezTo>
                      <a:pt x="111" y="40"/>
                      <a:pt x="110" y="40"/>
                      <a:pt x="109" y="39"/>
                    </a:cubicBezTo>
                    <a:cubicBezTo>
                      <a:pt x="109" y="38"/>
                      <a:pt x="108" y="37"/>
                      <a:pt x="107" y="35"/>
                    </a:cubicBezTo>
                    <a:cubicBezTo>
                      <a:pt x="92" y="0"/>
                      <a:pt x="92" y="0"/>
                      <a:pt x="92" y="0"/>
                    </a:cubicBezTo>
                    <a:cubicBezTo>
                      <a:pt x="90" y="0"/>
                      <a:pt x="90" y="0"/>
                      <a:pt x="90" y="0"/>
                    </a:cubicBezTo>
                    <a:cubicBezTo>
                      <a:pt x="78" y="30"/>
                      <a:pt x="78" y="30"/>
                      <a:pt x="78" y="30"/>
                    </a:cubicBezTo>
                    <a:cubicBezTo>
                      <a:pt x="78" y="30"/>
                      <a:pt x="78" y="31"/>
                      <a:pt x="77" y="31"/>
                    </a:cubicBezTo>
                    <a:cubicBezTo>
                      <a:pt x="76" y="35"/>
                      <a:pt x="74" y="38"/>
                      <a:pt x="73" y="39"/>
                    </a:cubicBezTo>
                    <a:cubicBezTo>
                      <a:pt x="72" y="40"/>
                      <a:pt x="71" y="40"/>
                      <a:pt x="70" y="40"/>
                    </a:cubicBezTo>
                    <a:cubicBezTo>
                      <a:pt x="70" y="41"/>
                      <a:pt x="70" y="41"/>
                      <a:pt x="70" y="41"/>
                    </a:cubicBezTo>
                    <a:cubicBezTo>
                      <a:pt x="82" y="41"/>
                      <a:pt x="82" y="41"/>
                      <a:pt x="82" y="41"/>
                    </a:cubicBezTo>
                    <a:cubicBezTo>
                      <a:pt x="82" y="40"/>
                      <a:pt x="82" y="40"/>
                      <a:pt x="82" y="40"/>
                    </a:cubicBezTo>
                    <a:cubicBezTo>
                      <a:pt x="80" y="40"/>
                      <a:pt x="78" y="39"/>
                      <a:pt x="78" y="37"/>
                    </a:cubicBezTo>
                    <a:cubicBezTo>
                      <a:pt x="78" y="37"/>
                      <a:pt x="78" y="36"/>
                      <a:pt x="79" y="35"/>
                    </a:cubicBezTo>
                    <a:cubicBezTo>
                      <a:pt x="82" y="28"/>
                      <a:pt x="82" y="28"/>
                      <a:pt x="82" y="28"/>
                    </a:cubicBezTo>
                    <a:cubicBezTo>
                      <a:pt x="97" y="28"/>
                      <a:pt x="97" y="28"/>
                      <a:pt x="97" y="28"/>
                    </a:cubicBezTo>
                    <a:cubicBezTo>
                      <a:pt x="100" y="34"/>
                      <a:pt x="100" y="34"/>
                      <a:pt x="100" y="34"/>
                    </a:cubicBezTo>
                    <a:cubicBezTo>
                      <a:pt x="100" y="34"/>
                      <a:pt x="100" y="34"/>
                      <a:pt x="100" y="35"/>
                    </a:cubicBezTo>
                    <a:cubicBezTo>
                      <a:pt x="101" y="36"/>
                      <a:pt x="101" y="37"/>
                      <a:pt x="101" y="38"/>
                    </a:cubicBezTo>
                    <a:cubicBezTo>
                      <a:pt x="101" y="39"/>
                      <a:pt x="100" y="40"/>
                      <a:pt x="97" y="40"/>
                    </a:cubicBezTo>
                    <a:cubicBezTo>
                      <a:pt x="97" y="41"/>
                      <a:pt x="97" y="41"/>
                      <a:pt x="97" y="41"/>
                    </a:cubicBezTo>
                    <a:cubicBezTo>
                      <a:pt x="112" y="41"/>
                      <a:pt x="112" y="41"/>
                      <a:pt x="112" y="41"/>
                    </a:cubicBezTo>
                    <a:cubicBezTo>
                      <a:pt x="112" y="40"/>
                      <a:pt x="112" y="40"/>
                      <a:pt x="112" y="40"/>
                    </a:cubicBezTo>
                    <a:close/>
                    <a:moveTo>
                      <a:pt x="82" y="26"/>
                    </a:moveTo>
                    <a:cubicBezTo>
                      <a:pt x="90" y="9"/>
                      <a:pt x="90" y="9"/>
                      <a:pt x="90" y="9"/>
                    </a:cubicBezTo>
                    <a:cubicBezTo>
                      <a:pt x="96" y="26"/>
                      <a:pt x="96" y="26"/>
                      <a:pt x="96" y="26"/>
                    </a:cubicBezTo>
                    <a:cubicBezTo>
                      <a:pt x="82" y="26"/>
                      <a:pt x="82" y="26"/>
                      <a:pt x="82" y="26"/>
                    </a:cubicBezTo>
                    <a:close/>
                    <a:moveTo>
                      <a:pt x="168" y="1"/>
                    </a:moveTo>
                    <a:cubicBezTo>
                      <a:pt x="156" y="1"/>
                      <a:pt x="156" y="1"/>
                      <a:pt x="156" y="1"/>
                    </a:cubicBezTo>
                    <a:cubicBezTo>
                      <a:pt x="143" y="32"/>
                      <a:pt x="143" y="32"/>
                      <a:pt x="143" y="32"/>
                    </a:cubicBezTo>
                    <a:cubicBezTo>
                      <a:pt x="129" y="1"/>
                      <a:pt x="129" y="1"/>
                      <a:pt x="129" y="1"/>
                    </a:cubicBezTo>
                    <a:cubicBezTo>
                      <a:pt x="117" y="1"/>
                      <a:pt x="117" y="1"/>
                      <a:pt x="117" y="1"/>
                    </a:cubicBezTo>
                    <a:cubicBezTo>
                      <a:pt x="117" y="2"/>
                      <a:pt x="117" y="2"/>
                      <a:pt x="117" y="2"/>
                    </a:cubicBezTo>
                    <a:cubicBezTo>
                      <a:pt x="119" y="2"/>
                      <a:pt x="121" y="3"/>
                      <a:pt x="122" y="3"/>
                    </a:cubicBezTo>
                    <a:cubicBezTo>
                      <a:pt x="122" y="4"/>
                      <a:pt x="123" y="5"/>
                      <a:pt x="123" y="8"/>
                    </a:cubicBezTo>
                    <a:cubicBezTo>
                      <a:pt x="123" y="32"/>
                      <a:pt x="123" y="32"/>
                      <a:pt x="123" y="32"/>
                    </a:cubicBezTo>
                    <a:cubicBezTo>
                      <a:pt x="123" y="35"/>
                      <a:pt x="122" y="37"/>
                      <a:pt x="121" y="38"/>
                    </a:cubicBezTo>
                    <a:cubicBezTo>
                      <a:pt x="121" y="39"/>
                      <a:pt x="119" y="40"/>
                      <a:pt x="117" y="40"/>
                    </a:cubicBezTo>
                    <a:cubicBezTo>
                      <a:pt x="117" y="41"/>
                      <a:pt x="117" y="41"/>
                      <a:pt x="117" y="41"/>
                    </a:cubicBezTo>
                    <a:cubicBezTo>
                      <a:pt x="131" y="41"/>
                      <a:pt x="131" y="41"/>
                      <a:pt x="131" y="41"/>
                    </a:cubicBezTo>
                    <a:cubicBezTo>
                      <a:pt x="131" y="40"/>
                      <a:pt x="131" y="40"/>
                      <a:pt x="131" y="40"/>
                    </a:cubicBezTo>
                    <a:cubicBezTo>
                      <a:pt x="129" y="40"/>
                      <a:pt x="127" y="39"/>
                      <a:pt x="126" y="38"/>
                    </a:cubicBezTo>
                    <a:cubicBezTo>
                      <a:pt x="126" y="37"/>
                      <a:pt x="125" y="35"/>
                      <a:pt x="125" y="32"/>
                    </a:cubicBezTo>
                    <a:cubicBezTo>
                      <a:pt x="125" y="8"/>
                      <a:pt x="125" y="8"/>
                      <a:pt x="125" y="8"/>
                    </a:cubicBezTo>
                    <a:cubicBezTo>
                      <a:pt x="125" y="8"/>
                      <a:pt x="125" y="8"/>
                      <a:pt x="125" y="8"/>
                    </a:cubicBezTo>
                    <a:cubicBezTo>
                      <a:pt x="140" y="41"/>
                      <a:pt x="140" y="41"/>
                      <a:pt x="140" y="41"/>
                    </a:cubicBezTo>
                    <a:cubicBezTo>
                      <a:pt x="141" y="41"/>
                      <a:pt x="141" y="41"/>
                      <a:pt x="141" y="41"/>
                    </a:cubicBezTo>
                    <a:cubicBezTo>
                      <a:pt x="157" y="7"/>
                      <a:pt x="157" y="7"/>
                      <a:pt x="157" y="7"/>
                    </a:cubicBezTo>
                    <a:cubicBezTo>
                      <a:pt x="157" y="7"/>
                      <a:pt x="157" y="7"/>
                      <a:pt x="157" y="7"/>
                    </a:cubicBezTo>
                    <a:cubicBezTo>
                      <a:pt x="157" y="34"/>
                      <a:pt x="157" y="34"/>
                      <a:pt x="157" y="34"/>
                    </a:cubicBezTo>
                    <a:cubicBezTo>
                      <a:pt x="157" y="36"/>
                      <a:pt x="157" y="38"/>
                      <a:pt x="156" y="39"/>
                    </a:cubicBezTo>
                    <a:cubicBezTo>
                      <a:pt x="155" y="39"/>
                      <a:pt x="154" y="40"/>
                      <a:pt x="151" y="40"/>
                    </a:cubicBezTo>
                    <a:cubicBezTo>
                      <a:pt x="151" y="41"/>
                      <a:pt x="151" y="41"/>
                      <a:pt x="151" y="41"/>
                    </a:cubicBezTo>
                    <a:cubicBezTo>
                      <a:pt x="168" y="41"/>
                      <a:pt x="168" y="41"/>
                      <a:pt x="168" y="41"/>
                    </a:cubicBezTo>
                    <a:cubicBezTo>
                      <a:pt x="168" y="40"/>
                      <a:pt x="168" y="40"/>
                      <a:pt x="168" y="40"/>
                    </a:cubicBezTo>
                    <a:cubicBezTo>
                      <a:pt x="166" y="40"/>
                      <a:pt x="165" y="39"/>
                      <a:pt x="164" y="39"/>
                    </a:cubicBezTo>
                    <a:cubicBezTo>
                      <a:pt x="163" y="38"/>
                      <a:pt x="163" y="37"/>
                      <a:pt x="163" y="35"/>
                    </a:cubicBezTo>
                    <a:cubicBezTo>
                      <a:pt x="163" y="8"/>
                      <a:pt x="163" y="8"/>
                      <a:pt x="163" y="8"/>
                    </a:cubicBezTo>
                    <a:cubicBezTo>
                      <a:pt x="163" y="6"/>
                      <a:pt x="163" y="4"/>
                      <a:pt x="164" y="3"/>
                    </a:cubicBezTo>
                    <a:cubicBezTo>
                      <a:pt x="165" y="3"/>
                      <a:pt x="166" y="2"/>
                      <a:pt x="168" y="2"/>
                    </a:cubicBezTo>
                    <a:cubicBezTo>
                      <a:pt x="168" y="1"/>
                      <a:pt x="168" y="1"/>
                      <a:pt x="168" y="1"/>
                    </a:cubicBezTo>
                    <a:close/>
                    <a:moveTo>
                      <a:pt x="209" y="31"/>
                    </a:moveTo>
                    <a:cubicBezTo>
                      <a:pt x="207" y="31"/>
                      <a:pt x="207" y="31"/>
                      <a:pt x="207" y="31"/>
                    </a:cubicBezTo>
                    <a:cubicBezTo>
                      <a:pt x="206" y="34"/>
                      <a:pt x="204" y="36"/>
                      <a:pt x="203" y="37"/>
                    </a:cubicBezTo>
                    <a:cubicBezTo>
                      <a:pt x="201" y="38"/>
                      <a:pt x="198" y="39"/>
                      <a:pt x="194" y="39"/>
                    </a:cubicBezTo>
                    <a:cubicBezTo>
                      <a:pt x="189" y="39"/>
                      <a:pt x="186" y="39"/>
                      <a:pt x="186" y="39"/>
                    </a:cubicBezTo>
                    <a:cubicBezTo>
                      <a:pt x="185" y="38"/>
                      <a:pt x="185" y="38"/>
                      <a:pt x="185" y="36"/>
                    </a:cubicBezTo>
                    <a:cubicBezTo>
                      <a:pt x="185" y="21"/>
                      <a:pt x="185" y="21"/>
                      <a:pt x="185" y="21"/>
                    </a:cubicBezTo>
                    <a:cubicBezTo>
                      <a:pt x="194" y="22"/>
                      <a:pt x="194" y="22"/>
                      <a:pt x="194" y="22"/>
                    </a:cubicBezTo>
                    <a:cubicBezTo>
                      <a:pt x="197" y="22"/>
                      <a:pt x="198" y="22"/>
                      <a:pt x="199" y="23"/>
                    </a:cubicBezTo>
                    <a:cubicBezTo>
                      <a:pt x="200" y="23"/>
                      <a:pt x="201" y="25"/>
                      <a:pt x="201" y="27"/>
                    </a:cubicBezTo>
                    <a:cubicBezTo>
                      <a:pt x="202" y="27"/>
                      <a:pt x="202" y="27"/>
                      <a:pt x="202" y="27"/>
                    </a:cubicBezTo>
                    <a:cubicBezTo>
                      <a:pt x="202" y="13"/>
                      <a:pt x="202" y="13"/>
                      <a:pt x="202" y="13"/>
                    </a:cubicBezTo>
                    <a:cubicBezTo>
                      <a:pt x="201" y="13"/>
                      <a:pt x="201" y="13"/>
                      <a:pt x="201" y="13"/>
                    </a:cubicBezTo>
                    <a:cubicBezTo>
                      <a:pt x="201" y="16"/>
                      <a:pt x="200" y="17"/>
                      <a:pt x="199" y="18"/>
                    </a:cubicBezTo>
                    <a:cubicBezTo>
                      <a:pt x="198" y="19"/>
                      <a:pt x="197" y="19"/>
                      <a:pt x="194" y="19"/>
                    </a:cubicBezTo>
                    <a:cubicBezTo>
                      <a:pt x="185" y="19"/>
                      <a:pt x="185" y="19"/>
                      <a:pt x="185" y="19"/>
                    </a:cubicBezTo>
                    <a:cubicBezTo>
                      <a:pt x="185" y="5"/>
                      <a:pt x="185" y="5"/>
                      <a:pt x="185" y="5"/>
                    </a:cubicBezTo>
                    <a:cubicBezTo>
                      <a:pt x="185" y="4"/>
                      <a:pt x="186" y="3"/>
                      <a:pt x="187" y="3"/>
                    </a:cubicBezTo>
                    <a:cubicBezTo>
                      <a:pt x="195" y="3"/>
                      <a:pt x="195" y="3"/>
                      <a:pt x="195" y="3"/>
                    </a:cubicBezTo>
                    <a:cubicBezTo>
                      <a:pt x="199" y="3"/>
                      <a:pt x="201" y="4"/>
                      <a:pt x="202" y="5"/>
                    </a:cubicBezTo>
                    <a:cubicBezTo>
                      <a:pt x="203" y="5"/>
                      <a:pt x="204" y="7"/>
                      <a:pt x="204" y="10"/>
                    </a:cubicBezTo>
                    <a:cubicBezTo>
                      <a:pt x="206" y="10"/>
                      <a:pt x="206" y="10"/>
                      <a:pt x="206" y="10"/>
                    </a:cubicBezTo>
                    <a:cubicBezTo>
                      <a:pt x="206" y="1"/>
                      <a:pt x="206" y="1"/>
                      <a:pt x="206" y="1"/>
                    </a:cubicBezTo>
                    <a:cubicBezTo>
                      <a:pt x="173" y="1"/>
                      <a:pt x="173" y="1"/>
                      <a:pt x="173" y="1"/>
                    </a:cubicBezTo>
                    <a:cubicBezTo>
                      <a:pt x="173" y="2"/>
                      <a:pt x="173" y="2"/>
                      <a:pt x="173" y="2"/>
                    </a:cubicBezTo>
                    <a:cubicBezTo>
                      <a:pt x="176" y="2"/>
                      <a:pt x="177" y="3"/>
                      <a:pt x="178" y="3"/>
                    </a:cubicBezTo>
                    <a:cubicBezTo>
                      <a:pt x="178" y="4"/>
                      <a:pt x="179" y="6"/>
                      <a:pt x="179" y="8"/>
                    </a:cubicBezTo>
                    <a:cubicBezTo>
                      <a:pt x="179" y="35"/>
                      <a:pt x="179" y="35"/>
                      <a:pt x="179" y="35"/>
                    </a:cubicBezTo>
                    <a:cubicBezTo>
                      <a:pt x="179" y="37"/>
                      <a:pt x="178" y="38"/>
                      <a:pt x="178" y="39"/>
                    </a:cubicBezTo>
                    <a:cubicBezTo>
                      <a:pt x="177" y="39"/>
                      <a:pt x="176" y="40"/>
                      <a:pt x="173" y="40"/>
                    </a:cubicBezTo>
                    <a:cubicBezTo>
                      <a:pt x="173" y="41"/>
                      <a:pt x="173" y="41"/>
                      <a:pt x="173" y="41"/>
                    </a:cubicBezTo>
                    <a:cubicBezTo>
                      <a:pt x="206" y="41"/>
                      <a:pt x="206" y="41"/>
                      <a:pt x="206" y="41"/>
                    </a:cubicBezTo>
                    <a:cubicBezTo>
                      <a:pt x="209" y="31"/>
                      <a:pt x="209" y="31"/>
                      <a:pt x="209" y="31"/>
                    </a:cubicBezTo>
                    <a:close/>
                    <a:moveTo>
                      <a:pt x="255" y="1"/>
                    </a:moveTo>
                    <a:cubicBezTo>
                      <a:pt x="241" y="1"/>
                      <a:pt x="241" y="1"/>
                      <a:pt x="241" y="1"/>
                    </a:cubicBezTo>
                    <a:cubicBezTo>
                      <a:pt x="241" y="2"/>
                      <a:pt x="241" y="2"/>
                      <a:pt x="241" y="2"/>
                    </a:cubicBezTo>
                    <a:cubicBezTo>
                      <a:pt x="244" y="2"/>
                      <a:pt x="245" y="3"/>
                      <a:pt x="246" y="4"/>
                    </a:cubicBezTo>
                    <a:cubicBezTo>
                      <a:pt x="247" y="5"/>
                      <a:pt x="247" y="7"/>
                      <a:pt x="247" y="10"/>
                    </a:cubicBezTo>
                    <a:cubicBezTo>
                      <a:pt x="247" y="30"/>
                      <a:pt x="247" y="30"/>
                      <a:pt x="247" y="30"/>
                    </a:cubicBezTo>
                    <a:cubicBezTo>
                      <a:pt x="247" y="30"/>
                      <a:pt x="247" y="30"/>
                      <a:pt x="247" y="30"/>
                    </a:cubicBezTo>
                    <a:cubicBezTo>
                      <a:pt x="224" y="1"/>
                      <a:pt x="224" y="1"/>
                      <a:pt x="224" y="1"/>
                    </a:cubicBezTo>
                    <a:cubicBezTo>
                      <a:pt x="213" y="1"/>
                      <a:pt x="213" y="1"/>
                      <a:pt x="213" y="1"/>
                    </a:cubicBezTo>
                    <a:cubicBezTo>
                      <a:pt x="213" y="2"/>
                      <a:pt x="213" y="2"/>
                      <a:pt x="213" y="2"/>
                    </a:cubicBezTo>
                    <a:cubicBezTo>
                      <a:pt x="215" y="2"/>
                      <a:pt x="217" y="3"/>
                      <a:pt x="219" y="5"/>
                    </a:cubicBezTo>
                    <a:cubicBezTo>
                      <a:pt x="219" y="32"/>
                      <a:pt x="219" y="32"/>
                      <a:pt x="219" y="32"/>
                    </a:cubicBezTo>
                    <a:cubicBezTo>
                      <a:pt x="219" y="35"/>
                      <a:pt x="219" y="37"/>
                      <a:pt x="218" y="38"/>
                    </a:cubicBezTo>
                    <a:cubicBezTo>
                      <a:pt x="217" y="39"/>
                      <a:pt x="216" y="40"/>
                      <a:pt x="213" y="40"/>
                    </a:cubicBezTo>
                    <a:cubicBezTo>
                      <a:pt x="213" y="41"/>
                      <a:pt x="213" y="41"/>
                      <a:pt x="213" y="41"/>
                    </a:cubicBezTo>
                    <a:cubicBezTo>
                      <a:pt x="228" y="41"/>
                      <a:pt x="228" y="41"/>
                      <a:pt x="228" y="41"/>
                    </a:cubicBezTo>
                    <a:cubicBezTo>
                      <a:pt x="228" y="40"/>
                      <a:pt x="228" y="40"/>
                      <a:pt x="228" y="40"/>
                    </a:cubicBezTo>
                    <a:cubicBezTo>
                      <a:pt x="225" y="40"/>
                      <a:pt x="224" y="39"/>
                      <a:pt x="223" y="38"/>
                    </a:cubicBezTo>
                    <a:cubicBezTo>
                      <a:pt x="222" y="37"/>
                      <a:pt x="222" y="35"/>
                      <a:pt x="222" y="32"/>
                    </a:cubicBezTo>
                    <a:cubicBezTo>
                      <a:pt x="222" y="9"/>
                      <a:pt x="222" y="9"/>
                      <a:pt x="222" y="9"/>
                    </a:cubicBezTo>
                    <a:cubicBezTo>
                      <a:pt x="222" y="9"/>
                      <a:pt x="222" y="9"/>
                      <a:pt x="222" y="9"/>
                    </a:cubicBezTo>
                    <a:cubicBezTo>
                      <a:pt x="249" y="41"/>
                      <a:pt x="249" y="41"/>
                      <a:pt x="249" y="41"/>
                    </a:cubicBezTo>
                    <a:cubicBezTo>
                      <a:pt x="250" y="41"/>
                      <a:pt x="250" y="41"/>
                      <a:pt x="250" y="41"/>
                    </a:cubicBezTo>
                    <a:cubicBezTo>
                      <a:pt x="250" y="10"/>
                      <a:pt x="250" y="10"/>
                      <a:pt x="250" y="10"/>
                    </a:cubicBezTo>
                    <a:cubicBezTo>
                      <a:pt x="250" y="7"/>
                      <a:pt x="250" y="5"/>
                      <a:pt x="251" y="4"/>
                    </a:cubicBezTo>
                    <a:cubicBezTo>
                      <a:pt x="251" y="3"/>
                      <a:pt x="253" y="2"/>
                      <a:pt x="255" y="2"/>
                    </a:cubicBezTo>
                    <a:cubicBezTo>
                      <a:pt x="255" y="1"/>
                      <a:pt x="255" y="1"/>
                      <a:pt x="255" y="1"/>
                    </a:cubicBezTo>
                    <a:close/>
                    <a:moveTo>
                      <a:pt x="329" y="1"/>
                    </a:moveTo>
                    <a:cubicBezTo>
                      <a:pt x="315" y="1"/>
                      <a:pt x="315" y="1"/>
                      <a:pt x="315" y="1"/>
                    </a:cubicBezTo>
                    <a:cubicBezTo>
                      <a:pt x="315" y="2"/>
                      <a:pt x="315" y="2"/>
                      <a:pt x="315" y="2"/>
                    </a:cubicBezTo>
                    <a:cubicBezTo>
                      <a:pt x="317" y="2"/>
                      <a:pt x="319" y="3"/>
                      <a:pt x="320" y="4"/>
                    </a:cubicBezTo>
                    <a:cubicBezTo>
                      <a:pt x="320" y="5"/>
                      <a:pt x="321" y="7"/>
                      <a:pt x="321" y="10"/>
                    </a:cubicBezTo>
                    <a:cubicBezTo>
                      <a:pt x="321" y="26"/>
                      <a:pt x="321" y="26"/>
                      <a:pt x="321" y="26"/>
                    </a:cubicBezTo>
                    <a:cubicBezTo>
                      <a:pt x="321" y="31"/>
                      <a:pt x="320" y="33"/>
                      <a:pt x="319" y="35"/>
                    </a:cubicBezTo>
                    <a:cubicBezTo>
                      <a:pt x="317" y="38"/>
                      <a:pt x="314" y="39"/>
                      <a:pt x="309" y="39"/>
                    </a:cubicBezTo>
                    <a:cubicBezTo>
                      <a:pt x="302" y="39"/>
                      <a:pt x="299" y="35"/>
                      <a:pt x="299" y="27"/>
                    </a:cubicBezTo>
                    <a:cubicBezTo>
                      <a:pt x="299" y="8"/>
                      <a:pt x="299" y="8"/>
                      <a:pt x="299" y="8"/>
                    </a:cubicBezTo>
                    <a:cubicBezTo>
                      <a:pt x="299" y="5"/>
                      <a:pt x="299" y="4"/>
                      <a:pt x="300" y="3"/>
                    </a:cubicBezTo>
                    <a:cubicBezTo>
                      <a:pt x="301" y="3"/>
                      <a:pt x="302" y="2"/>
                      <a:pt x="304" y="2"/>
                    </a:cubicBezTo>
                    <a:cubicBezTo>
                      <a:pt x="304" y="1"/>
                      <a:pt x="304" y="1"/>
                      <a:pt x="304" y="1"/>
                    </a:cubicBezTo>
                    <a:cubicBezTo>
                      <a:pt x="287" y="1"/>
                      <a:pt x="287" y="1"/>
                      <a:pt x="287" y="1"/>
                    </a:cubicBezTo>
                    <a:cubicBezTo>
                      <a:pt x="287" y="2"/>
                      <a:pt x="287" y="2"/>
                      <a:pt x="287" y="2"/>
                    </a:cubicBezTo>
                    <a:cubicBezTo>
                      <a:pt x="290" y="2"/>
                      <a:pt x="291" y="3"/>
                      <a:pt x="292" y="3"/>
                    </a:cubicBezTo>
                    <a:cubicBezTo>
                      <a:pt x="293" y="4"/>
                      <a:pt x="293" y="5"/>
                      <a:pt x="293" y="8"/>
                    </a:cubicBezTo>
                    <a:cubicBezTo>
                      <a:pt x="293" y="27"/>
                      <a:pt x="293" y="27"/>
                      <a:pt x="293" y="27"/>
                    </a:cubicBezTo>
                    <a:cubicBezTo>
                      <a:pt x="293" y="37"/>
                      <a:pt x="298" y="42"/>
                      <a:pt x="308" y="42"/>
                    </a:cubicBezTo>
                    <a:cubicBezTo>
                      <a:pt x="318" y="42"/>
                      <a:pt x="324" y="36"/>
                      <a:pt x="323" y="26"/>
                    </a:cubicBezTo>
                    <a:cubicBezTo>
                      <a:pt x="323" y="10"/>
                      <a:pt x="323" y="10"/>
                      <a:pt x="323" y="10"/>
                    </a:cubicBezTo>
                    <a:cubicBezTo>
                      <a:pt x="323" y="7"/>
                      <a:pt x="324" y="5"/>
                      <a:pt x="325" y="4"/>
                    </a:cubicBezTo>
                    <a:cubicBezTo>
                      <a:pt x="325" y="3"/>
                      <a:pt x="327" y="2"/>
                      <a:pt x="329" y="2"/>
                    </a:cubicBezTo>
                    <a:cubicBezTo>
                      <a:pt x="329" y="1"/>
                      <a:pt x="329" y="1"/>
                      <a:pt x="329" y="1"/>
                    </a:cubicBezTo>
                    <a:close/>
                    <a:moveTo>
                      <a:pt x="376" y="1"/>
                    </a:moveTo>
                    <a:cubicBezTo>
                      <a:pt x="362" y="1"/>
                      <a:pt x="362" y="1"/>
                      <a:pt x="362" y="1"/>
                    </a:cubicBezTo>
                    <a:cubicBezTo>
                      <a:pt x="362" y="2"/>
                      <a:pt x="362" y="2"/>
                      <a:pt x="362" y="2"/>
                    </a:cubicBezTo>
                    <a:cubicBezTo>
                      <a:pt x="364" y="2"/>
                      <a:pt x="366" y="3"/>
                      <a:pt x="366" y="4"/>
                    </a:cubicBezTo>
                    <a:cubicBezTo>
                      <a:pt x="367" y="5"/>
                      <a:pt x="367" y="7"/>
                      <a:pt x="367" y="10"/>
                    </a:cubicBezTo>
                    <a:cubicBezTo>
                      <a:pt x="367" y="30"/>
                      <a:pt x="367" y="30"/>
                      <a:pt x="367" y="30"/>
                    </a:cubicBezTo>
                    <a:cubicBezTo>
                      <a:pt x="367" y="30"/>
                      <a:pt x="367" y="30"/>
                      <a:pt x="367" y="30"/>
                    </a:cubicBezTo>
                    <a:cubicBezTo>
                      <a:pt x="344" y="1"/>
                      <a:pt x="344" y="1"/>
                      <a:pt x="344" y="1"/>
                    </a:cubicBezTo>
                    <a:cubicBezTo>
                      <a:pt x="334" y="1"/>
                      <a:pt x="334" y="1"/>
                      <a:pt x="334" y="1"/>
                    </a:cubicBezTo>
                    <a:cubicBezTo>
                      <a:pt x="334" y="2"/>
                      <a:pt x="334" y="2"/>
                      <a:pt x="334" y="2"/>
                    </a:cubicBezTo>
                    <a:cubicBezTo>
                      <a:pt x="336" y="2"/>
                      <a:pt x="338" y="3"/>
                      <a:pt x="340" y="5"/>
                    </a:cubicBezTo>
                    <a:cubicBezTo>
                      <a:pt x="340" y="32"/>
                      <a:pt x="340" y="32"/>
                      <a:pt x="340" y="32"/>
                    </a:cubicBezTo>
                    <a:cubicBezTo>
                      <a:pt x="340" y="35"/>
                      <a:pt x="339" y="37"/>
                      <a:pt x="338" y="38"/>
                    </a:cubicBezTo>
                    <a:cubicBezTo>
                      <a:pt x="338" y="39"/>
                      <a:pt x="336" y="40"/>
                      <a:pt x="334" y="40"/>
                    </a:cubicBezTo>
                    <a:cubicBezTo>
                      <a:pt x="334" y="41"/>
                      <a:pt x="334" y="41"/>
                      <a:pt x="334" y="41"/>
                    </a:cubicBezTo>
                    <a:cubicBezTo>
                      <a:pt x="348" y="41"/>
                      <a:pt x="348" y="41"/>
                      <a:pt x="348" y="41"/>
                    </a:cubicBezTo>
                    <a:cubicBezTo>
                      <a:pt x="348" y="40"/>
                      <a:pt x="348" y="40"/>
                      <a:pt x="348" y="40"/>
                    </a:cubicBezTo>
                    <a:cubicBezTo>
                      <a:pt x="346" y="40"/>
                      <a:pt x="344" y="39"/>
                      <a:pt x="343" y="38"/>
                    </a:cubicBezTo>
                    <a:cubicBezTo>
                      <a:pt x="343" y="37"/>
                      <a:pt x="342" y="35"/>
                      <a:pt x="342" y="32"/>
                    </a:cubicBezTo>
                    <a:cubicBezTo>
                      <a:pt x="342" y="9"/>
                      <a:pt x="342" y="9"/>
                      <a:pt x="342" y="9"/>
                    </a:cubicBezTo>
                    <a:cubicBezTo>
                      <a:pt x="342" y="9"/>
                      <a:pt x="342" y="9"/>
                      <a:pt x="342" y="9"/>
                    </a:cubicBezTo>
                    <a:cubicBezTo>
                      <a:pt x="369" y="41"/>
                      <a:pt x="369" y="41"/>
                      <a:pt x="369" y="41"/>
                    </a:cubicBezTo>
                    <a:cubicBezTo>
                      <a:pt x="370" y="41"/>
                      <a:pt x="370" y="41"/>
                      <a:pt x="370" y="41"/>
                    </a:cubicBezTo>
                    <a:cubicBezTo>
                      <a:pt x="370" y="10"/>
                      <a:pt x="370" y="10"/>
                      <a:pt x="370" y="10"/>
                    </a:cubicBezTo>
                    <a:cubicBezTo>
                      <a:pt x="370" y="7"/>
                      <a:pt x="371" y="5"/>
                      <a:pt x="371" y="4"/>
                    </a:cubicBezTo>
                    <a:cubicBezTo>
                      <a:pt x="372" y="3"/>
                      <a:pt x="373" y="2"/>
                      <a:pt x="376" y="2"/>
                    </a:cubicBezTo>
                    <a:cubicBezTo>
                      <a:pt x="376" y="1"/>
                      <a:pt x="376" y="1"/>
                      <a:pt x="376" y="1"/>
                    </a:cubicBezTo>
                    <a:close/>
                    <a:moveTo>
                      <a:pt x="381" y="41"/>
                    </a:moveTo>
                    <a:cubicBezTo>
                      <a:pt x="399" y="41"/>
                      <a:pt x="399" y="41"/>
                      <a:pt x="399" y="41"/>
                    </a:cubicBezTo>
                    <a:cubicBezTo>
                      <a:pt x="399" y="40"/>
                      <a:pt x="399" y="40"/>
                      <a:pt x="399" y="40"/>
                    </a:cubicBezTo>
                    <a:cubicBezTo>
                      <a:pt x="396" y="40"/>
                      <a:pt x="395" y="40"/>
                      <a:pt x="394" y="39"/>
                    </a:cubicBezTo>
                    <a:cubicBezTo>
                      <a:pt x="393" y="38"/>
                      <a:pt x="393" y="37"/>
                      <a:pt x="393" y="35"/>
                    </a:cubicBezTo>
                    <a:cubicBezTo>
                      <a:pt x="393" y="8"/>
                      <a:pt x="393" y="8"/>
                      <a:pt x="393" y="8"/>
                    </a:cubicBezTo>
                    <a:cubicBezTo>
                      <a:pt x="393" y="5"/>
                      <a:pt x="393" y="4"/>
                      <a:pt x="394" y="3"/>
                    </a:cubicBezTo>
                    <a:cubicBezTo>
                      <a:pt x="395" y="3"/>
                      <a:pt x="396" y="2"/>
                      <a:pt x="399" y="2"/>
                    </a:cubicBezTo>
                    <a:cubicBezTo>
                      <a:pt x="399" y="1"/>
                      <a:pt x="399" y="1"/>
                      <a:pt x="399" y="1"/>
                    </a:cubicBezTo>
                    <a:cubicBezTo>
                      <a:pt x="381" y="1"/>
                      <a:pt x="381" y="1"/>
                      <a:pt x="381" y="1"/>
                    </a:cubicBezTo>
                    <a:cubicBezTo>
                      <a:pt x="381" y="2"/>
                      <a:pt x="381" y="2"/>
                      <a:pt x="381" y="2"/>
                    </a:cubicBezTo>
                    <a:cubicBezTo>
                      <a:pt x="383" y="2"/>
                      <a:pt x="385" y="3"/>
                      <a:pt x="385" y="3"/>
                    </a:cubicBezTo>
                    <a:cubicBezTo>
                      <a:pt x="386" y="4"/>
                      <a:pt x="386" y="5"/>
                      <a:pt x="386" y="8"/>
                    </a:cubicBezTo>
                    <a:cubicBezTo>
                      <a:pt x="386" y="35"/>
                      <a:pt x="386" y="35"/>
                      <a:pt x="386" y="35"/>
                    </a:cubicBezTo>
                    <a:cubicBezTo>
                      <a:pt x="386" y="37"/>
                      <a:pt x="386" y="38"/>
                      <a:pt x="385" y="39"/>
                    </a:cubicBezTo>
                    <a:cubicBezTo>
                      <a:pt x="385" y="40"/>
                      <a:pt x="383" y="40"/>
                      <a:pt x="381" y="40"/>
                    </a:cubicBezTo>
                    <a:cubicBezTo>
                      <a:pt x="381" y="41"/>
                      <a:pt x="381" y="41"/>
                      <a:pt x="381" y="41"/>
                    </a:cubicBezTo>
                    <a:close/>
                    <a:moveTo>
                      <a:pt x="445" y="1"/>
                    </a:moveTo>
                    <a:cubicBezTo>
                      <a:pt x="433" y="1"/>
                      <a:pt x="433" y="1"/>
                      <a:pt x="433" y="1"/>
                    </a:cubicBezTo>
                    <a:cubicBezTo>
                      <a:pt x="433" y="2"/>
                      <a:pt x="433" y="2"/>
                      <a:pt x="433" y="2"/>
                    </a:cubicBezTo>
                    <a:cubicBezTo>
                      <a:pt x="436" y="2"/>
                      <a:pt x="437" y="3"/>
                      <a:pt x="437" y="5"/>
                    </a:cubicBezTo>
                    <a:cubicBezTo>
                      <a:pt x="437" y="6"/>
                      <a:pt x="437" y="7"/>
                      <a:pt x="436" y="8"/>
                    </a:cubicBezTo>
                    <a:cubicBezTo>
                      <a:pt x="436" y="9"/>
                      <a:pt x="436" y="9"/>
                      <a:pt x="436" y="9"/>
                    </a:cubicBezTo>
                    <a:cubicBezTo>
                      <a:pt x="427" y="32"/>
                      <a:pt x="427" y="32"/>
                      <a:pt x="427" y="32"/>
                    </a:cubicBezTo>
                    <a:cubicBezTo>
                      <a:pt x="418" y="11"/>
                      <a:pt x="418" y="11"/>
                      <a:pt x="418" y="11"/>
                    </a:cubicBezTo>
                    <a:cubicBezTo>
                      <a:pt x="417" y="10"/>
                      <a:pt x="417" y="9"/>
                      <a:pt x="416" y="8"/>
                    </a:cubicBezTo>
                    <a:cubicBezTo>
                      <a:pt x="416" y="6"/>
                      <a:pt x="415" y="5"/>
                      <a:pt x="415" y="5"/>
                    </a:cubicBezTo>
                    <a:cubicBezTo>
                      <a:pt x="415" y="3"/>
                      <a:pt x="416" y="2"/>
                      <a:pt x="420" y="2"/>
                    </a:cubicBezTo>
                    <a:cubicBezTo>
                      <a:pt x="420" y="1"/>
                      <a:pt x="420" y="1"/>
                      <a:pt x="420" y="1"/>
                    </a:cubicBezTo>
                    <a:cubicBezTo>
                      <a:pt x="404" y="1"/>
                      <a:pt x="404" y="1"/>
                      <a:pt x="404" y="1"/>
                    </a:cubicBezTo>
                    <a:cubicBezTo>
                      <a:pt x="404" y="2"/>
                      <a:pt x="404" y="2"/>
                      <a:pt x="404" y="2"/>
                    </a:cubicBezTo>
                    <a:cubicBezTo>
                      <a:pt x="405" y="2"/>
                      <a:pt x="406" y="3"/>
                      <a:pt x="407" y="4"/>
                    </a:cubicBezTo>
                    <a:cubicBezTo>
                      <a:pt x="408" y="4"/>
                      <a:pt x="409" y="6"/>
                      <a:pt x="410" y="9"/>
                    </a:cubicBezTo>
                    <a:cubicBezTo>
                      <a:pt x="425" y="41"/>
                      <a:pt x="425" y="41"/>
                      <a:pt x="425" y="41"/>
                    </a:cubicBezTo>
                    <a:cubicBezTo>
                      <a:pt x="426" y="41"/>
                      <a:pt x="426" y="41"/>
                      <a:pt x="426" y="41"/>
                    </a:cubicBezTo>
                    <a:cubicBezTo>
                      <a:pt x="439" y="8"/>
                      <a:pt x="439" y="8"/>
                      <a:pt x="439" y="8"/>
                    </a:cubicBezTo>
                    <a:cubicBezTo>
                      <a:pt x="440" y="5"/>
                      <a:pt x="441" y="4"/>
                      <a:pt x="442" y="3"/>
                    </a:cubicBezTo>
                    <a:cubicBezTo>
                      <a:pt x="442" y="3"/>
                      <a:pt x="443" y="2"/>
                      <a:pt x="445" y="2"/>
                    </a:cubicBezTo>
                    <a:cubicBezTo>
                      <a:pt x="445" y="1"/>
                      <a:pt x="445" y="1"/>
                      <a:pt x="445" y="1"/>
                    </a:cubicBezTo>
                    <a:close/>
                    <a:moveTo>
                      <a:pt x="485" y="31"/>
                    </a:moveTo>
                    <a:cubicBezTo>
                      <a:pt x="484" y="31"/>
                      <a:pt x="484" y="31"/>
                      <a:pt x="484" y="31"/>
                    </a:cubicBezTo>
                    <a:cubicBezTo>
                      <a:pt x="482" y="34"/>
                      <a:pt x="481" y="36"/>
                      <a:pt x="479" y="37"/>
                    </a:cubicBezTo>
                    <a:cubicBezTo>
                      <a:pt x="477" y="38"/>
                      <a:pt x="474" y="39"/>
                      <a:pt x="471" y="39"/>
                    </a:cubicBezTo>
                    <a:cubicBezTo>
                      <a:pt x="466" y="39"/>
                      <a:pt x="463" y="39"/>
                      <a:pt x="463" y="39"/>
                    </a:cubicBezTo>
                    <a:cubicBezTo>
                      <a:pt x="462" y="38"/>
                      <a:pt x="461" y="38"/>
                      <a:pt x="461" y="36"/>
                    </a:cubicBezTo>
                    <a:cubicBezTo>
                      <a:pt x="461" y="21"/>
                      <a:pt x="461" y="21"/>
                      <a:pt x="461" y="21"/>
                    </a:cubicBezTo>
                    <a:cubicBezTo>
                      <a:pt x="471" y="22"/>
                      <a:pt x="471" y="22"/>
                      <a:pt x="471" y="22"/>
                    </a:cubicBezTo>
                    <a:cubicBezTo>
                      <a:pt x="473" y="22"/>
                      <a:pt x="475" y="22"/>
                      <a:pt x="476" y="23"/>
                    </a:cubicBezTo>
                    <a:cubicBezTo>
                      <a:pt x="477" y="23"/>
                      <a:pt x="477" y="25"/>
                      <a:pt x="477" y="27"/>
                    </a:cubicBezTo>
                    <a:cubicBezTo>
                      <a:pt x="479" y="27"/>
                      <a:pt x="479" y="27"/>
                      <a:pt x="479" y="27"/>
                    </a:cubicBezTo>
                    <a:cubicBezTo>
                      <a:pt x="479" y="13"/>
                      <a:pt x="479" y="13"/>
                      <a:pt x="479" y="13"/>
                    </a:cubicBezTo>
                    <a:cubicBezTo>
                      <a:pt x="477" y="13"/>
                      <a:pt x="477" y="13"/>
                      <a:pt x="477" y="13"/>
                    </a:cubicBezTo>
                    <a:cubicBezTo>
                      <a:pt x="477" y="16"/>
                      <a:pt x="477" y="17"/>
                      <a:pt x="476" y="18"/>
                    </a:cubicBezTo>
                    <a:cubicBezTo>
                      <a:pt x="475" y="19"/>
                      <a:pt x="473" y="19"/>
                      <a:pt x="471" y="19"/>
                    </a:cubicBezTo>
                    <a:cubicBezTo>
                      <a:pt x="461" y="19"/>
                      <a:pt x="461" y="19"/>
                      <a:pt x="461" y="19"/>
                    </a:cubicBezTo>
                    <a:cubicBezTo>
                      <a:pt x="461" y="5"/>
                      <a:pt x="461" y="5"/>
                      <a:pt x="461" y="5"/>
                    </a:cubicBezTo>
                    <a:cubicBezTo>
                      <a:pt x="461" y="4"/>
                      <a:pt x="462" y="3"/>
                      <a:pt x="463" y="3"/>
                    </a:cubicBezTo>
                    <a:cubicBezTo>
                      <a:pt x="472" y="3"/>
                      <a:pt x="472" y="3"/>
                      <a:pt x="472" y="3"/>
                    </a:cubicBezTo>
                    <a:cubicBezTo>
                      <a:pt x="475" y="3"/>
                      <a:pt x="477" y="4"/>
                      <a:pt x="478" y="5"/>
                    </a:cubicBezTo>
                    <a:cubicBezTo>
                      <a:pt x="480" y="5"/>
                      <a:pt x="480" y="7"/>
                      <a:pt x="481" y="10"/>
                    </a:cubicBezTo>
                    <a:cubicBezTo>
                      <a:pt x="482" y="10"/>
                      <a:pt x="482" y="10"/>
                      <a:pt x="482" y="10"/>
                    </a:cubicBezTo>
                    <a:cubicBezTo>
                      <a:pt x="482" y="1"/>
                      <a:pt x="482" y="1"/>
                      <a:pt x="482" y="1"/>
                    </a:cubicBezTo>
                    <a:cubicBezTo>
                      <a:pt x="450" y="1"/>
                      <a:pt x="450" y="1"/>
                      <a:pt x="450" y="1"/>
                    </a:cubicBezTo>
                    <a:cubicBezTo>
                      <a:pt x="450" y="2"/>
                      <a:pt x="450" y="2"/>
                      <a:pt x="450" y="2"/>
                    </a:cubicBezTo>
                    <a:cubicBezTo>
                      <a:pt x="452" y="2"/>
                      <a:pt x="454" y="3"/>
                      <a:pt x="454" y="3"/>
                    </a:cubicBezTo>
                    <a:cubicBezTo>
                      <a:pt x="455" y="4"/>
                      <a:pt x="455" y="6"/>
                      <a:pt x="455" y="8"/>
                    </a:cubicBezTo>
                    <a:cubicBezTo>
                      <a:pt x="455" y="35"/>
                      <a:pt x="455" y="35"/>
                      <a:pt x="455" y="35"/>
                    </a:cubicBezTo>
                    <a:cubicBezTo>
                      <a:pt x="455" y="37"/>
                      <a:pt x="455" y="38"/>
                      <a:pt x="454" y="39"/>
                    </a:cubicBezTo>
                    <a:cubicBezTo>
                      <a:pt x="454" y="39"/>
                      <a:pt x="452" y="40"/>
                      <a:pt x="450" y="40"/>
                    </a:cubicBezTo>
                    <a:cubicBezTo>
                      <a:pt x="450" y="41"/>
                      <a:pt x="450" y="41"/>
                      <a:pt x="450" y="41"/>
                    </a:cubicBezTo>
                    <a:cubicBezTo>
                      <a:pt x="483" y="41"/>
                      <a:pt x="483" y="41"/>
                      <a:pt x="483" y="41"/>
                    </a:cubicBezTo>
                    <a:cubicBezTo>
                      <a:pt x="485" y="31"/>
                      <a:pt x="485" y="31"/>
                      <a:pt x="485" y="31"/>
                    </a:cubicBezTo>
                    <a:close/>
                    <a:moveTo>
                      <a:pt x="529" y="40"/>
                    </a:moveTo>
                    <a:cubicBezTo>
                      <a:pt x="527" y="40"/>
                      <a:pt x="525" y="39"/>
                      <a:pt x="524" y="37"/>
                    </a:cubicBezTo>
                    <a:cubicBezTo>
                      <a:pt x="511" y="22"/>
                      <a:pt x="511" y="22"/>
                      <a:pt x="511" y="22"/>
                    </a:cubicBezTo>
                    <a:cubicBezTo>
                      <a:pt x="519" y="21"/>
                      <a:pt x="522" y="17"/>
                      <a:pt x="522" y="12"/>
                    </a:cubicBezTo>
                    <a:cubicBezTo>
                      <a:pt x="522" y="5"/>
                      <a:pt x="517" y="1"/>
                      <a:pt x="507" y="1"/>
                    </a:cubicBezTo>
                    <a:cubicBezTo>
                      <a:pt x="490" y="1"/>
                      <a:pt x="490" y="1"/>
                      <a:pt x="490" y="1"/>
                    </a:cubicBezTo>
                    <a:cubicBezTo>
                      <a:pt x="490" y="2"/>
                      <a:pt x="490" y="2"/>
                      <a:pt x="490" y="2"/>
                    </a:cubicBezTo>
                    <a:cubicBezTo>
                      <a:pt x="493" y="2"/>
                      <a:pt x="494" y="3"/>
                      <a:pt x="494" y="3"/>
                    </a:cubicBezTo>
                    <a:cubicBezTo>
                      <a:pt x="495" y="4"/>
                      <a:pt x="495" y="5"/>
                      <a:pt x="495" y="8"/>
                    </a:cubicBezTo>
                    <a:cubicBezTo>
                      <a:pt x="495" y="34"/>
                      <a:pt x="495" y="34"/>
                      <a:pt x="495" y="34"/>
                    </a:cubicBezTo>
                    <a:cubicBezTo>
                      <a:pt x="495" y="37"/>
                      <a:pt x="495" y="38"/>
                      <a:pt x="494" y="39"/>
                    </a:cubicBezTo>
                    <a:cubicBezTo>
                      <a:pt x="494" y="39"/>
                      <a:pt x="493" y="40"/>
                      <a:pt x="490" y="40"/>
                    </a:cubicBezTo>
                    <a:cubicBezTo>
                      <a:pt x="490" y="41"/>
                      <a:pt x="490" y="41"/>
                      <a:pt x="490" y="41"/>
                    </a:cubicBezTo>
                    <a:cubicBezTo>
                      <a:pt x="507" y="41"/>
                      <a:pt x="507" y="41"/>
                      <a:pt x="507" y="41"/>
                    </a:cubicBezTo>
                    <a:cubicBezTo>
                      <a:pt x="507" y="40"/>
                      <a:pt x="507" y="40"/>
                      <a:pt x="507" y="40"/>
                    </a:cubicBezTo>
                    <a:cubicBezTo>
                      <a:pt x="505" y="40"/>
                      <a:pt x="503" y="39"/>
                      <a:pt x="502" y="39"/>
                    </a:cubicBezTo>
                    <a:cubicBezTo>
                      <a:pt x="502" y="38"/>
                      <a:pt x="502" y="37"/>
                      <a:pt x="502" y="35"/>
                    </a:cubicBezTo>
                    <a:cubicBezTo>
                      <a:pt x="502" y="23"/>
                      <a:pt x="502" y="23"/>
                      <a:pt x="502" y="23"/>
                    </a:cubicBezTo>
                    <a:cubicBezTo>
                      <a:pt x="505" y="23"/>
                      <a:pt x="505" y="23"/>
                      <a:pt x="505" y="23"/>
                    </a:cubicBezTo>
                    <a:cubicBezTo>
                      <a:pt x="519" y="41"/>
                      <a:pt x="519" y="41"/>
                      <a:pt x="519" y="41"/>
                    </a:cubicBezTo>
                    <a:cubicBezTo>
                      <a:pt x="529" y="41"/>
                      <a:pt x="529" y="41"/>
                      <a:pt x="529" y="41"/>
                    </a:cubicBezTo>
                    <a:cubicBezTo>
                      <a:pt x="529" y="40"/>
                      <a:pt x="529" y="40"/>
                      <a:pt x="529" y="40"/>
                    </a:cubicBezTo>
                    <a:close/>
                    <a:moveTo>
                      <a:pt x="502" y="5"/>
                    </a:moveTo>
                    <a:cubicBezTo>
                      <a:pt x="501" y="4"/>
                      <a:pt x="502" y="3"/>
                      <a:pt x="505" y="3"/>
                    </a:cubicBezTo>
                    <a:cubicBezTo>
                      <a:pt x="512" y="3"/>
                      <a:pt x="516" y="6"/>
                      <a:pt x="516" y="12"/>
                    </a:cubicBezTo>
                    <a:cubicBezTo>
                      <a:pt x="516" y="18"/>
                      <a:pt x="511" y="21"/>
                      <a:pt x="502" y="20"/>
                    </a:cubicBezTo>
                    <a:cubicBezTo>
                      <a:pt x="502" y="5"/>
                      <a:pt x="502" y="5"/>
                      <a:pt x="502" y="5"/>
                    </a:cubicBezTo>
                    <a:close/>
                    <a:moveTo>
                      <a:pt x="559" y="0"/>
                    </a:moveTo>
                    <a:cubicBezTo>
                      <a:pt x="558" y="0"/>
                      <a:pt x="558" y="0"/>
                      <a:pt x="558" y="0"/>
                    </a:cubicBezTo>
                    <a:cubicBezTo>
                      <a:pt x="558" y="2"/>
                      <a:pt x="557" y="2"/>
                      <a:pt x="556" y="2"/>
                    </a:cubicBezTo>
                    <a:cubicBezTo>
                      <a:pt x="556" y="2"/>
                      <a:pt x="555" y="2"/>
                      <a:pt x="554" y="2"/>
                    </a:cubicBezTo>
                    <a:cubicBezTo>
                      <a:pt x="551" y="1"/>
                      <a:pt x="549" y="0"/>
                      <a:pt x="548" y="0"/>
                    </a:cubicBezTo>
                    <a:cubicBezTo>
                      <a:pt x="541" y="1"/>
                      <a:pt x="537" y="4"/>
                      <a:pt x="537" y="10"/>
                    </a:cubicBezTo>
                    <a:cubicBezTo>
                      <a:pt x="536" y="15"/>
                      <a:pt x="540" y="19"/>
                      <a:pt x="546" y="23"/>
                    </a:cubicBezTo>
                    <a:cubicBezTo>
                      <a:pt x="550" y="25"/>
                      <a:pt x="553" y="27"/>
                      <a:pt x="554" y="28"/>
                    </a:cubicBezTo>
                    <a:cubicBezTo>
                      <a:pt x="556" y="29"/>
                      <a:pt x="556" y="31"/>
                      <a:pt x="556" y="33"/>
                    </a:cubicBezTo>
                    <a:cubicBezTo>
                      <a:pt x="556" y="37"/>
                      <a:pt x="553" y="40"/>
                      <a:pt x="549" y="40"/>
                    </a:cubicBezTo>
                    <a:cubicBezTo>
                      <a:pt x="543" y="40"/>
                      <a:pt x="539" y="36"/>
                      <a:pt x="536" y="29"/>
                    </a:cubicBezTo>
                    <a:cubicBezTo>
                      <a:pt x="535" y="29"/>
                      <a:pt x="535" y="29"/>
                      <a:pt x="535" y="29"/>
                    </a:cubicBezTo>
                    <a:cubicBezTo>
                      <a:pt x="537" y="41"/>
                      <a:pt x="537" y="41"/>
                      <a:pt x="537" y="41"/>
                    </a:cubicBezTo>
                    <a:cubicBezTo>
                      <a:pt x="538" y="41"/>
                      <a:pt x="538" y="41"/>
                      <a:pt x="538" y="41"/>
                    </a:cubicBezTo>
                    <a:cubicBezTo>
                      <a:pt x="538" y="41"/>
                      <a:pt x="539" y="40"/>
                      <a:pt x="540" y="40"/>
                    </a:cubicBezTo>
                    <a:cubicBezTo>
                      <a:pt x="540" y="40"/>
                      <a:pt x="541" y="40"/>
                      <a:pt x="543" y="41"/>
                    </a:cubicBezTo>
                    <a:cubicBezTo>
                      <a:pt x="545" y="41"/>
                      <a:pt x="548" y="42"/>
                      <a:pt x="549" y="42"/>
                    </a:cubicBezTo>
                    <a:cubicBezTo>
                      <a:pt x="557" y="41"/>
                      <a:pt x="561" y="38"/>
                      <a:pt x="562" y="31"/>
                    </a:cubicBezTo>
                    <a:cubicBezTo>
                      <a:pt x="561" y="25"/>
                      <a:pt x="557" y="20"/>
                      <a:pt x="551" y="18"/>
                    </a:cubicBezTo>
                    <a:cubicBezTo>
                      <a:pt x="546" y="15"/>
                      <a:pt x="543" y="12"/>
                      <a:pt x="542" y="8"/>
                    </a:cubicBezTo>
                    <a:cubicBezTo>
                      <a:pt x="542" y="5"/>
                      <a:pt x="544" y="3"/>
                      <a:pt x="548" y="3"/>
                    </a:cubicBezTo>
                    <a:cubicBezTo>
                      <a:pt x="554" y="3"/>
                      <a:pt x="558" y="6"/>
                      <a:pt x="559" y="13"/>
                    </a:cubicBezTo>
                    <a:cubicBezTo>
                      <a:pt x="561" y="13"/>
                      <a:pt x="561" y="13"/>
                      <a:pt x="561" y="13"/>
                    </a:cubicBezTo>
                    <a:cubicBezTo>
                      <a:pt x="559" y="0"/>
                      <a:pt x="559" y="0"/>
                      <a:pt x="559" y="0"/>
                    </a:cubicBezTo>
                    <a:close/>
                    <a:moveTo>
                      <a:pt x="570" y="41"/>
                    </a:moveTo>
                    <a:cubicBezTo>
                      <a:pt x="588" y="41"/>
                      <a:pt x="588" y="41"/>
                      <a:pt x="588" y="41"/>
                    </a:cubicBezTo>
                    <a:cubicBezTo>
                      <a:pt x="588" y="40"/>
                      <a:pt x="588" y="40"/>
                      <a:pt x="588" y="40"/>
                    </a:cubicBezTo>
                    <a:cubicBezTo>
                      <a:pt x="586" y="40"/>
                      <a:pt x="584" y="40"/>
                      <a:pt x="583" y="39"/>
                    </a:cubicBezTo>
                    <a:cubicBezTo>
                      <a:pt x="583" y="38"/>
                      <a:pt x="582" y="37"/>
                      <a:pt x="582" y="35"/>
                    </a:cubicBezTo>
                    <a:cubicBezTo>
                      <a:pt x="582" y="8"/>
                      <a:pt x="582" y="8"/>
                      <a:pt x="582" y="8"/>
                    </a:cubicBezTo>
                    <a:cubicBezTo>
                      <a:pt x="582" y="5"/>
                      <a:pt x="583" y="4"/>
                      <a:pt x="583" y="3"/>
                    </a:cubicBezTo>
                    <a:cubicBezTo>
                      <a:pt x="584" y="3"/>
                      <a:pt x="586" y="2"/>
                      <a:pt x="588" y="2"/>
                    </a:cubicBezTo>
                    <a:cubicBezTo>
                      <a:pt x="588" y="1"/>
                      <a:pt x="588" y="1"/>
                      <a:pt x="588" y="1"/>
                    </a:cubicBezTo>
                    <a:cubicBezTo>
                      <a:pt x="570" y="1"/>
                      <a:pt x="570" y="1"/>
                      <a:pt x="570" y="1"/>
                    </a:cubicBezTo>
                    <a:cubicBezTo>
                      <a:pt x="570" y="2"/>
                      <a:pt x="570" y="2"/>
                      <a:pt x="570" y="2"/>
                    </a:cubicBezTo>
                    <a:cubicBezTo>
                      <a:pt x="573" y="2"/>
                      <a:pt x="574" y="3"/>
                      <a:pt x="575" y="3"/>
                    </a:cubicBezTo>
                    <a:cubicBezTo>
                      <a:pt x="576" y="4"/>
                      <a:pt x="576" y="5"/>
                      <a:pt x="576" y="8"/>
                    </a:cubicBezTo>
                    <a:cubicBezTo>
                      <a:pt x="576" y="35"/>
                      <a:pt x="576" y="35"/>
                      <a:pt x="576" y="35"/>
                    </a:cubicBezTo>
                    <a:cubicBezTo>
                      <a:pt x="576" y="37"/>
                      <a:pt x="576" y="38"/>
                      <a:pt x="575" y="39"/>
                    </a:cubicBezTo>
                    <a:cubicBezTo>
                      <a:pt x="574" y="40"/>
                      <a:pt x="573" y="40"/>
                      <a:pt x="570" y="40"/>
                    </a:cubicBezTo>
                    <a:cubicBezTo>
                      <a:pt x="570" y="41"/>
                      <a:pt x="570" y="41"/>
                      <a:pt x="570" y="41"/>
                    </a:cubicBezTo>
                    <a:close/>
                    <a:moveTo>
                      <a:pt x="620" y="40"/>
                    </a:moveTo>
                    <a:cubicBezTo>
                      <a:pt x="617" y="40"/>
                      <a:pt x="615" y="39"/>
                      <a:pt x="615" y="39"/>
                    </a:cubicBezTo>
                    <a:cubicBezTo>
                      <a:pt x="614" y="38"/>
                      <a:pt x="614" y="37"/>
                      <a:pt x="614" y="35"/>
                    </a:cubicBezTo>
                    <a:cubicBezTo>
                      <a:pt x="614" y="4"/>
                      <a:pt x="614" y="4"/>
                      <a:pt x="614" y="4"/>
                    </a:cubicBezTo>
                    <a:cubicBezTo>
                      <a:pt x="617" y="4"/>
                      <a:pt x="617" y="4"/>
                      <a:pt x="617" y="4"/>
                    </a:cubicBezTo>
                    <a:cubicBezTo>
                      <a:pt x="621" y="4"/>
                      <a:pt x="623" y="4"/>
                      <a:pt x="624" y="5"/>
                    </a:cubicBezTo>
                    <a:cubicBezTo>
                      <a:pt x="625" y="6"/>
                      <a:pt x="626" y="8"/>
                      <a:pt x="627" y="11"/>
                    </a:cubicBezTo>
                    <a:cubicBezTo>
                      <a:pt x="628" y="11"/>
                      <a:pt x="628" y="11"/>
                      <a:pt x="628" y="11"/>
                    </a:cubicBezTo>
                    <a:cubicBezTo>
                      <a:pt x="628" y="1"/>
                      <a:pt x="628" y="1"/>
                      <a:pt x="628" y="1"/>
                    </a:cubicBezTo>
                    <a:cubicBezTo>
                      <a:pt x="594" y="1"/>
                      <a:pt x="594" y="1"/>
                      <a:pt x="594" y="1"/>
                    </a:cubicBezTo>
                    <a:cubicBezTo>
                      <a:pt x="593" y="11"/>
                      <a:pt x="593" y="11"/>
                      <a:pt x="593" y="11"/>
                    </a:cubicBezTo>
                    <a:cubicBezTo>
                      <a:pt x="595" y="11"/>
                      <a:pt x="595" y="11"/>
                      <a:pt x="595" y="11"/>
                    </a:cubicBezTo>
                    <a:cubicBezTo>
                      <a:pt x="595" y="8"/>
                      <a:pt x="596" y="6"/>
                      <a:pt x="597" y="5"/>
                    </a:cubicBezTo>
                    <a:cubicBezTo>
                      <a:pt x="599" y="4"/>
                      <a:pt x="601" y="4"/>
                      <a:pt x="604" y="4"/>
                    </a:cubicBezTo>
                    <a:cubicBezTo>
                      <a:pt x="608" y="4"/>
                      <a:pt x="608" y="4"/>
                      <a:pt x="608" y="4"/>
                    </a:cubicBezTo>
                    <a:cubicBezTo>
                      <a:pt x="608" y="34"/>
                      <a:pt x="608" y="34"/>
                      <a:pt x="608" y="34"/>
                    </a:cubicBezTo>
                    <a:cubicBezTo>
                      <a:pt x="608" y="37"/>
                      <a:pt x="607" y="38"/>
                      <a:pt x="607" y="39"/>
                    </a:cubicBezTo>
                    <a:cubicBezTo>
                      <a:pt x="606" y="39"/>
                      <a:pt x="604" y="40"/>
                      <a:pt x="602" y="40"/>
                    </a:cubicBezTo>
                    <a:cubicBezTo>
                      <a:pt x="602" y="41"/>
                      <a:pt x="602" y="41"/>
                      <a:pt x="602" y="41"/>
                    </a:cubicBezTo>
                    <a:cubicBezTo>
                      <a:pt x="620" y="41"/>
                      <a:pt x="620" y="41"/>
                      <a:pt x="620" y="41"/>
                    </a:cubicBezTo>
                    <a:cubicBezTo>
                      <a:pt x="620" y="40"/>
                      <a:pt x="620" y="40"/>
                      <a:pt x="620" y="40"/>
                    </a:cubicBezTo>
                    <a:close/>
                    <a:moveTo>
                      <a:pt x="675" y="1"/>
                    </a:moveTo>
                    <a:cubicBezTo>
                      <a:pt x="661" y="1"/>
                      <a:pt x="661" y="1"/>
                      <a:pt x="661" y="1"/>
                    </a:cubicBezTo>
                    <a:cubicBezTo>
                      <a:pt x="661" y="2"/>
                      <a:pt x="661" y="2"/>
                      <a:pt x="661" y="2"/>
                    </a:cubicBezTo>
                    <a:cubicBezTo>
                      <a:pt x="664" y="2"/>
                      <a:pt x="666" y="3"/>
                      <a:pt x="666" y="4"/>
                    </a:cubicBezTo>
                    <a:cubicBezTo>
                      <a:pt x="666" y="5"/>
                      <a:pt x="665" y="6"/>
                      <a:pt x="665" y="6"/>
                    </a:cubicBezTo>
                    <a:cubicBezTo>
                      <a:pt x="656" y="20"/>
                      <a:pt x="656" y="20"/>
                      <a:pt x="656" y="20"/>
                    </a:cubicBezTo>
                    <a:cubicBezTo>
                      <a:pt x="647" y="7"/>
                      <a:pt x="647" y="7"/>
                      <a:pt x="647" y="7"/>
                    </a:cubicBezTo>
                    <a:cubicBezTo>
                      <a:pt x="646" y="6"/>
                      <a:pt x="646" y="5"/>
                      <a:pt x="646" y="4"/>
                    </a:cubicBezTo>
                    <a:cubicBezTo>
                      <a:pt x="646" y="3"/>
                      <a:pt x="647" y="2"/>
                      <a:pt x="650" y="2"/>
                    </a:cubicBezTo>
                    <a:cubicBezTo>
                      <a:pt x="650" y="2"/>
                      <a:pt x="650" y="2"/>
                      <a:pt x="650" y="2"/>
                    </a:cubicBezTo>
                    <a:cubicBezTo>
                      <a:pt x="650" y="1"/>
                      <a:pt x="650" y="1"/>
                      <a:pt x="650" y="1"/>
                    </a:cubicBezTo>
                    <a:cubicBezTo>
                      <a:pt x="634" y="1"/>
                      <a:pt x="634" y="1"/>
                      <a:pt x="634" y="1"/>
                    </a:cubicBezTo>
                    <a:cubicBezTo>
                      <a:pt x="634" y="2"/>
                      <a:pt x="634" y="2"/>
                      <a:pt x="634" y="2"/>
                    </a:cubicBezTo>
                    <a:cubicBezTo>
                      <a:pt x="635" y="2"/>
                      <a:pt x="636" y="3"/>
                      <a:pt x="637" y="4"/>
                    </a:cubicBezTo>
                    <a:cubicBezTo>
                      <a:pt x="638" y="5"/>
                      <a:pt x="640" y="8"/>
                      <a:pt x="643" y="12"/>
                    </a:cubicBezTo>
                    <a:cubicBezTo>
                      <a:pt x="651" y="23"/>
                      <a:pt x="651" y="23"/>
                      <a:pt x="651" y="23"/>
                    </a:cubicBezTo>
                    <a:cubicBezTo>
                      <a:pt x="651" y="34"/>
                      <a:pt x="651" y="34"/>
                      <a:pt x="651" y="34"/>
                    </a:cubicBezTo>
                    <a:cubicBezTo>
                      <a:pt x="651" y="37"/>
                      <a:pt x="651" y="38"/>
                      <a:pt x="650" y="39"/>
                    </a:cubicBezTo>
                    <a:cubicBezTo>
                      <a:pt x="650" y="40"/>
                      <a:pt x="648" y="40"/>
                      <a:pt x="645" y="40"/>
                    </a:cubicBezTo>
                    <a:cubicBezTo>
                      <a:pt x="645" y="41"/>
                      <a:pt x="645" y="41"/>
                      <a:pt x="645" y="41"/>
                    </a:cubicBezTo>
                    <a:cubicBezTo>
                      <a:pt x="664" y="41"/>
                      <a:pt x="664" y="41"/>
                      <a:pt x="664" y="41"/>
                    </a:cubicBezTo>
                    <a:cubicBezTo>
                      <a:pt x="664" y="40"/>
                      <a:pt x="664" y="40"/>
                      <a:pt x="664" y="40"/>
                    </a:cubicBezTo>
                    <a:cubicBezTo>
                      <a:pt x="661" y="40"/>
                      <a:pt x="659" y="40"/>
                      <a:pt x="659" y="39"/>
                    </a:cubicBezTo>
                    <a:cubicBezTo>
                      <a:pt x="658" y="38"/>
                      <a:pt x="657" y="37"/>
                      <a:pt x="657" y="35"/>
                    </a:cubicBezTo>
                    <a:cubicBezTo>
                      <a:pt x="657" y="23"/>
                      <a:pt x="657" y="23"/>
                      <a:pt x="657" y="23"/>
                    </a:cubicBezTo>
                    <a:cubicBezTo>
                      <a:pt x="666" y="9"/>
                      <a:pt x="666" y="9"/>
                      <a:pt x="666" y="9"/>
                    </a:cubicBezTo>
                    <a:cubicBezTo>
                      <a:pt x="669" y="4"/>
                      <a:pt x="672" y="2"/>
                      <a:pt x="675" y="2"/>
                    </a:cubicBezTo>
                    <a:cubicBezTo>
                      <a:pt x="675" y="1"/>
                      <a:pt x="675" y="1"/>
                      <a:pt x="67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grpSp>
          <p:nvGrpSpPr>
            <p:cNvPr id="4" name="组合 3"/>
            <p:cNvGrpSpPr/>
            <p:nvPr/>
          </p:nvGrpSpPr>
          <p:grpSpPr>
            <a:xfrm>
              <a:off x="3763962" y="0"/>
              <a:ext cx="1069105" cy="1067923"/>
              <a:chOff x="3851276" y="1292225"/>
              <a:chExt cx="1435100" cy="1433513"/>
            </a:xfrm>
            <a:grpFill/>
          </p:grpSpPr>
          <p:sp>
            <p:nvSpPr>
              <p:cNvPr id="5" name="Freeform 15"/>
              <p:cNvSpPr>
                <a:spLocks noEditPoints="1"/>
              </p:cNvSpPr>
              <p:nvPr/>
            </p:nvSpPr>
            <p:spPr bwMode="auto">
              <a:xfrm>
                <a:off x="3956051" y="1852613"/>
                <a:ext cx="1228725" cy="158750"/>
              </a:xfrm>
              <a:custGeom>
                <a:avLst/>
                <a:gdLst>
                  <a:gd name="T0" fmla="*/ 50 w 774"/>
                  <a:gd name="T1" fmla="*/ 0 h 100"/>
                  <a:gd name="T2" fmla="*/ 59 w 774"/>
                  <a:gd name="T3" fmla="*/ 26 h 100"/>
                  <a:gd name="T4" fmla="*/ 83 w 774"/>
                  <a:gd name="T5" fmla="*/ 14 h 100"/>
                  <a:gd name="T6" fmla="*/ 74 w 774"/>
                  <a:gd name="T7" fmla="*/ 40 h 100"/>
                  <a:gd name="T8" fmla="*/ 97 w 774"/>
                  <a:gd name="T9" fmla="*/ 50 h 100"/>
                  <a:gd name="T10" fmla="*/ 74 w 774"/>
                  <a:gd name="T11" fmla="*/ 59 h 100"/>
                  <a:gd name="T12" fmla="*/ 83 w 774"/>
                  <a:gd name="T13" fmla="*/ 85 h 100"/>
                  <a:gd name="T14" fmla="*/ 59 w 774"/>
                  <a:gd name="T15" fmla="*/ 74 h 100"/>
                  <a:gd name="T16" fmla="*/ 50 w 774"/>
                  <a:gd name="T17" fmla="*/ 100 h 100"/>
                  <a:gd name="T18" fmla="*/ 40 w 774"/>
                  <a:gd name="T19" fmla="*/ 74 h 100"/>
                  <a:gd name="T20" fmla="*/ 14 w 774"/>
                  <a:gd name="T21" fmla="*/ 85 h 100"/>
                  <a:gd name="T22" fmla="*/ 26 w 774"/>
                  <a:gd name="T23" fmla="*/ 59 h 100"/>
                  <a:gd name="T24" fmla="*/ 0 w 774"/>
                  <a:gd name="T25" fmla="*/ 50 h 100"/>
                  <a:gd name="T26" fmla="*/ 26 w 774"/>
                  <a:gd name="T27" fmla="*/ 40 h 100"/>
                  <a:gd name="T28" fmla="*/ 14 w 774"/>
                  <a:gd name="T29" fmla="*/ 14 h 100"/>
                  <a:gd name="T30" fmla="*/ 40 w 774"/>
                  <a:gd name="T31" fmla="*/ 26 h 100"/>
                  <a:gd name="T32" fmla="*/ 50 w 774"/>
                  <a:gd name="T33" fmla="*/ 0 h 100"/>
                  <a:gd name="T34" fmla="*/ 50 w 774"/>
                  <a:gd name="T35" fmla="*/ 0 h 100"/>
                  <a:gd name="T36" fmla="*/ 724 w 774"/>
                  <a:gd name="T37" fmla="*/ 0 h 100"/>
                  <a:gd name="T38" fmla="*/ 733 w 774"/>
                  <a:gd name="T39" fmla="*/ 26 h 100"/>
                  <a:gd name="T40" fmla="*/ 757 w 774"/>
                  <a:gd name="T41" fmla="*/ 14 h 100"/>
                  <a:gd name="T42" fmla="*/ 748 w 774"/>
                  <a:gd name="T43" fmla="*/ 40 h 100"/>
                  <a:gd name="T44" fmla="*/ 774 w 774"/>
                  <a:gd name="T45" fmla="*/ 50 h 100"/>
                  <a:gd name="T46" fmla="*/ 748 w 774"/>
                  <a:gd name="T47" fmla="*/ 59 h 100"/>
                  <a:gd name="T48" fmla="*/ 757 w 774"/>
                  <a:gd name="T49" fmla="*/ 85 h 100"/>
                  <a:gd name="T50" fmla="*/ 733 w 774"/>
                  <a:gd name="T51" fmla="*/ 74 h 100"/>
                  <a:gd name="T52" fmla="*/ 724 w 774"/>
                  <a:gd name="T53" fmla="*/ 100 h 100"/>
                  <a:gd name="T54" fmla="*/ 714 w 774"/>
                  <a:gd name="T55" fmla="*/ 74 h 100"/>
                  <a:gd name="T56" fmla="*/ 688 w 774"/>
                  <a:gd name="T57" fmla="*/ 85 h 100"/>
                  <a:gd name="T58" fmla="*/ 700 w 774"/>
                  <a:gd name="T59" fmla="*/ 59 h 100"/>
                  <a:gd name="T60" fmla="*/ 674 w 774"/>
                  <a:gd name="T61" fmla="*/ 50 h 100"/>
                  <a:gd name="T62" fmla="*/ 700 w 774"/>
                  <a:gd name="T63" fmla="*/ 40 h 100"/>
                  <a:gd name="T64" fmla="*/ 688 w 774"/>
                  <a:gd name="T65" fmla="*/ 14 h 100"/>
                  <a:gd name="T66" fmla="*/ 714 w 774"/>
                  <a:gd name="T67" fmla="*/ 26 h 100"/>
                  <a:gd name="T68" fmla="*/ 724 w 774"/>
                  <a:gd name="T69" fmla="*/ 0 h 100"/>
                  <a:gd name="T70" fmla="*/ 724 w 774"/>
                  <a:gd name="T71"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74" h="100">
                    <a:moveTo>
                      <a:pt x="50" y="0"/>
                    </a:moveTo>
                    <a:lnTo>
                      <a:pt x="59" y="26"/>
                    </a:lnTo>
                    <a:lnTo>
                      <a:pt x="83" y="14"/>
                    </a:lnTo>
                    <a:lnTo>
                      <a:pt x="74" y="40"/>
                    </a:lnTo>
                    <a:lnTo>
                      <a:pt x="97" y="50"/>
                    </a:lnTo>
                    <a:lnTo>
                      <a:pt x="74" y="59"/>
                    </a:lnTo>
                    <a:lnTo>
                      <a:pt x="83" y="85"/>
                    </a:lnTo>
                    <a:lnTo>
                      <a:pt x="59" y="74"/>
                    </a:lnTo>
                    <a:lnTo>
                      <a:pt x="50" y="100"/>
                    </a:lnTo>
                    <a:lnTo>
                      <a:pt x="40" y="74"/>
                    </a:lnTo>
                    <a:lnTo>
                      <a:pt x="14" y="85"/>
                    </a:lnTo>
                    <a:lnTo>
                      <a:pt x="26" y="59"/>
                    </a:lnTo>
                    <a:lnTo>
                      <a:pt x="0" y="50"/>
                    </a:lnTo>
                    <a:lnTo>
                      <a:pt x="26" y="40"/>
                    </a:lnTo>
                    <a:lnTo>
                      <a:pt x="14" y="14"/>
                    </a:lnTo>
                    <a:lnTo>
                      <a:pt x="40" y="26"/>
                    </a:lnTo>
                    <a:lnTo>
                      <a:pt x="50" y="0"/>
                    </a:lnTo>
                    <a:lnTo>
                      <a:pt x="50" y="0"/>
                    </a:lnTo>
                    <a:close/>
                    <a:moveTo>
                      <a:pt x="724" y="0"/>
                    </a:moveTo>
                    <a:lnTo>
                      <a:pt x="733" y="26"/>
                    </a:lnTo>
                    <a:lnTo>
                      <a:pt x="757" y="14"/>
                    </a:lnTo>
                    <a:lnTo>
                      <a:pt x="748" y="40"/>
                    </a:lnTo>
                    <a:lnTo>
                      <a:pt x="774" y="50"/>
                    </a:lnTo>
                    <a:lnTo>
                      <a:pt x="748" y="59"/>
                    </a:lnTo>
                    <a:lnTo>
                      <a:pt x="757" y="85"/>
                    </a:lnTo>
                    <a:lnTo>
                      <a:pt x="733" y="74"/>
                    </a:lnTo>
                    <a:lnTo>
                      <a:pt x="724" y="100"/>
                    </a:lnTo>
                    <a:lnTo>
                      <a:pt x="714" y="74"/>
                    </a:lnTo>
                    <a:lnTo>
                      <a:pt x="688" y="85"/>
                    </a:lnTo>
                    <a:lnTo>
                      <a:pt x="700" y="59"/>
                    </a:lnTo>
                    <a:lnTo>
                      <a:pt x="674" y="50"/>
                    </a:lnTo>
                    <a:lnTo>
                      <a:pt x="700" y="40"/>
                    </a:lnTo>
                    <a:lnTo>
                      <a:pt x="688" y="14"/>
                    </a:lnTo>
                    <a:lnTo>
                      <a:pt x="714" y="26"/>
                    </a:lnTo>
                    <a:lnTo>
                      <a:pt x="724" y="0"/>
                    </a:lnTo>
                    <a:lnTo>
                      <a:pt x="72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6" name="Freeform 16"/>
              <p:cNvSpPr>
                <a:spLocks noEditPoints="1"/>
              </p:cNvSpPr>
              <p:nvPr/>
            </p:nvSpPr>
            <p:spPr bwMode="auto">
              <a:xfrm>
                <a:off x="4035426" y="1404938"/>
                <a:ext cx="1058863" cy="390525"/>
              </a:xfrm>
              <a:custGeom>
                <a:avLst/>
                <a:gdLst>
                  <a:gd name="T0" fmla="*/ 250 w 281"/>
                  <a:gd name="T1" fmla="*/ 60 h 104"/>
                  <a:gd name="T2" fmla="*/ 241 w 281"/>
                  <a:gd name="T3" fmla="*/ 65 h 104"/>
                  <a:gd name="T4" fmla="*/ 277 w 281"/>
                  <a:gd name="T5" fmla="*/ 69 h 104"/>
                  <a:gd name="T6" fmla="*/ 171 w 281"/>
                  <a:gd name="T7" fmla="*/ 16 h 104"/>
                  <a:gd name="T8" fmla="*/ 186 w 281"/>
                  <a:gd name="T9" fmla="*/ 6 h 104"/>
                  <a:gd name="T10" fmla="*/ 172 w 281"/>
                  <a:gd name="T11" fmla="*/ 5 h 104"/>
                  <a:gd name="T12" fmla="*/ 168 w 281"/>
                  <a:gd name="T13" fmla="*/ 28 h 104"/>
                  <a:gd name="T14" fmla="*/ 178 w 281"/>
                  <a:gd name="T15" fmla="*/ 11 h 104"/>
                  <a:gd name="T16" fmla="*/ 182 w 281"/>
                  <a:gd name="T17" fmla="*/ 7 h 104"/>
                  <a:gd name="T18" fmla="*/ 193 w 281"/>
                  <a:gd name="T19" fmla="*/ 43 h 104"/>
                  <a:gd name="T20" fmla="*/ 197 w 281"/>
                  <a:gd name="T21" fmla="*/ 44 h 104"/>
                  <a:gd name="T22" fmla="*/ 192 w 281"/>
                  <a:gd name="T23" fmla="*/ 4 h 104"/>
                  <a:gd name="T24" fmla="*/ 191 w 281"/>
                  <a:gd name="T25" fmla="*/ 19 h 104"/>
                  <a:gd name="T26" fmla="*/ 199 w 281"/>
                  <a:gd name="T27" fmla="*/ 14 h 104"/>
                  <a:gd name="T28" fmla="*/ 202 w 281"/>
                  <a:gd name="T29" fmla="*/ 12 h 104"/>
                  <a:gd name="T30" fmla="*/ 121 w 281"/>
                  <a:gd name="T31" fmla="*/ 38 h 104"/>
                  <a:gd name="T32" fmla="*/ 104 w 281"/>
                  <a:gd name="T33" fmla="*/ 17 h 104"/>
                  <a:gd name="T34" fmla="*/ 86 w 281"/>
                  <a:gd name="T35" fmla="*/ 9 h 104"/>
                  <a:gd name="T36" fmla="*/ 76 w 281"/>
                  <a:gd name="T37" fmla="*/ 30 h 104"/>
                  <a:gd name="T38" fmla="*/ 79 w 281"/>
                  <a:gd name="T39" fmla="*/ 52 h 104"/>
                  <a:gd name="T40" fmla="*/ 12 w 281"/>
                  <a:gd name="T41" fmla="*/ 67 h 104"/>
                  <a:gd name="T42" fmla="*/ 9 w 281"/>
                  <a:gd name="T43" fmla="*/ 62 h 104"/>
                  <a:gd name="T44" fmla="*/ 5 w 281"/>
                  <a:gd name="T45" fmla="*/ 70 h 104"/>
                  <a:gd name="T46" fmla="*/ 17 w 281"/>
                  <a:gd name="T47" fmla="*/ 72 h 104"/>
                  <a:gd name="T48" fmla="*/ 16 w 281"/>
                  <a:gd name="T49" fmla="*/ 68 h 104"/>
                  <a:gd name="T50" fmla="*/ 12 w 281"/>
                  <a:gd name="T51" fmla="*/ 73 h 104"/>
                  <a:gd name="T52" fmla="*/ 17 w 281"/>
                  <a:gd name="T53" fmla="*/ 73 h 104"/>
                  <a:gd name="T54" fmla="*/ 29 w 281"/>
                  <a:gd name="T55" fmla="*/ 62 h 104"/>
                  <a:gd name="T56" fmla="*/ 25 w 281"/>
                  <a:gd name="T57" fmla="*/ 63 h 104"/>
                  <a:gd name="T58" fmla="*/ 12 w 281"/>
                  <a:gd name="T59" fmla="*/ 59 h 104"/>
                  <a:gd name="T60" fmla="*/ 14 w 281"/>
                  <a:gd name="T61" fmla="*/ 65 h 104"/>
                  <a:gd name="T62" fmla="*/ 19 w 281"/>
                  <a:gd name="T63" fmla="*/ 67 h 104"/>
                  <a:gd name="T64" fmla="*/ 14 w 281"/>
                  <a:gd name="T65" fmla="*/ 76 h 104"/>
                  <a:gd name="T66" fmla="*/ 9 w 281"/>
                  <a:gd name="T67" fmla="*/ 73 h 104"/>
                  <a:gd name="T68" fmla="*/ 4 w 281"/>
                  <a:gd name="T69" fmla="*/ 71 h 104"/>
                  <a:gd name="T70" fmla="*/ 2 w 281"/>
                  <a:gd name="T71" fmla="*/ 79 h 104"/>
                  <a:gd name="T72" fmla="*/ 11 w 281"/>
                  <a:gd name="T73" fmla="*/ 88 h 104"/>
                  <a:gd name="T74" fmla="*/ 17 w 281"/>
                  <a:gd name="T75" fmla="*/ 91 h 104"/>
                  <a:gd name="T76" fmla="*/ 37 w 281"/>
                  <a:gd name="T77" fmla="*/ 67 h 104"/>
                  <a:gd name="T78" fmla="*/ 24 w 281"/>
                  <a:gd name="T79" fmla="*/ 72 h 104"/>
                  <a:gd name="T80" fmla="*/ 27 w 281"/>
                  <a:gd name="T81" fmla="*/ 74 h 104"/>
                  <a:gd name="T82" fmla="*/ 26 w 281"/>
                  <a:gd name="T83" fmla="*/ 97 h 104"/>
                  <a:gd name="T84" fmla="*/ 38 w 281"/>
                  <a:gd name="T85" fmla="*/ 92 h 104"/>
                  <a:gd name="T86" fmla="*/ 252 w 281"/>
                  <a:gd name="T87" fmla="*/ 73 h 104"/>
                  <a:gd name="T88" fmla="*/ 270 w 281"/>
                  <a:gd name="T89" fmla="*/ 77 h 104"/>
                  <a:gd name="T90" fmla="*/ 266 w 281"/>
                  <a:gd name="T91" fmla="*/ 67 h 104"/>
                  <a:gd name="T92" fmla="*/ 275 w 281"/>
                  <a:gd name="T93" fmla="*/ 70 h 104"/>
                  <a:gd name="T94" fmla="*/ 263 w 281"/>
                  <a:gd name="T95" fmla="*/ 65 h 104"/>
                  <a:gd name="T96" fmla="*/ 255 w 281"/>
                  <a:gd name="T97" fmla="*/ 68 h 104"/>
                  <a:gd name="T98" fmla="*/ 253 w 281"/>
                  <a:gd name="T99" fmla="*/ 72 h 104"/>
                  <a:gd name="T100" fmla="*/ 256 w 281"/>
                  <a:gd name="T101" fmla="*/ 70 h 104"/>
                  <a:gd name="T102" fmla="*/ 259 w 281"/>
                  <a:gd name="T103" fmla="*/ 68 h 104"/>
                  <a:gd name="T104" fmla="*/ 260 w 281"/>
                  <a:gd name="T105" fmla="*/ 80 h 104"/>
                  <a:gd name="T106" fmla="*/ 245 w 281"/>
                  <a:gd name="T107" fmla="*/ 87 h 104"/>
                  <a:gd name="T108" fmla="*/ 248 w 281"/>
                  <a:gd name="T109" fmla="*/ 87 h 104"/>
                  <a:gd name="T110" fmla="*/ 251 w 281"/>
                  <a:gd name="T111" fmla="*/ 77 h 104"/>
                  <a:gd name="T112" fmla="*/ 234 w 281"/>
                  <a:gd name="T113" fmla="*/ 72 h 104"/>
                  <a:gd name="T114" fmla="*/ 253 w 281"/>
                  <a:gd name="T115" fmla="*/ 8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81" h="104">
                    <a:moveTo>
                      <a:pt x="265" y="55"/>
                    </a:moveTo>
                    <a:cubicBezTo>
                      <a:pt x="265" y="54"/>
                      <a:pt x="265" y="53"/>
                      <a:pt x="265" y="52"/>
                    </a:cubicBezTo>
                    <a:cubicBezTo>
                      <a:pt x="265" y="51"/>
                      <a:pt x="264" y="51"/>
                      <a:pt x="264" y="51"/>
                    </a:cubicBezTo>
                    <a:cubicBezTo>
                      <a:pt x="264" y="50"/>
                      <a:pt x="263" y="51"/>
                      <a:pt x="263" y="51"/>
                    </a:cubicBezTo>
                    <a:cubicBezTo>
                      <a:pt x="263" y="51"/>
                      <a:pt x="263" y="52"/>
                      <a:pt x="262" y="52"/>
                    </a:cubicBezTo>
                    <a:cubicBezTo>
                      <a:pt x="262" y="53"/>
                      <a:pt x="262" y="53"/>
                      <a:pt x="261" y="54"/>
                    </a:cubicBezTo>
                    <a:cubicBezTo>
                      <a:pt x="260" y="54"/>
                      <a:pt x="259" y="55"/>
                      <a:pt x="258" y="56"/>
                    </a:cubicBezTo>
                    <a:cubicBezTo>
                      <a:pt x="255" y="57"/>
                      <a:pt x="253" y="59"/>
                      <a:pt x="250" y="60"/>
                    </a:cubicBezTo>
                    <a:cubicBezTo>
                      <a:pt x="248" y="61"/>
                      <a:pt x="245" y="62"/>
                      <a:pt x="243" y="62"/>
                    </a:cubicBezTo>
                    <a:cubicBezTo>
                      <a:pt x="240" y="63"/>
                      <a:pt x="237" y="64"/>
                      <a:pt x="234" y="64"/>
                    </a:cubicBezTo>
                    <a:cubicBezTo>
                      <a:pt x="233" y="64"/>
                      <a:pt x="231" y="64"/>
                      <a:pt x="229" y="64"/>
                    </a:cubicBezTo>
                    <a:cubicBezTo>
                      <a:pt x="229" y="64"/>
                      <a:pt x="229" y="64"/>
                      <a:pt x="229" y="64"/>
                    </a:cubicBezTo>
                    <a:cubicBezTo>
                      <a:pt x="228" y="65"/>
                      <a:pt x="228" y="65"/>
                      <a:pt x="228" y="65"/>
                    </a:cubicBezTo>
                    <a:cubicBezTo>
                      <a:pt x="229" y="65"/>
                      <a:pt x="229" y="65"/>
                      <a:pt x="230" y="66"/>
                    </a:cubicBezTo>
                    <a:cubicBezTo>
                      <a:pt x="231" y="66"/>
                      <a:pt x="232" y="66"/>
                      <a:pt x="232" y="66"/>
                    </a:cubicBezTo>
                    <a:cubicBezTo>
                      <a:pt x="235" y="66"/>
                      <a:pt x="238" y="66"/>
                      <a:pt x="241" y="65"/>
                    </a:cubicBezTo>
                    <a:cubicBezTo>
                      <a:pt x="244" y="65"/>
                      <a:pt x="247" y="64"/>
                      <a:pt x="249" y="63"/>
                    </a:cubicBezTo>
                    <a:cubicBezTo>
                      <a:pt x="253" y="62"/>
                      <a:pt x="256" y="60"/>
                      <a:pt x="258" y="59"/>
                    </a:cubicBezTo>
                    <a:cubicBezTo>
                      <a:pt x="260" y="58"/>
                      <a:pt x="261" y="57"/>
                      <a:pt x="262" y="57"/>
                    </a:cubicBezTo>
                    <a:cubicBezTo>
                      <a:pt x="262" y="57"/>
                      <a:pt x="263" y="56"/>
                      <a:pt x="264" y="56"/>
                    </a:cubicBezTo>
                    <a:cubicBezTo>
                      <a:pt x="264" y="56"/>
                      <a:pt x="264" y="56"/>
                      <a:pt x="264" y="56"/>
                    </a:cubicBezTo>
                    <a:cubicBezTo>
                      <a:pt x="264" y="56"/>
                      <a:pt x="264" y="56"/>
                      <a:pt x="264" y="57"/>
                    </a:cubicBezTo>
                    <a:cubicBezTo>
                      <a:pt x="265" y="58"/>
                      <a:pt x="265" y="58"/>
                      <a:pt x="266" y="59"/>
                    </a:cubicBezTo>
                    <a:cubicBezTo>
                      <a:pt x="270" y="62"/>
                      <a:pt x="273" y="66"/>
                      <a:pt x="277" y="69"/>
                    </a:cubicBezTo>
                    <a:cubicBezTo>
                      <a:pt x="279" y="70"/>
                      <a:pt x="280" y="71"/>
                      <a:pt x="280" y="71"/>
                    </a:cubicBezTo>
                    <a:cubicBezTo>
                      <a:pt x="280" y="71"/>
                      <a:pt x="281" y="71"/>
                      <a:pt x="281" y="71"/>
                    </a:cubicBezTo>
                    <a:cubicBezTo>
                      <a:pt x="281" y="71"/>
                      <a:pt x="281" y="70"/>
                      <a:pt x="281" y="69"/>
                    </a:cubicBezTo>
                    <a:cubicBezTo>
                      <a:pt x="280" y="68"/>
                      <a:pt x="280" y="67"/>
                      <a:pt x="279" y="67"/>
                    </a:cubicBezTo>
                    <a:cubicBezTo>
                      <a:pt x="277" y="65"/>
                      <a:pt x="274" y="64"/>
                      <a:pt x="272" y="62"/>
                    </a:cubicBezTo>
                    <a:cubicBezTo>
                      <a:pt x="270" y="60"/>
                      <a:pt x="267" y="57"/>
                      <a:pt x="265" y="55"/>
                    </a:cubicBezTo>
                    <a:cubicBezTo>
                      <a:pt x="265" y="55"/>
                      <a:pt x="265" y="55"/>
                      <a:pt x="265" y="55"/>
                    </a:cubicBezTo>
                    <a:close/>
                    <a:moveTo>
                      <a:pt x="171" y="16"/>
                    </a:moveTo>
                    <a:cubicBezTo>
                      <a:pt x="171" y="16"/>
                      <a:pt x="172" y="16"/>
                      <a:pt x="172" y="16"/>
                    </a:cubicBezTo>
                    <a:cubicBezTo>
                      <a:pt x="173" y="16"/>
                      <a:pt x="175" y="16"/>
                      <a:pt x="178" y="17"/>
                    </a:cubicBezTo>
                    <a:cubicBezTo>
                      <a:pt x="178" y="17"/>
                      <a:pt x="178" y="17"/>
                      <a:pt x="178" y="18"/>
                    </a:cubicBezTo>
                    <a:cubicBezTo>
                      <a:pt x="178" y="19"/>
                      <a:pt x="179" y="19"/>
                      <a:pt x="180" y="19"/>
                    </a:cubicBezTo>
                    <a:cubicBezTo>
                      <a:pt x="181" y="18"/>
                      <a:pt x="181" y="18"/>
                      <a:pt x="181" y="17"/>
                    </a:cubicBezTo>
                    <a:cubicBezTo>
                      <a:pt x="182" y="15"/>
                      <a:pt x="183" y="13"/>
                      <a:pt x="183" y="11"/>
                    </a:cubicBezTo>
                    <a:cubicBezTo>
                      <a:pt x="184" y="10"/>
                      <a:pt x="185" y="9"/>
                      <a:pt x="186" y="8"/>
                    </a:cubicBezTo>
                    <a:cubicBezTo>
                      <a:pt x="186" y="7"/>
                      <a:pt x="187" y="7"/>
                      <a:pt x="186" y="6"/>
                    </a:cubicBezTo>
                    <a:cubicBezTo>
                      <a:pt x="186" y="5"/>
                      <a:pt x="185" y="4"/>
                      <a:pt x="184" y="4"/>
                    </a:cubicBezTo>
                    <a:cubicBezTo>
                      <a:pt x="184" y="3"/>
                      <a:pt x="183" y="3"/>
                      <a:pt x="183" y="3"/>
                    </a:cubicBezTo>
                    <a:cubicBezTo>
                      <a:pt x="180" y="3"/>
                      <a:pt x="178" y="3"/>
                      <a:pt x="175" y="3"/>
                    </a:cubicBezTo>
                    <a:cubicBezTo>
                      <a:pt x="175" y="3"/>
                      <a:pt x="175" y="3"/>
                      <a:pt x="175" y="3"/>
                    </a:cubicBezTo>
                    <a:cubicBezTo>
                      <a:pt x="174" y="2"/>
                      <a:pt x="174" y="1"/>
                      <a:pt x="173" y="1"/>
                    </a:cubicBezTo>
                    <a:cubicBezTo>
                      <a:pt x="172" y="0"/>
                      <a:pt x="172" y="0"/>
                      <a:pt x="172" y="1"/>
                    </a:cubicBezTo>
                    <a:cubicBezTo>
                      <a:pt x="172" y="1"/>
                      <a:pt x="172" y="1"/>
                      <a:pt x="172" y="2"/>
                    </a:cubicBezTo>
                    <a:cubicBezTo>
                      <a:pt x="172" y="3"/>
                      <a:pt x="172" y="4"/>
                      <a:pt x="172" y="5"/>
                    </a:cubicBezTo>
                    <a:cubicBezTo>
                      <a:pt x="172" y="6"/>
                      <a:pt x="171" y="8"/>
                      <a:pt x="171" y="9"/>
                    </a:cubicBezTo>
                    <a:cubicBezTo>
                      <a:pt x="170" y="15"/>
                      <a:pt x="168" y="19"/>
                      <a:pt x="167" y="23"/>
                    </a:cubicBezTo>
                    <a:cubicBezTo>
                      <a:pt x="166" y="26"/>
                      <a:pt x="164" y="28"/>
                      <a:pt x="162" y="31"/>
                    </a:cubicBezTo>
                    <a:cubicBezTo>
                      <a:pt x="162" y="32"/>
                      <a:pt x="161" y="33"/>
                      <a:pt x="161" y="34"/>
                    </a:cubicBezTo>
                    <a:cubicBezTo>
                      <a:pt x="161" y="35"/>
                      <a:pt x="162" y="36"/>
                      <a:pt x="162" y="37"/>
                    </a:cubicBezTo>
                    <a:cubicBezTo>
                      <a:pt x="162" y="37"/>
                      <a:pt x="162" y="37"/>
                      <a:pt x="163" y="37"/>
                    </a:cubicBezTo>
                    <a:cubicBezTo>
                      <a:pt x="164" y="37"/>
                      <a:pt x="164" y="36"/>
                      <a:pt x="165" y="35"/>
                    </a:cubicBezTo>
                    <a:cubicBezTo>
                      <a:pt x="166" y="33"/>
                      <a:pt x="167" y="30"/>
                      <a:pt x="168" y="28"/>
                    </a:cubicBezTo>
                    <a:cubicBezTo>
                      <a:pt x="169" y="25"/>
                      <a:pt x="170" y="22"/>
                      <a:pt x="171" y="19"/>
                    </a:cubicBezTo>
                    <a:cubicBezTo>
                      <a:pt x="171" y="18"/>
                      <a:pt x="171" y="17"/>
                      <a:pt x="171" y="16"/>
                    </a:cubicBezTo>
                    <a:close/>
                    <a:moveTo>
                      <a:pt x="178" y="15"/>
                    </a:moveTo>
                    <a:cubicBezTo>
                      <a:pt x="177" y="15"/>
                      <a:pt x="176" y="14"/>
                      <a:pt x="175" y="14"/>
                    </a:cubicBezTo>
                    <a:cubicBezTo>
                      <a:pt x="174" y="14"/>
                      <a:pt x="173" y="14"/>
                      <a:pt x="172" y="14"/>
                    </a:cubicBezTo>
                    <a:cubicBezTo>
                      <a:pt x="172" y="13"/>
                      <a:pt x="173" y="12"/>
                      <a:pt x="173" y="11"/>
                    </a:cubicBezTo>
                    <a:cubicBezTo>
                      <a:pt x="175" y="11"/>
                      <a:pt x="176" y="11"/>
                      <a:pt x="178" y="11"/>
                    </a:cubicBezTo>
                    <a:cubicBezTo>
                      <a:pt x="178" y="11"/>
                      <a:pt x="179" y="11"/>
                      <a:pt x="178" y="11"/>
                    </a:cubicBezTo>
                    <a:cubicBezTo>
                      <a:pt x="178" y="10"/>
                      <a:pt x="178" y="10"/>
                      <a:pt x="177" y="9"/>
                    </a:cubicBezTo>
                    <a:cubicBezTo>
                      <a:pt x="176" y="9"/>
                      <a:pt x="175" y="9"/>
                      <a:pt x="174" y="9"/>
                    </a:cubicBezTo>
                    <a:cubicBezTo>
                      <a:pt x="174" y="9"/>
                      <a:pt x="174" y="9"/>
                      <a:pt x="174" y="9"/>
                    </a:cubicBezTo>
                    <a:cubicBezTo>
                      <a:pt x="174" y="7"/>
                      <a:pt x="175" y="5"/>
                      <a:pt x="175" y="5"/>
                    </a:cubicBezTo>
                    <a:cubicBezTo>
                      <a:pt x="175" y="5"/>
                      <a:pt x="176" y="5"/>
                      <a:pt x="176" y="5"/>
                    </a:cubicBezTo>
                    <a:cubicBezTo>
                      <a:pt x="177" y="5"/>
                      <a:pt x="178" y="5"/>
                      <a:pt x="179" y="5"/>
                    </a:cubicBezTo>
                    <a:cubicBezTo>
                      <a:pt x="181" y="5"/>
                      <a:pt x="181" y="5"/>
                      <a:pt x="182" y="5"/>
                    </a:cubicBezTo>
                    <a:cubicBezTo>
                      <a:pt x="182" y="6"/>
                      <a:pt x="182" y="6"/>
                      <a:pt x="182" y="7"/>
                    </a:cubicBezTo>
                    <a:cubicBezTo>
                      <a:pt x="181" y="10"/>
                      <a:pt x="180" y="13"/>
                      <a:pt x="179" y="15"/>
                    </a:cubicBezTo>
                    <a:cubicBezTo>
                      <a:pt x="179" y="16"/>
                      <a:pt x="179" y="16"/>
                      <a:pt x="178" y="16"/>
                    </a:cubicBezTo>
                    <a:cubicBezTo>
                      <a:pt x="178" y="16"/>
                      <a:pt x="178" y="15"/>
                      <a:pt x="178" y="15"/>
                    </a:cubicBezTo>
                    <a:close/>
                    <a:moveTo>
                      <a:pt x="191" y="19"/>
                    </a:moveTo>
                    <a:cubicBezTo>
                      <a:pt x="191" y="19"/>
                      <a:pt x="192" y="20"/>
                      <a:pt x="192" y="20"/>
                    </a:cubicBezTo>
                    <a:cubicBezTo>
                      <a:pt x="194" y="20"/>
                      <a:pt x="196" y="20"/>
                      <a:pt x="200" y="21"/>
                    </a:cubicBezTo>
                    <a:cubicBezTo>
                      <a:pt x="198" y="29"/>
                      <a:pt x="195" y="36"/>
                      <a:pt x="194" y="42"/>
                    </a:cubicBezTo>
                    <a:cubicBezTo>
                      <a:pt x="193" y="42"/>
                      <a:pt x="193" y="43"/>
                      <a:pt x="193" y="43"/>
                    </a:cubicBezTo>
                    <a:cubicBezTo>
                      <a:pt x="192" y="44"/>
                      <a:pt x="192" y="43"/>
                      <a:pt x="191" y="43"/>
                    </a:cubicBezTo>
                    <a:cubicBezTo>
                      <a:pt x="190" y="43"/>
                      <a:pt x="190" y="42"/>
                      <a:pt x="189" y="42"/>
                    </a:cubicBezTo>
                    <a:cubicBezTo>
                      <a:pt x="188" y="41"/>
                      <a:pt x="188" y="41"/>
                      <a:pt x="188" y="41"/>
                    </a:cubicBezTo>
                    <a:cubicBezTo>
                      <a:pt x="189" y="44"/>
                      <a:pt x="190" y="46"/>
                      <a:pt x="191" y="47"/>
                    </a:cubicBezTo>
                    <a:cubicBezTo>
                      <a:pt x="191" y="48"/>
                      <a:pt x="191" y="49"/>
                      <a:pt x="192" y="49"/>
                    </a:cubicBezTo>
                    <a:cubicBezTo>
                      <a:pt x="192" y="49"/>
                      <a:pt x="193" y="49"/>
                      <a:pt x="193" y="49"/>
                    </a:cubicBezTo>
                    <a:cubicBezTo>
                      <a:pt x="194" y="49"/>
                      <a:pt x="194" y="48"/>
                      <a:pt x="195" y="47"/>
                    </a:cubicBezTo>
                    <a:cubicBezTo>
                      <a:pt x="196" y="46"/>
                      <a:pt x="196" y="45"/>
                      <a:pt x="197" y="44"/>
                    </a:cubicBezTo>
                    <a:cubicBezTo>
                      <a:pt x="198" y="37"/>
                      <a:pt x="201" y="27"/>
                      <a:pt x="204" y="15"/>
                    </a:cubicBezTo>
                    <a:cubicBezTo>
                      <a:pt x="205" y="13"/>
                      <a:pt x="206" y="11"/>
                      <a:pt x="206" y="11"/>
                    </a:cubicBezTo>
                    <a:cubicBezTo>
                      <a:pt x="207" y="10"/>
                      <a:pt x="207" y="9"/>
                      <a:pt x="207" y="9"/>
                    </a:cubicBezTo>
                    <a:cubicBezTo>
                      <a:pt x="206" y="8"/>
                      <a:pt x="205" y="7"/>
                      <a:pt x="204" y="6"/>
                    </a:cubicBezTo>
                    <a:cubicBezTo>
                      <a:pt x="204" y="6"/>
                      <a:pt x="203" y="6"/>
                      <a:pt x="202" y="6"/>
                    </a:cubicBezTo>
                    <a:cubicBezTo>
                      <a:pt x="201" y="6"/>
                      <a:pt x="200" y="6"/>
                      <a:pt x="199" y="6"/>
                    </a:cubicBezTo>
                    <a:cubicBezTo>
                      <a:pt x="198" y="6"/>
                      <a:pt x="196" y="6"/>
                      <a:pt x="194" y="6"/>
                    </a:cubicBezTo>
                    <a:cubicBezTo>
                      <a:pt x="194" y="5"/>
                      <a:pt x="193" y="4"/>
                      <a:pt x="192" y="4"/>
                    </a:cubicBezTo>
                    <a:cubicBezTo>
                      <a:pt x="192" y="4"/>
                      <a:pt x="192" y="3"/>
                      <a:pt x="192" y="4"/>
                    </a:cubicBezTo>
                    <a:cubicBezTo>
                      <a:pt x="191" y="4"/>
                      <a:pt x="191" y="4"/>
                      <a:pt x="192" y="4"/>
                    </a:cubicBezTo>
                    <a:cubicBezTo>
                      <a:pt x="192" y="6"/>
                      <a:pt x="192" y="7"/>
                      <a:pt x="191" y="9"/>
                    </a:cubicBezTo>
                    <a:cubicBezTo>
                      <a:pt x="191" y="11"/>
                      <a:pt x="190" y="13"/>
                      <a:pt x="190" y="15"/>
                    </a:cubicBezTo>
                    <a:cubicBezTo>
                      <a:pt x="189" y="16"/>
                      <a:pt x="189" y="18"/>
                      <a:pt x="189" y="19"/>
                    </a:cubicBezTo>
                    <a:cubicBezTo>
                      <a:pt x="189" y="20"/>
                      <a:pt x="189" y="20"/>
                      <a:pt x="190" y="20"/>
                    </a:cubicBezTo>
                    <a:cubicBezTo>
                      <a:pt x="190" y="21"/>
                      <a:pt x="191" y="21"/>
                      <a:pt x="191" y="20"/>
                    </a:cubicBezTo>
                    <a:cubicBezTo>
                      <a:pt x="191" y="19"/>
                      <a:pt x="191" y="19"/>
                      <a:pt x="191" y="19"/>
                    </a:cubicBezTo>
                    <a:close/>
                    <a:moveTo>
                      <a:pt x="200" y="19"/>
                    </a:moveTo>
                    <a:cubicBezTo>
                      <a:pt x="199" y="18"/>
                      <a:pt x="198" y="18"/>
                      <a:pt x="197" y="18"/>
                    </a:cubicBezTo>
                    <a:cubicBezTo>
                      <a:pt x="195" y="18"/>
                      <a:pt x="193" y="18"/>
                      <a:pt x="192" y="18"/>
                    </a:cubicBezTo>
                    <a:cubicBezTo>
                      <a:pt x="192" y="17"/>
                      <a:pt x="192" y="17"/>
                      <a:pt x="192" y="16"/>
                    </a:cubicBezTo>
                    <a:cubicBezTo>
                      <a:pt x="192" y="15"/>
                      <a:pt x="192" y="14"/>
                      <a:pt x="193" y="13"/>
                    </a:cubicBezTo>
                    <a:cubicBezTo>
                      <a:pt x="193" y="13"/>
                      <a:pt x="193" y="13"/>
                      <a:pt x="193" y="14"/>
                    </a:cubicBezTo>
                    <a:cubicBezTo>
                      <a:pt x="195" y="14"/>
                      <a:pt x="197" y="14"/>
                      <a:pt x="198" y="14"/>
                    </a:cubicBezTo>
                    <a:cubicBezTo>
                      <a:pt x="199" y="14"/>
                      <a:pt x="200" y="14"/>
                      <a:pt x="199" y="14"/>
                    </a:cubicBezTo>
                    <a:cubicBezTo>
                      <a:pt x="199" y="13"/>
                      <a:pt x="199" y="13"/>
                      <a:pt x="198" y="12"/>
                    </a:cubicBezTo>
                    <a:cubicBezTo>
                      <a:pt x="197" y="12"/>
                      <a:pt x="196" y="12"/>
                      <a:pt x="195" y="12"/>
                    </a:cubicBezTo>
                    <a:cubicBezTo>
                      <a:pt x="194" y="12"/>
                      <a:pt x="194" y="12"/>
                      <a:pt x="193" y="12"/>
                    </a:cubicBezTo>
                    <a:cubicBezTo>
                      <a:pt x="194" y="10"/>
                      <a:pt x="194" y="9"/>
                      <a:pt x="195" y="8"/>
                    </a:cubicBezTo>
                    <a:cubicBezTo>
                      <a:pt x="195" y="8"/>
                      <a:pt x="195" y="8"/>
                      <a:pt x="195" y="8"/>
                    </a:cubicBezTo>
                    <a:cubicBezTo>
                      <a:pt x="197" y="8"/>
                      <a:pt x="199" y="8"/>
                      <a:pt x="201" y="8"/>
                    </a:cubicBezTo>
                    <a:cubicBezTo>
                      <a:pt x="202" y="8"/>
                      <a:pt x="202" y="8"/>
                      <a:pt x="202" y="9"/>
                    </a:cubicBezTo>
                    <a:cubicBezTo>
                      <a:pt x="202" y="10"/>
                      <a:pt x="202" y="11"/>
                      <a:pt x="202" y="12"/>
                    </a:cubicBezTo>
                    <a:cubicBezTo>
                      <a:pt x="201" y="15"/>
                      <a:pt x="201" y="17"/>
                      <a:pt x="200" y="20"/>
                    </a:cubicBezTo>
                    <a:cubicBezTo>
                      <a:pt x="200" y="19"/>
                      <a:pt x="200" y="19"/>
                      <a:pt x="200" y="19"/>
                    </a:cubicBezTo>
                    <a:close/>
                    <a:moveTo>
                      <a:pt x="90" y="28"/>
                    </a:moveTo>
                    <a:cubicBezTo>
                      <a:pt x="91" y="29"/>
                      <a:pt x="94" y="31"/>
                      <a:pt x="98" y="34"/>
                    </a:cubicBezTo>
                    <a:cubicBezTo>
                      <a:pt x="102" y="37"/>
                      <a:pt x="105" y="39"/>
                      <a:pt x="108" y="41"/>
                    </a:cubicBezTo>
                    <a:cubicBezTo>
                      <a:pt x="110" y="42"/>
                      <a:pt x="111" y="42"/>
                      <a:pt x="112" y="42"/>
                    </a:cubicBezTo>
                    <a:cubicBezTo>
                      <a:pt x="114" y="41"/>
                      <a:pt x="117" y="39"/>
                      <a:pt x="119" y="39"/>
                    </a:cubicBezTo>
                    <a:cubicBezTo>
                      <a:pt x="120" y="38"/>
                      <a:pt x="121" y="38"/>
                      <a:pt x="121" y="38"/>
                    </a:cubicBezTo>
                    <a:cubicBezTo>
                      <a:pt x="120" y="37"/>
                      <a:pt x="120" y="37"/>
                      <a:pt x="119" y="37"/>
                    </a:cubicBezTo>
                    <a:cubicBezTo>
                      <a:pt x="117" y="37"/>
                      <a:pt x="115" y="37"/>
                      <a:pt x="113" y="36"/>
                    </a:cubicBezTo>
                    <a:cubicBezTo>
                      <a:pt x="111" y="36"/>
                      <a:pt x="109" y="36"/>
                      <a:pt x="108" y="36"/>
                    </a:cubicBezTo>
                    <a:cubicBezTo>
                      <a:pt x="106" y="35"/>
                      <a:pt x="103" y="34"/>
                      <a:pt x="100" y="32"/>
                    </a:cubicBezTo>
                    <a:cubicBezTo>
                      <a:pt x="95" y="29"/>
                      <a:pt x="92" y="27"/>
                      <a:pt x="90" y="26"/>
                    </a:cubicBezTo>
                    <a:cubicBezTo>
                      <a:pt x="90" y="25"/>
                      <a:pt x="90" y="24"/>
                      <a:pt x="90" y="24"/>
                    </a:cubicBezTo>
                    <a:cubicBezTo>
                      <a:pt x="93" y="22"/>
                      <a:pt x="97" y="20"/>
                      <a:pt x="102" y="18"/>
                    </a:cubicBezTo>
                    <a:cubicBezTo>
                      <a:pt x="103" y="18"/>
                      <a:pt x="104" y="18"/>
                      <a:pt x="104" y="17"/>
                    </a:cubicBezTo>
                    <a:cubicBezTo>
                      <a:pt x="105" y="17"/>
                      <a:pt x="105" y="17"/>
                      <a:pt x="106" y="16"/>
                    </a:cubicBezTo>
                    <a:cubicBezTo>
                      <a:pt x="105" y="16"/>
                      <a:pt x="105" y="15"/>
                      <a:pt x="104" y="15"/>
                    </a:cubicBezTo>
                    <a:cubicBezTo>
                      <a:pt x="103" y="15"/>
                      <a:pt x="102" y="15"/>
                      <a:pt x="101" y="15"/>
                    </a:cubicBezTo>
                    <a:cubicBezTo>
                      <a:pt x="100" y="15"/>
                      <a:pt x="99" y="15"/>
                      <a:pt x="99" y="15"/>
                    </a:cubicBezTo>
                    <a:cubicBezTo>
                      <a:pt x="96" y="17"/>
                      <a:pt x="93" y="19"/>
                      <a:pt x="89" y="21"/>
                    </a:cubicBezTo>
                    <a:cubicBezTo>
                      <a:pt x="89" y="20"/>
                      <a:pt x="88" y="19"/>
                      <a:pt x="88" y="17"/>
                    </a:cubicBezTo>
                    <a:cubicBezTo>
                      <a:pt x="88" y="16"/>
                      <a:pt x="87" y="15"/>
                      <a:pt x="87" y="14"/>
                    </a:cubicBezTo>
                    <a:cubicBezTo>
                      <a:pt x="87" y="12"/>
                      <a:pt x="86" y="11"/>
                      <a:pt x="86" y="9"/>
                    </a:cubicBezTo>
                    <a:cubicBezTo>
                      <a:pt x="86" y="8"/>
                      <a:pt x="86" y="8"/>
                      <a:pt x="86" y="8"/>
                    </a:cubicBezTo>
                    <a:cubicBezTo>
                      <a:pt x="85" y="7"/>
                      <a:pt x="83" y="7"/>
                      <a:pt x="82" y="7"/>
                    </a:cubicBezTo>
                    <a:cubicBezTo>
                      <a:pt x="81" y="7"/>
                      <a:pt x="80" y="7"/>
                      <a:pt x="80" y="8"/>
                    </a:cubicBezTo>
                    <a:cubicBezTo>
                      <a:pt x="79" y="8"/>
                      <a:pt x="79" y="9"/>
                      <a:pt x="80" y="9"/>
                    </a:cubicBezTo>
                    <a:cubicBezTo>
                      <a:pt x="81" y="10"/>
                      <a:pt x="82" y="11"/>
                      <a:pt x="83" y="12"/>
                    </a:cubicBezTo>
                    <a:cubicBezTo>
                      <a:pt x="84" y="16"/>
                      <a:pt x="85" y="20"/>
                      <a:pt x="86" y="23"/>
                    </a:cubicBezTo>
                    <a:cubicBezTo>
                      <a:pt x="83" y="25"/>
                      <a:pt x="79" y="27"/>
                      <a:pt x="76" y="29"/>
                    </a:cubicBezTo>
                    <a:cubicBezTo>
                      <a:pt x="75" y="29"/>
                      <a:pt x="75" y="30"/>
                      <a:pt x="76" y="30"/>
                    </a:cubicBezTo>
                    <a:cubicBezTo>
                      <a:pt x="76" y="30"/>
                      <a:pt x="77" y="30"/>
                      <a:pt x="78" y="30"/>
                    </a:cubicBezTo>
                    <a:cubicBezTo>
                      <a:pt x="79" y="30"/>
                      <a:pt x="79" y="30"/>
                      <a:pt x="80" y="30"/>
                    </a:cubicBezTo>
                    <a:cubicBezTo>
                      <a:pt x="82" y="28"/>
                      <a:pt x="84" y="27"/>
                      <a:pt x="87" y="25"/>
                    </a:cubicBezTo>
                    <a:cubicBezTo>
                      <a:pt x="87" y="26"/>
                      <a:pt x="87" y="26"/>
                      <a:pt x="87" y="26"/>
                    </a:cubicBezTo>
                    <a:cubicBezTo>
                      <a:pt x="88" y="30"/>
                      <a:pt x="88" y="33"/>
                      <a:pt x="87" y="36"/>
                    </a:cubicBezTo>
                    <a:cubicBezTo>
                      <a:pt x="87" y="38"/>
                      <a:pt x="86" y="41"/>
                      <a:pt x="85" y="43"/>
                    </a:cubicBezTo>
                    <a:cubicBezTo>
                      <a:pt x="84" y="45"/>
                      <a:pt x="82" y="48"/>
                      <a:pt x="79" y="51"/>
                    </a:cubicBezTo>
                    <a:cubicBezTo>
                      <a:pt x="79" y="51"/>
                      <a:pt x="79" y="52"/>
                      <a:pt x="79" y="52"/>
                    </a:cubicBezTo>
                    <a:cubicBezTo>
                      <a:pt x="79" y="52"/>
                      <a:pt x="79" y="52"/>
                      <a:pt x="80" y="52"/>
                    </a:cubicBezTo>
                    <a:cubicBezTo>
                      <a:pt x="80" y="52"/>
                      <a:pt x="81" y="51"/>
                      <a:pt x="83" y="49"/>
                    </a:cubicBezTo>
                    <a:cubicBezTo>
                      <a:pt x="84" y="48"/>
                      <a:pt x="86" y="46"/>
                      <a:pt x="88" y="44"/>
                    </a:cubicBezTo>
                    <a:cubicBezTo>
                      <a:pt x="89" y="42"/>
                      <a:pt x="90" y="40"/>
                      <a:pt x="90" y="38"/>
                    </a:cubicBezTo>
                    <a:cubicBezTo>
                      <a:pt x="91" y="36"/>
                      <a:pt x="91" y="33"/>
                      <a:pt x="91" y="30"/>
                    </a:cubicBezTo>
                    <a:cubicBezTo>
                      <a:pt x="90" y="29"/>
                      <a:pt x="90" y="29"/>
                      <a:pt x="90" y="28"/>
                    </a:cubicBezTo>
                    <a:close/>
                    <a:moveTo>
                      <a:pt x="10" y="68"/>
                    </a:moveTo>
                    <a:cubicBezTo>
                      <a:pt x="11" y="68"/>
                      <a:pt x="12" y="67"/>
                      <a:pt x="12" y="67"/>
                    </a:cubicBezTo>
                    <a:cubicBezTo>
                      <a:pt x="13" y="67"/>
                      <a:pt x="13" y="66"/>
                      <a:pt x="13" y="66"/>
                    </a:cubicBezTo>
                    <a:cubicBezTo>
                      <a:pt x="13" y="66"/>
                      <a:pt x="13" y="66"/>
                      <a:pt x="13" y="66"/>
                    </a:cubicBezTo>
                    <a:cubicBezTo>
                      <a:pt x="13" y="65"/>
                      <a:pt x="13" y="65"/>
                      <a:pt x="12" y="65"/>
                    </a:cubicBezTo>
                    <a:cubicBezTo>
                      <a:pt x="11" y="65"/>
                      <a:pt x="11" y="65"/>
                      <a:pt x="10" y="65"/>
                    </a:cubicBezTo>
                    <a:cubicBezTo>
                      <a:pt x="10" y="65"/>
                      <a:pt x="10" y="66"/>
                      <a:pt x="10" y="66"/>
                    </a:cubicBezTo>
                    <a:cubicBezTo>
                      <a:pt x="10" y="65"/>
                      <a:pt x="10" y="65"/>
                      <a:pt x="9" y="64"/>
                    </a:cubicBezTo>
                    <a:cubicBezTo>
                      <a:pt x="9" y="63"/>
                      <a:pt x="9" y="63"/>
                      <a:pt x="9" y="62"/>
                    </a:cubicBezTo>
                    <a:cubicBezTo>
                      <a:pt x="9" y="62"/>
                      <a:pt x="9" y="62"/>
                      <a:pt x="9" y="62"/>
                    </a:cubicBezTo>
                    <a:cubicBezTo>
                      <a:pt x="8" y="62"/>
                      <a:pt x="8" y="62"/>
                      <a:pt x="7" y="62"/>
                    </a:cubicBezTo>
                    <a:cubicBezTo>
                      <a:pt x="6" y="62"/>
                      <a:pt x="6" y="62"/>
                      <a:pt x="6" y="62"/>
                    </a:cubicBezTo>
                    <a:cubicBezTo>
                      <a:pt x="5" y="63"/>
                      <a:pt x="5" y="63"/>
                      <a:pt x="6" y="63"/>
                    </a:cubicBezTo>
                    <a:cubicBezTo>
                      <a:pt x="6" y="63"/>
                      <a:pt x="7" y="64"/>
                      <a:pt x="7" y="64"/>
                    </a:cubicBezTo>
                    <a:cubicBezTo>
                      <a:pt x="7" y="65"/>
                      <a:pt x="8" y="66"/>
                      <a:pt x="8" y="67"/>
                    </a:cubicBezTo>
                    <a:cubicBezTo>
                      <a:pt x="8" y="67"/>
                      <a:pt x="8" y="67"/>
                      <a:pt x="8" y="67"/>
                    </a:cubicBezTo>
                    <a:cubicBezTo>
                      <a:pt x="7" y="68"/>
                      <a:pt x="6" y="69"/>
                      <a:pt x="5" y="70"/>
                    </a:cubicBezTo>
                    <a:cubicBezTo>
                      <a:pt x="5" y="70"/>
                      <a:pt x="5" y="70"/>
                      <a:pt x="5" y="70"/>
                    </a:cubicBezTo>
                    <a:cubicBezTo>
                      <a:pt x="5" y="70"/>
                      <a:pt x="6" y="70"/>
                      <a:pt x="6" y="70"/>
                    </a:cubicBezTo>
                    <a:cubicBezTo>
                      <a:pt x="7" y="70"/>
                      <a:pt x="8" y="69"/>
                      <a:pt x="9" y="69"/>
                    </a:cubicBezTo>
                    <a:cubicBezTo>
                      <a:pt x="9" y="69"/>
                      <a:pt x="9" y="70"/>
                      <a:pt x="9" y="71"/>
                    </a:cubicBezTo>
                    <a:cubicBezTo>
                      <a:pt x="9" y="72"/>
                      <a:pt x="9" y="72"/>
                      <a:pt x="9" y="72"/>
                    </a:cubicBezTo>
                    <a:cubicBezTo>
                      <a:pt x="10" y="72"/>
                      <a:pt x="10" y="72"/>
                      <a:pt x="10" y="72"/>
                    </a:cubicBezTo>
                    <a:cubicBezTo>
                      <a:pt x="10" y="72"/>
                      <a:pt x="10" y="71"/>
                      <a:pt x="10" y="70"/>
                    </a:cubicBezTo>
                    <a:cubicBezTo>
                      <a:pt x="10" y="70"/>
                      <a:pt x="10" y="69"/>
                      <a:pt x="10" y="68"/>
                    </a:cubicBezTo>
                    <a:close/>
                    <a:moveTo>
                      <a:pt x="17" y="72"/>
                    </a:moveTo>
                    <a:cubicBezTo>
                      <a:pt x="18" y="71"/>
                      <a:pt x="18" y="71"/>
                      <a:pt x="19" y="71"/>
                    </a:cubicBezTo>
                    <a:cubicBezTo>
                      <a:pt x="20" y="71"/>
                      <a:pt x="20" y="70"/>
                      <a:pt x="20" y="70"/>
                    </a:cubicBezTo>
                    <a:cubicBezTo>
                      <a:pt x="20" y="70"/>
                      <a:pt x="20" y="70"/>
                      <a:pt x="20" y="70"/>
                    </a:cubicBezTo>
                    <a:cubicBezTo>
                      <a:pt x="20" y="69"/>
                      <a:pt x="20" y="69"/>
                      <a:pt x="19" y="69"/>
                    </a:cubicBezTo>
                    <a:cubicBezTo>
                      <a:pt x="18" y="69"/>
                      <a:pt x="18" y="69"/>
                      <a:pt x="18" y="69"/>
                    </a:cubicBezTo>
                    <a:cubicBezTo>
                      <a:pt x="17" y="69"/>
                      <a:pt x="17" y="70"/>
                      <a:pt x="16" y="70"/>
                    </a:cubicBezTo>
                    <a:cubicBezTo>
                      <a:pt x="16" y="70"/>
                      <a:pt x="16" y="69"/>
                      <a:pt x="16" y="69"/>
                    </a:cubicBezTo>
                    <a:cubicBezTo>
                      <a:pt x="16" y="68"/>
                      <a:pt x="16" y="68"/>
                      <a:pt x="16" y="68"/>
                    </a:cubicBezTo>
                    <a:cubicBezTo>
                      <a:pt x="16" y="67"/>
                      <a:pt x="15" y="67"/>
                      <a:pt x="15" y="67"/>
                    </a:cubicBezTo>
                    <a:cubicBezTo>
                      <a:pt x="15" y="67"/>
                      <a:pt x="15" y="67"/>
                      <a:pt x="14" y="67"/>
                    </a:cubicBezTo>
                    <a:cubicBezTo>
                      <a:pt x="13" y="67"/>
                      <a:pt x="13" y="67"/>
                      <a:pt x="12" y="68"/>
                    </a:cubicBezTo>
                    <a:cubicBezTo>
                      <a:pt x="12" y="68"/>
                      <a:pt x="12" y="68"/>
                      <a:pt x="13" y="68"/>
                    </a:cubicBezTo>
                    <a:cubicBezTo>
                      <a:pt x="13" y="69"/>
                      <a:pt x="14" y="69"/>
                      <a:pt x="14" y="69"/>
                    </a:cubicBezTo>
                    <a:cubicBezTo>
                      <a:pt x="14" y="70"/>
                      <a:pt x="14" y="70"/>
                      <a:pt x="15" y="71"/>
                    </a:cubicBezTo>
                    <a:cubicBezTo>
                      <a:pt x="14" y="72"/>
                      <a:pt x="13" y="72"/>
                      <a:pt x="12" y="73"/>
                    </a:cubicBezTo>
                    <a:cubicBezTo>
                      <a:pt x="12" y="73"/>
                      <a:pt x="12" y="73"/>
                      <a:pt x="12" y="73"/>
                    </a:cubicBezTo>
                    <a:cubicBezTo>
                      <a:pt x="12" y="74"/>
                      <a:pt x="13" y="74"/>
                      <a:pt x="13" y="73"/>
                    </a:cubicBezTo>
                    <a:cubicBezTo>
                      <a:pt x="14" y="73"/>
                      <a:pt x="15" y="73"/>
                      <a:pt x="15" y="72"/>
                    </a:cubicBezTo>
                    <a:cubicBezTo>
                      <a:pt x="15" y="72"/>
                      <a:pt x="15" y="72"/>
                      <a:pt x="15" y="73"/>
                    </a:cubicBezTo>
                    <a:cubicBezTo>
                      <a:pt x="16" y="74"/>
                      <a:pt x="16" y="75"/>
                      <a:pt x="17" y="76"/>
                    </a:cubicBezTo>
                    <a:cubicBezTo>
                      <a:pt x="17" y="77"/>
                      <a:pt x="17" y="77"/>
                      <a:pt x="17" y="77"/>
                    </a:cubicBezTo>
                    <a:cubicBezTo>
                      <a:pt x="17" y="77"/>
                      <a:pt x="17" y="77"/>
                      <a:pt x="17" y="77"/>
                    </a:cubicBezTo>
                    <a:cubicBezTo>
                      <a:pt x="17" y="77"/>
                      <a:pt x="17" y="76"/>
                      <a:pt x="17" y="76"/>
                    </a:cubicBezTo>
                    <a:cubicBezTo>
                      <a:pt x="17" y="75"/>
                      <a:pt x="17" y="74"/>
                      <a:pt x="17" y="73"/>
                    </a:cubicBezTo>
                    <a:cubicBezTo>
                      <a:pt x="17" y="73"/>
                      <a:pt x="17" y="72"/>
                      <a:pt x="17" y="72"/>
                    </a:cubicBezTo>
                    <a:close/>
                    <a:moveTo>
                      <a:pt x="14" y="88"/>
                    </a:moveTo>
                    <a:cubicBezTo>
                      <a:pt x="16" y="88"/>
                      <a:pt x="16" y="87"/>
                      <a:pt x="17" y="86"/>
                    </a:cubicBezTo>
                    <a:cubicBezTo>
                      <a:pt x="18" y="83"/>
                      <a:pt x="18" y="81"/>
                      <a:pt x="20" y="78"/>
                    </a:cubicBezTo>
                    <a:cubicBezTo>
                      <a:pt x="21" y="75"/>
                      <a:pt x="23" y="71"/>
                      <a:pt x="25" y="66"/>
                    </a:cubicBezTo>
                    <a:cubicBezTo>
                      <a:pt x="26" y="64"/>
                      <a:pt x="27" y="62"/>
                      <a:pt x="28" y="61"/>
                    </a:cubicBezTo>
                    <a:cubicBezTo>
                      <a:pt x="28" y="61"/>
                      <a:pt x="29" y="61"/>
                      <a:pt x="29" y="61"/>
                    </a:cubicBezTo>
                    <a:cubicBezTo>
                      <a:pt x="29" y="61"/>
                      <a:pt x="29" y="61"/>
                      <a:pt x="29" y="62"/>
                    </a:cubicBezTo>
                    <a:cubicBezTo>
                      <a:pt x="30" y="63"/>
                      <a:pt x="31" y="63"/>
                      <a:pt x="31" y="64"/>
                    </a:cubicBezTo>
                    <a:cubicBezTo>
                      <a:pt x="31" y="65"/>
                      <a:pt x="32" y="65"/>
                      <a:pt x="32" y="65"/>
                    </a:cubicBezTo>
                    <a:cubicBezTo>
                      <a:pt x="32" y="65"/>
                      <a:pt x="32" y="64"/>
                      <a:pt x="32" y="64"/>
                    </a:cubicBezTo>
                    <a:cubicBezTo>
                      <a:pt x="32" y="61"/>
                      <a:pt x="33" y="59"/>
                      <a:pt x="33" y="58"/>
                    </a:cubicBezTo>
                    <a:cubicBezTo>
                      <a:pt x="34" y="57"/>
                      <a:pt x="34" y="56"/>
                      <a:pt x="33" y="56"/>
                    </a:cubicBezTo>
                    <a:cubicBezTo>
                      <a:pt x="33" y="56"/>
                      <a:pt x="31" y="56"/>
                      <a:pt x="28" y="57"/>
                    </a:cubicBezTo>
                    <a:cubicBezTo>
                      <a:pt x="28" y="58"/>
                      <a:pt x="27" y="58"/>
                      <a:pt x="27" y="59"/>
                    </a:cubicBezTo>
                    <a:cubicBezTo>
                      <a:pt x="26" y="60"/>
                      <a:pt x="25" y="62"/>
                      <a:pt x="25" y="63"/>
                    </a:cubicBezTo>
                    <a:cubicBezTo>
                      <a:pt x="21" y="59"/>
                      <a:pt x="18" y="56"/>
                      <a:pt x="17" y="54"/>
                    </a:cubicBezTo>
                    <a:cubicBezTo>
                      <a:pt x="17" y="53"/>
                      <a:pt x="17" y="53"/>
                      <a:pt x="16" y="53"/>
                    </a:cubicBezTo>
                    <a:cubicBezTo>
                      <a:pt x="16" y="53"/>
                      <a:pt x="14" y="53"/>
                      <a:pt x="13" y="54"/>
                    </a:cubicBezTo>
                    <a:cubicBezTo>
                      <a:pt x="12" y="55"/>
                      <a:pt x="12" y="55"/>
                      <a:pt x="12" y="55"/>
                    </a:cubicBezTo>
                    <a:cubicBezTo>
                      <a:pt x="11" y="57"/>
                      <a:pt x="10" y="59"/>
                      <a:pt x="10" y="61"/>
                    </a:cubicBezTo>
                    <a:cubicBezTo>
                      <a:pt x="9" y="61"/>
                      <a:pt x="9" y="62"/>
                      <a:pt x="10" y="62"/>
                    </a:cubicBezTo>
                    <a:cubicBezTo>
                      <a:pt x="10" y="62"/>
                      <a:pt x="11" y="61"/>
                      <a:pt x="11" y="61"/>
                    </a:cubicBezTo>
                    <a:cubicBezTo>
                      <a:pt x="12" y="61"/>
                      <a:pt x="12" y="60"/>
                      <a:pt x="12" y="59"/>
                    </a:cubicBezTo>
                    <a:cubicBezTo>
                      <a:pt x="13" y="59"/>
                      <a:pt x="13" y="58"/>
                      <a:pt x="13" y="57"/>
                    </a:cubicBezTo>
                    <a:cubicBezTo>
                      <a:pt x="13" y="57"/>
                      <a:pt x="13" y="57"/>
                      <a:pt x="13" y="57"/>
                    </a:cubicBezTo>
                    <a:cubicBezTo>
                      <a:pt x="14" y="57"/>
                      <a:pt x="14" y="57"/>
                      <a:pt x="15" y="57"/>
                    </a:cubicBezTo>
                    <a:cubicBezTo>
                      <a:pt x="15" y="58"/>
                      <a:pt x="16" y="58"/>
                      <a:pt x="17" y="59"/>
                    </a:cubicBezTo>
                    <a:cubicBezTo>
                      <a:pt x="16" y="59"/>
                      <a:pt x="16" y="59"/>
                      <a:pt x="16" y="60"/>
                    </a:cubicBezTo>
                    <a:cubicBezTo>
                      <a:pt x="15" y="60"/>
                      <a:pt x="15" y="61"/>
                      <a:pt x="14" y="62"/>
                    </a:cubicBezTo>
                    <a:cubicBezTo>
                      <a:pt x="14" y="63"/>
                      <a:pt x="14" y="63"/>
                      <a:pt x="14" y="64"/>
                    </a:cubicBezTo>
                    <a:cubicBezTo>
                      <a:pt x="13" y="65"/>
                      <a:pt x="14" y="65"/>
                      <a:pt x="14" y="65"/>
                    </a:cubicBezTo>
                    <a:cubicBezTo>
                      <a:pt x="15" y="64"/>
                      <a:pt x="15" y="64"/>
                      <a:pt x="15" y="64"/>
                    </a:cubicBezTo>
                    <a:cubicBezTo>
                      <a:pt x="16" y="62"/>
                      <a:pt x="17" y="61"/>
                      <a:pt x="17" y="60"/>
                    </a:cubicBezTo>
                    <a:cubicBezTo>
                      <a:pt x="18" y="60"/>
                      <a:pt x="19" y="61"/>
                      <a:pt x="20" y="62"/>
                    </a:cubicBezTo>
                    <a:cubicBezTo>
                      <a:pt x="19" y="62"/>
                      <a:pt x="19" y="62"/>
                      <a:pt x="19" y="63"/>
                    </a:cubicBezTo>
                    <a:cubicBezTo>
                      <a:pt x="18" y="63"/>
                      <a:pt x="18" y="64"/>
                      <a:pt x="18" y="65"/>
                    </a:cubicBezTo>
                    <a:cubicBezTo>
                      <a:pt x="18" y="66"/>
                      <a:pt x="17" y="67"/>
                      <a:pt x="17" y="67"/>
                    </a:cubicBezTo>
                    <a:cubicBezTo>
                      <a:pt x="17" y="68"/>
                      <a:pt x="17" y="68"/>
                      <a:pt x="18" y="68"/>
                    </a:cubicBezTo>
                    <a:cubicBezTo>
                      <a:pt x="18" y="68"/>
                      <a:pt x="18" y="67"/>
                      <a:pt x="19" y="67"/>
                    </a:cubicBezTo>
                    <a:cubicBezTo>
                      <a:pt x="19" y="65"/>
                      <a:pt x="20" y="64"/>
                      <a:pt x="21" y="63"/>
                    </a:cubicBezTo>
                    <a:cubicBezTo>
                      <a:pt x="21" y="64"/>
                      <a:pt x="22" y="65"/>
                      <a:pt x="23" y="66"/>
                    </a:cubicBezTo>
                    <a:cubicBezTo>
                      <a:pt x="23" y="67"/>
                      <a:pt x="23" y="67"/>
                      <a:pt x="22" y="68"/>
                    </a:cubicBezTo>
                    <a:cubicBezTo>
                      <a:pt x="21" y="71"/>
                      <a:pt x="19" y="76"/>
                      <a:pt x="16" y="81"/>
                    </a:cubicBezTo>
                    <a:cubicBezTo>
                      <a:pt x="16" y="81"/>
                      <a:pt x="16" y="82"/>
                      <a:pt x="16" y="82"/>
                    </a:cubicBezTo>
                    <a:cubicBezTo>
                      <a:pt x="15" y="81"/>
                      <a:pt x="13" y="81"/>
                      <a:pt x="12" y="80"/>
                    </a:cubicBezTo>
                    <a:cubicBezTo>
                      <a:pt x="12" y="80"/>
                      <a:pt x="12" y="80"/>
                      <a:pt x="12" y="80"/>
                    </a:cubicBezTo>
                    <a:cubicBezTo>
                      <a:pt x="13" y="79"/>
                      <a:pt x="13" y="77"/>
                      <a:pt x="14" y="76"/>
                    </a:cubicBezTo>
                    <a:cubicBezTo>
                      <a:pt x="14" y="75"/>
                      <a:pt x="14" y="75"/>
                      <a:pt x="13" y="75"/>
                    </a:cubicBezTo>
                    <a:cubicBezTo>
                      <a:pt x="13" y="75"/>
                      <a:pt x="12" y="76"/>
                      <a:pt x="12" y="76"/>
                    </a:cubicBezTo>
                    <a:cubicBezTo>
                      <a:pt x="11" y="77"/>
                      <a:pt x="11" y="78"/>
                      <a:pt x="11" y="79"/>
                    </a:cubicBezTo>
                    <a:cubicBezTo>
                      <a:pt x="11" y="79"/>
                      <a:pt x="11" y="79"/>
                      <a:pt x="11" y="80"/>
                    </a:cubicBezTo>
                    <a:cubicBezTo>
                      <a:pt x="10" y="79"/>
                      <a:pt x="10" y="79"/>
                      <a:pt x="9" y="79"/>
                    </a:cubicBezTo>
                    <a:cubicBezTo>
                      <a:pt x="9" y="79"/>
                      <a:pt x="8" y="79"/>
                      <a:pt x="8" y="79"/>
                    </a:cubicBezTo>
                    <a:cubicBezTo>
                      <a:pt x="8" y="77"/>
                      <a:pt x="9" y="75"/>
                      <a:pt x="9" y="74"/>
                    </a:cubicBezTo>
                    <a:cubicBezTo>
                      <a:pt x="10" y="73"/>
                      <a:pt x="10" y="73"/>
                      <a:pt x="9" y="73"/>
                    </a:cubicBezTo>
                    <a:cubicBezTo>
                      <a:pt x="9" y="73"/>
                      <a:pt x="8" y="73"/>
                      <a:pt x="8" y="74"/>
                    </a:cubicBezTo>
                    <a:cubicBezTo>
                      <a:pt x="7" y="75"/>
                      <a:pt x="7" y="75"/>
                      <a:pt x="7" y="77"/>
                    </a:cubicBezTo>
                    <a:cubicBezTo>
                      <a:pt x="7" y="77"/>
                      <a:pt x="7" y="78"/>
                      <a:pt x="7" y="78"/>
                    </a:cubicBezTo>
                    <a:cubicBezTo>
                      <a:pt x="6" y="78"/>
                      <a:pt x="6" y="78"/>
                      <a:pt x="5" y="77"/>
                    </a:cubicBezTo>
                    <a:cubicBezTo>
                      <a:pt x="5" y="77"/>
                      <a:pt x="5" y="77"/>
                      <a:pt x="5" y="77"/>
                    </a:cubicBezTo>
                    <a:cubicBezTo>
                      <a:pt x="5" y="76"/>
                      <a:pt x="4" y="76"/>
                      <a:pt x="4" y="75"/>
                    </a:cubicBezTo>
                    <a:cubicBezTo>
                      <a:pt x="4" y="75"/>
                      <a:pt x="4" y="74"/>
                      <a:pt x="4" y="73"/>
                    </a:cubicBezTo>
                    <a:cubicBezTo>
                      <a:pt x="4" y="73"/>
                      <a:pt x="4" y="72"/>
                      <a:pt x="4" y="71"/>
                    </a:cubicBezTo>
                    <a:cubicBezTo>
                      <a:pt x="4" y="71"/>
                      <a:pt x="4" y="70"/>
                      <a:pt x="4" y="70"/>
                    </a:cubicBezTo>
                    <a:cubicBezTo>
                      <a:pt x="3" y="70"/>
                      <a:pt x="2" y="71"/>
                      <a:pt x="2" y="71"/>
                    </a:cubicBezTo>
                    <a:cubicBezTo>
                      <a:pt x="1" y="72"/>
                      <a:pt x="1" y="72"/>
                      <a:pt x="1" y="72"/>
                    </a:cubicBezTo>
                    <a:cubicBezTo>
                      <a:pt x="0" y="73"/>
                      <a:pt x="1" y="73"/>
                      <a:pt x="1" y="73"/>
                    </a:cubicBezTo>
                    <a:cubicBezTo>
                      <a:pt x="1" y="73"/>
                      <a:pt x="2" y="73"/>
                      <a:pt x="2" y="74"/>
                    </a:cubicBezTo>
                    <a:cubicBezTo>
                      <a:pt x="2" y="75"/>
                      <a:pt x="3" y="75"/>
                      <a:pt x="3" y="76"/>
                    </a:cubicBezTo>
                    <a:cubicBezTo>
                      <a:pt x="3" y="76"/>
                      <a:pt x="3" y="77"/>
                      <a:pt x="4" y="77"/>
                    </a:cubicBezTo>
                    <a:cubicBezTo>
                      <a:pt x="3" y="78"/>
                      <a:pt x="2" y="78"/>
                      <a:pt x="2" y="79"/>
                    </a:cubicBezTo>
                    <a:cubicBezTo>
                      <a:pt x="1" y="79"/>
                      <a:pt x="1" y="80"/>
                      <a:pt x="1" y="80"/>
                    </a:cubicBezTo>
                    <a:cubicBezTo>
                      <a:pt x="1" y="80"/>
                      <a:pt x="2" y="81"/>
                      <a:pt x="2" y="80"/>
                    </a:cubicBezTo>
                    <a:cubicBezTo>
                      <a:pt x="3" y="80"/>
                      <a:pt x="5" y="80"/>
                      <a:pt x="6" y="81"/>
                    </a:cubicBezTo>
                    <a:cubicBezTo>
                      <a:pt x="7" y="81"/>
                      <a:pt x="11" y="82"/>
                      <a:pt x="15" y="84"/>
                    </a:cubicBezTo>
                    <a:cubicBezTo>
                      <a:pt x="15" y="85"/>
                      <a:pt x="14" y="86"/>
                      <a:pt x="13" y="88"/>
                    </a:cubicBezTo>
                    <a:cubicBezTo>
                      <a:pt x="13" y="88"/>
                      <a:pt x="13" y="88"/>
                      <a:pt x="13" y="88"/>
                    </a:cubicBezTo>
                    <a:cubicBezTo>
                      <a:pt x="13" y="88"/>
                      <a:pt x="13" y="88"/>
                      <a:pt x="13" y="88"/>
                    </a:cubicBezTo>
                    <a:cubicBezTo>
                      <a:pt x="12" y="88"/>
                      <a:pt x="12" y="88"/>
                      <a:pt x="11" y="88"/>
                    </a:cubicBezTo>
                    <a:cubicBezTo>
                      <a:pt x="10" y="88"/>
                      <a:pt x="10" y="89"/>
                      <a:pt x="11" y="89"/>
                    </a:cubicBezTo>
                    <a:cubicBezTo>
                      <a:pt x="11" y="89"/>
                      <a:pt x="12" y="89"/>
                      <a:pt x="12" y="89"/>
                    </a:cubicBezTo>
                    <a:cubicBezTo>
                      <a:pt x="12" y="90"/>
                      <a:pt x="13" y="90"/>
                      <a:pt x="13" y="91"/>
                    </a:cubicBezTo>
                    <a:cubicBezTo>
                      <a:pt x="13" y="92"/>
                      <a:pt x="14" y="93"/>
                      <a:pt x="14" y="94"/>
                    </a:cubicBezTo>
                    <a:cubicBezTo>
                      <a:pt x="14" y="95"/>
                      <a:pt x="15" y="95"/>
                      <a:pt x="15" y="95"/>
                    </a:cubicBezTo>
                    <a:cubicBezTo>
                      <a:pt x="16" y="96"/>
                      <a:pt x="17" y="96"/>
                      <a:pt x="18" y="96"/>
                    </a:cubicBezTo>
                    <a:cubicBezTo>
                      <a:pt x="19" y="96"/>
                      <a:pt x="19" y="95"/>
                      <a:pt x="19" y="94"/>
                    </a:cubicBezTo>
                    <a:cubicBezTo>
                      <a:pt x="18" y="93"/>
                      <a:pt x="18" y="92"/>
                      <a:pt x="17" y="91"/>
                    </a:cubicBezTo>
                    <a:cubicBezTo>
                      <a:pt x="16" y="90"/>
                      <a:pt x="15" y="89"/>
                      <a:pt x="14" y="88"/>
                    </a:cubicBezTo>
                    <a:close/>
                    <a:moveTo>
                      <a:pt x="34" y="79"/>
                    </a:moveTo>
                    <a:cubicBezTo>
                      <a:pt x="36" y="76"/>
                      <a:pt x="38" y="72"/>
                      <a:pt x="41" y="68"/>
                    </a:cubicBezTo>
                    <a:cubicBezTo>
                      <a:pt x="41" y="67"/>
                      <a:pt x="42" y="66"/>
                      <a:pt x="42" y="66"/>
                    </a:cubicBezTo>
                    <a:cubicBezTo>
                      <a:pt x="43" y="65"/>
                      <a:pt x="43" y="64"/>
                      <a:pt x="43" y="64"/>
                    </a:cubicBezTo>
                    <a:cubicBezTo>
                      <a:pt x="43" y="64"/>
                      <a:pt x="42" y="64"/>
                      <a:pt x="41" y="64"/>
                    </a:cubicBezTo>
                    <a:cubicBezTo>
                      <a:pt x="40" y="64"/>
                      <a:pt x="39" y="65"/>
                      <a:pt x="38" y="65"/>
                    </a:cubicBezTo>
                    <a:cubicBezTo>
                      <a:pt x="38" y="66"/>
                      <a:pt x="37" y="67"/>
                      <a:pt x="37" y="67"/>
                    </a:cubicBezTo>
                    <a:cubicBezTo>
                      <a:pt x="36" y="70"/>
                      <a:pt x="34" y="74"/>
                      <a:pt x="32" y="79"/>
                    </a:cubicBezTo>
                    <a:cubicBezTo>
                      <a:pt x="32" y="79"/>
                      <a:pt x="32" y="78"/>
                      <a:pt x="32" y="78"/>
                    </a:cubicBezTo>
                    <a:cubicBezTo>
                      <a:pt x="31" y="78"/>
                      <a:pt x="31" y="78"/>
                      <a:pt x="30" y="79"/>
                    </a:cubicBezTo>
                    <a:cubicBezTo>
                      <a:pt x="30" y="77"/>
                      <a:pt x="30" y="76"/>
                      <a:pt x="30" y="74"/>
                    </a:cubicBezTo>
                    <a:cubicBezTo>
                      <a:pt x="30" y="73"/>
                      <a:pt x="30" y="71"/>
                      <a:pt x="30" y="70"/>
                    </a:cubicBezTo>
                    <a:cubicBezTo>
                      <a:pt x="30" y="70"/>
                      <a:pt x="30" y="69"/>
                      <a:pt x="30" y="69"/>
                    </a:cubicBezTo>
                    <a:cubicBezTo>
                      <a:pt x="29" y="69"/>
                      <a:pt x="28" y="70"/>
                      <a:pt x="25" y="71"/>
                    </a:cubicBezTo>
                    <a:cubicBezTo>
                      <a:pt x="25" y="71"/>
                      <a:pt x="24" y="72"/>
                      <a:pt x="24" y="72"/>
                    </a:cubicBezTo>
                    <a:cubicBezTo>
                      <a:pt x="24" y="75"/>
                      <a:pt x="23" y="77"/>
                      <a:pt x="22" y="81"/>
                    </a:cubicBezTo>
                    <a:cubicBezTo>
                      <a:pt x="22" y="82"/>
                      <a:pt x="21" y="83"/>
                      <a:pt x="20" y="84"/>
                    </a:cubicBezTo>
                    <a:cubicBezTo>
                      <a:pt x="19" y="85"/>
                      <a:pt x="19" y="86"/>
                      <a:pt x="20" y="86"/>
                    </a:cubicBezTo>
                    <a:cubicBezTo>
                      <a:pt x="21" y="86"/>
                      <a:pt x="21" y="86"/>
                      <a:pt x="22" y="85"/>
                    </a:cubicBezTo>
                    <a:cubicBezTo>
                      <a:pt x="23" y="85"/>
                      <a:pt x="23" y="84"/>
                      <a:pt x="23" y="82"/>
                    </a:cubicBezTo>
                    <a:cubicBezTo>
                      <a:pt x="24" y="82"/>
                      <a:pt x="24" y="79"/>
                      <a:pt x="25" y="75"/>
                    </a:cubicBezTo>
                    <a:cubicBezTo>
                      <a:pt x="25" y="74"/>
                      <a:pt x="26" y="74"/>
                      <a:pt x="26" y="74"/>
                    </a:cubicBezTo>
                    <a:cubicBezTo>
                      <a:pt x="27" y="74"/>
                      <a:pt x="27" y="74"/>
                      <a:pt x="27" y="74"/>
                    </a:cubicBezTo>
                    <a:cubicBezTo>
                      <a:pt x="28" y="76"/>
                      <a:pt x="29" y="77"/>
                      <a:pt x="29" y="79"/>
                    </a:cubicBezTo>
                    <a:cubicBezTo>
                      <a:pt x="29" y="79"/>
                      <a:pt x="29" y="79"/>
                      <a:pt x="28" y="80"/>
                    </a:cubicBezTo>
                    <a:cubicBezTo>
                      <a:pt x="28" y="80"/>
                      <a:pt x="27" y="81"/>
                      <a:pt x="27" y="81"/>
                    </a:cubicBezTo>
                    <a:cubicBezTo>
                      <a:pt x="27" y="82"/>
                      <a:pt x="28" y="82"/>
                      <a:pt x="28" y="82"/>
                    </a:cubicBezTo>
                    <a:cubicBezTo>
                      <a:pt x="29" y="81"/>
                      <a:pt x="30" y="81"/>
                      <a:pt x="31" y="81"/>
                    </a:cubicBezTo>
                    <a:cubicBezTo>
                      <a:pt x="29" y="86"/>
                      <a:pt x="26" y="92"/>
                      <a:pt x="24" y="97"/>
                    </a:cubicBezTo>
                    <a:cubicBezTo>
                      <a:pt x="23" y="98"/>
                      <a:pt x="23" y="98"/>
                      <a:pt x="24" y="98"/>
                    </a:cubicBezTo>
                    <a:cubicBezTo>
                      <a:pt x="25" y="98"/>
                      <a:pt x="26" y="98"/>
                      <a:pt x="26" y="97"/>
                    </a:cubicBezTo>
                    <a:cubicBezTo>
                      <a:pt x="27" y="97"/>
                      <a:pt x="27" y="96"/>
                      <a:pt x="27" y="95"/>
                    </a:cubicBezTo>
                    <a:cubicBezTo>
                      <a:pt x="28" y="92"/>
                      <a:pt x="30" y="88"/>
                      <a:pt x="32" y="84"/>
                    </a:cubicBezTo>
                    <a:cubicBezTo>
                      <a:pt x="32" y="83"/>
                      <a:pt x="33" y="83"/>
                      <a:pt x="33" y="82"/>
                    </a:cubicBezTo>
                    <a:cubicBezTo>
                      <a:pt x="35" y="82"/>
                      <a:pt x="36" y="83"/>
                      <a:pt x="37" y="84"/>
                    </a:cubicBezTo>
                    <a:cubicBezTo>
                      <a:pt x="38" y="85"/>
                      <a:pt x="39" y="86"/>
                      <a:pt x="40" y="87"/>
                    </a:cubicBezTo>
                    <a:cubicBezTo>
                      <a:pt x="40" y="87"/>
                      <a:pt x="40" y="88"/>
                      <a:pt x="40" y="89"/>
                    </a:cubicBezTo>
                    <a:cubicBezTo>
                      <a:pt x="39" y="90"/>
                      <a:pt x="38" y="91"/>
                      <a:pt x="37" y="92"/>
                    </a:cubicBezTo>
                    <a:cubicBezTo>
                      <a:pt x="37" y="92"/>
                      <a:pt x="37" y="92"/>
                      <a:pt x="38" y="92"/>
                    </a:cubicBezTo>
                    <a:cubicBezTo>
                      <a:pt x="38" y="92"/>
                      <a:pt x="38" y="92"/>
                      <a:pt x="39" y="92"/>
                    </a:cubicBezTo>
                    <a:cubicBezTo>
                      <a:pt x="41" y="91"/>
                      <a:pt x="42" y="91"/>
                      <a:pt x="43" y="91"/>
                    </a:cubicBezTo>
                    <a:cubicBezTo>
                      <a:pt x="44" y="91"/>
                      <a:pt x="45" y="91"/>
                      <a:pt x="45" y="90"/>
                    </a:cubicBezTo>
                    <a:cubicBezTo>
                      <a:pt x="45" y="90"/>
                      <a:pt x="45" y="89"/>
                      <a:pt x="45" y="87"/>
                    </a:cubicBezTo>
                    <a:cubicBezTo>
                      <a:pt x="44" y="86"/>
                      <a:pt x="44" y="85"/>
                      <a:pt x="43" y="84"/>
                    </a:cubicBezTo>
                    <a:cubicBezTo>
                      <a:pt x="41" y="83"/>
                      <a:pt x="40" y="82"/>
                      <a:pt x="37" y="80"/>
                    </a:cubicBezTo>
                    <a:cubicBezTo>
                      <a:pt x="36" y="80"/>
                      <a:pt x="35" y="79"/>
                      <a:pt x="34" y="79"/>
                    </a:cubicBezTo>
                    <a:close/>
                    <a:moveTo>
                      <a:pt x="252" y="73"/>
                    </a:moveTo>
                    <a:cubicBezTo>
                      <a:pt x="252" y="73"/>
                      <a:pt x="252" y="74"/>
                      <a:pt x="252" y="74"/>
                    </a:cubicBezTo>
                    <a:cubicBezTo>
                      <a:pt x="255" y="77"/>
                      <a:pt x="257" y="79"/>
                      <a:pt x="259" y="81"/>
                    </a:cubicBezTo>
                    <a:cubicBezTo>
                      <a:pt x="259" y="82"/>
                      <a:pt x="258" y="82"/>
                      <a:pt x="259" y="82"/>
                    </a:cubicBezTo>
                    <a:cubicBezTo>
                      <a:pt x="259" y="83"/>
                      <a:pt x="260" y="83"/>
                      <a:pt x="261" y="83"/>
                    </a:cubicBezTo>
                    <a:cubicBezTo>
                      <a:pt x="261" y="83"/>
                      <a:pt x="262" y="82"/>
                      <a:pt x="262" y="82"/>
                    </a:cubicBezTo>
                    <a:cubicBezTo>
                      <a:pt x="262" y="82"/>
                      <a:pt x="262" y="82"/>
                      <a:pt x="262" y="82"/>
                    </a:cubicBezTo>
                    <a:cubicBezTo>
                      <a:pt x="264" y="81"/>
                      <a:pt x="265" y="79"/>
                      <a:pt x="268" y="78"/>
                    </a:cubicBezTo>
                    <a:cubicBezTo>
                      <a:pt x="268" y="77"/>
                      <a:pt x="269" y="77"/>
                      <a:pt x="270" y="77"/>
                    </a:cubicBezTo>
                    <a:cubicBezTo>
                      <a:pt x="270" y="77"/>
                      <a:pt x="271" y="77"/>
                      <a:pt x="271" y="76"/>
                    </a:cubicBezTo>
                    <a:cubicBezTo>
                      <a:pt x="271" y="75"/>
                      <a:pt x="271" y="74"/>
                      <a:pt x="270" y="72"/>
                    </a:cubicBezTo>
                    <a:cubicBezTo>
                      <a:pt x="270" y="72"/>
                      <a:pt x="270" y="71"/>
                      <a:pt x="269" y="71"/>
                    </a:cubicBezTo>
                    <a:cubicBezTo>
                      <a:pt x="268" y="70"/>
                      <a:pt x="266" y="69"/>
                      <a:pt x="265" y="68"/>
                    </a:cubicBezTo>
                    <a:cubicBezTo>
                      <a:pt x="264" y="68"/>
                      <a:pt x="264" y="67"/>
                      <a:pt x="263" y="67"/>
                    </a:cubicBezTo>
                    <a:cubicBezTo>
                      <a:pt x="263" y="67"/>
                      <a:pt x="263" y="67"/>
                      <a:pt x="263" y="67"/>
                    </a:cubicBezTo>
                    <a:cubicBezTo>
                      <a:pt x="264" y="67"/>
                      <a:pt x="265" y="67"/>
                      <a:pt x="265" y="67"/>
                    </a:cubicBezTo>
                    <a:cubicBezTo>
                      <a:pt x="266" y="67"/>
                      <a:pt x="266" y="67"/>
                      <a:pt x="266" y="67"/>
                    </a:cubicBezTo>
                    <a:cubicBezTo>
                      <a:pt x="267" y="67"/>
                      <a:pt x="267" y="67"/>
                      <a:pt x="267" y="67"/>
                    </a:cubicBezTo>
                    <a:cubicBezTo>
                      <a:pt x="267" y="67"/>
                      <a:pt x="268" y="67"/>
                      <a:pt x="268" y="66"/>
                    </a:cubicBezTo>
                    <a:cubicBezTo>
                      <a:pt x="269" y="67"/>
                      <a:pt x="270" y="68"/>
                      <a:pt x="271" y="69"/>
                    </a:cubicBezTo>
                    <a:cubicBezTo>
                      <a:pt x="272" y="71"/>
                      <a:pt x="274" y="72"/>
                      <a:pt x="275" y="73"/>
                    </a:cubicBezTo>
                    <a:cubicBezTo>
                      <a:pt x="275" y="74"/>
                      <a:pt x="275" y="74"/>
                      <a:pt x="276" y="74"/>
                    </a:cubicBezTo>
                    <a:cubicBezTo>
                      <a:pt x="276" y="74"/>
                      <a:pt x="276" y="73"/>
                      <a:pt x="276" y="72"/>
                    </a:cubicBezTo>
                    <a:cubicBezTo>
                      <a:pt x="276" y="72"/>
                      <a:pt x="276" y="72"/>
                      <a:pt x="276" y="71"/>
                    </a:cubicBezTo>
                    <a:cubicBezTo>
                      <a:pt x="276" y="71"/>
                      <a:pt x="275" y="70"/>
                      <a:pt x="275" y="70"/>
                    </a:cubicBezTo>
                    <a:cubicBezTo>
                      <a:pt x="273" y="69"/>
                      <a:pt x="272" y="67"/>
                      <a:pt x="270" y="66"/>
                    </a:cubicBezTo>
                    <a:cubicBezTo>
                      <a:pt x="269" y="65"/>
                      <a:pt x="267" y="63"/>
                      <a:pt x="266" y="62"/>
                    </a:cubicBezTo>
                    <a:cubicBezTo>
                      <a:pt x="265" y="61"/>
                      <a:pt x="264" y="60"/>
                      <a:pt x="263" y="59"/>
                    </a:cubicBezTo>
                    <a:cubicBezTo>
                      <a:pt x="262" y="58"/>
                      <a:pt x="262" y="58"/>
                      <a:pt x="262" y="59"/>
                    </a:cubicBezTo>
                    <a:cubicBezTo>
                      <a:pt x="262" y="60"/>
                      <a:pt x="262" y="60"/>
                      <a:pt x="262" y="61"/>
                    </a:cubicBezTo>
                    <a:cubicBezTo>
                      <a:pt x="262" y="61"/>
                      <a:pt x="262" y="62"/>
                      <a:pt x="263" y="62"/>
                    </a:cubicBezTo>
                    <a:cubicBezTo>
                      <a:pt x="264" y="63"/>
                      <a:pt x="265" y="64"/>
                      <a:pt x="266" y="65"/>
                    </a:cubicBezTo>
                    <a:cubicBezTo>
                      <a:pt x="265" y="65"/>
                      <a:pt x="264" y="65"/>
                      <a:pt x="263" y="65"/>
                    </a:cubicBezTo>
                    <a:cubicBezTo>
                      <a:pt x="262" y="65"/>
                      <a:pt x="262" y="66"/>
                      <a:pt x="262" y="66"/>
                    </a:cubicBezTo>
                    <a:cubicBezTo>
                      <a:pt x="262" y="65"/>
                      <a:pt x="262" y="65"/>
                      <a:pt x="262" y="65"/>
                    </a:cubicBezTo>
                    <a:cubicBezTo>
                      <a:pt x="261" y="65"/>
                      <a:pt x="261" y="64"/>
                      <a:pt x="261" y="63"/>
                    </a:cubicBezTo>
                    <a:cubicBezTo>
                      <a:pt x="261" y="63"/>
                      <a:pt x="261" y="63"/>
                      <a:pt x="261" y="63"/>
                    </a:cubicBezTo>
                    <a:cubicBezTo>
                      <a:pt x="260" y="63"/>
                      <a:pt x="260" y="63"/>
                      <a:pt x="260" y="64"/>
                    </a:cubicBezTo>
                    <a:cubicBezTo>
                      <a:pt x="260" y="64"/>
                      <a:pt x="260" y="64"/>
                      <a:pt x="260" y="65"/>
                    </a:cubicBezTo>
                    <a:cubicBezTo>
                      <a:pt x="259" y="65"/>
                      <a:pt x="259" y="65"/>
                      <a:pt x="259" y="66"/>
                    </a:cubicBezTo>
                    <a:cubicBezTo>
                      <a:pt x="257" y="67"/>
                      <a:pt x="256" y="68"/>
                      <a:pt x="255" y="68"/>
                    </a:cubicBezTo>
                    <a:cubicBezTo>
                      <a:pt x="254" y="69"/>
                      <a:pt x="254" y="69"/>
                      <a:pt x="253" y="70"/>
                    </a:cubicBezTo>
                    <a:cubicBezTo>
                      <a:pt x="252" y="70"/>
                      <a:pt x="251" y="70"/>
                      <a:pt x="251" y="71"/>
                    </a:cubicBezTo>
                    <a:cubicBezTo>
                      <a:pt x="251" y="72"/>
                      <a:pt x="250" y="72"/>
                      <a:pt x="250" y="73"/>
                    </a:cubicBezTo>
                    <a:cubicBezTo>
                      <a:pt x="250" y="73"/>
                      <a:pt x="250" y="73"/>
                      <a:pt x="251" y="73"/>
                    </a:cubicBezTo>
                    <a:cubicBezTo>
                      <a:pt x="251" y="73"/>
                      <a:pt x="251" y="73"/>
                      <a:pt x="252" y="73"/>
                    </a:cubicBezTo>
                    <a:close/>
                    <a:moveTo>
                      <a:pt x="260" y="79"/>
                    </a:moveTo>
                    <a:cubicBezTo>
                      <a:pt x="260" y="79"/>
                      <a:pt x="259" y="78"/>
                      <a:pt x="258" y="77"/>
                    </a:cubicBezTo>
                    <a:cubicBezTo>
                      <a:pt x="256" y="75"/>
                      <a:pt x="254" y="74"/>
                      <a:pt x="253" y="72"/>
                    </a:cubicBezTo>
                    <a:cubicBezTo>
                      <a:pt x="253" y="72"/>
                      <a:pt x="254" y="72"/>
                      <a:pt x="255" y="71"/>
                    </a:cubicBezTo>
                    <a:cubicBezTo>
                      <a:pt x="255" y="71"/>
                      <a:pt x="255" y="71"/>
                      <a:pt x="255" y="71"/>
                    </a:cubicBezTo>
                    <a:cubicBezTo>
                      <a:pt x="255" y="71"/>
                      <a:pt x="255" y="72"/>
                      <a:pt x="256" y="72"/>
                    </a:cubicBezTo>
                    <a:cubicBezTo>
                      <a:pt x="258" y="74"/>
                      <a:pt x="259" y="75"/>
                      <a:pt x="261" y="76"/>
                    </a:cubicBezTo>
                    <a:cubicBezTo>
                      <a:pt x="261" y="77"/>
                      <a:pt x="261" y="77"/>
                      <a:pt x="262" y="76"/>
                    </a:cubicBezTo>
                    <a:cubicBezTo>
                      <a:pt x="262" y="76"/>
                      <a:pt x="262" y="75"/>
                      <a:pt x="261" y="75"/>
                    </a:cubicBezTo>
                    <a:cubicBezTo>
                      <a:pt x="261" y="74"/>
                      <a:pt x="260" y="74"/>
                      <a:pt x="259" y="73"/>
                    </a:cubicBezTo>
                    <a:cubicBezTo>
                      <a:pt x="258" y="72"/>
                      <a:pt x="257" y="71"/>
                      <a:pt x="256" y="70"/>
                    </a:cubicBezTo>
                    <a:cubicBezTo>
                      <a:pt x="256" y="70"/>
                      <a:pt x="257" y="70"/>
                      <a:pt x="257" y="69"/>
                    </a:cubicBezTo>
                    <a:cubicBezTo>
                      <a:pt x="257" y="69"/>
                      <a:pt x="258" y="69"/>
                      <a:pt x="258" y="69"/>
                    </a:cubicBezTo>
                    <a:cubicBezTo>
                      <a:pt x="258" y="69"/>
                      <a:pt x="258" y="69"/>
                      <a:pt x="259" y="70"/>
                    </a:cubicBezTo>
                    <a:cubicBezTo>
                      <a:pt x="260" y="71"/>
                      <a:pt x="262" y="73"/>
                      <a:pt x="263" y="74"/>
                    </a:cubicBezTo>
                    <a:cubicBezTo>
                      <a:pt x="264" y="74"/>
                      <a:pt x="264" y="74"/>
                      <a:pt x="264" y="74"/>
                    </a:cubicBezTo>
                    <a:cubicBezTo>
                      <a:pt x="264" y="73"/>
                      <a:pt x="264" y="73"/>
                      <a:pt x="264" y="72"/>
                    </a:cubicBezTo>
                    <a:cubicBezTo>
                      <a:pt x="264" y="72"/>
                      <a:pt x="263" y="71"/>
                      <a:pt x="262" y="70"/>
                    </a:cubicBezTo>
                    <a:cubicBezTo>
                      <a:pt x="261" y="69"/>
                      <a:pt x="260" y="69"/>
                      <a:pt x="259" y="68"/>
                    </a:cubicBezTo>
                    <a:cubicBezTo>
                      <a:pt x="260" y="67"/>
                      <a:pt x="260" y="67"/>
                      <a:pt x="261" y="67"/>
                    </a:cubicBezTo>
                    <a:cubicBezTo>
                      <a:pt x="261" y="67"/>
                      <a:pt x="261" y="67"/>
                      <a:pt x="261" y="67"/>
                    </a:cubicBezTo>
                    <a:cubicBezTo>
                      <a:pt x="263" y="68"/>
                      <a:pt x="264" y="69"/>
                      <a:pt x="265" y="70"/>
                    </a:cubicBezTo>
                    <a:cubicBezTo>
                      <a:pt x="267" y="72"/>
                      <a:pt x="268" y="73"/>
                      <a:pt x="268" y="73"/>
                    </a:cubicBezTo>
                    <a:cubicBezTo>
                      <a:pt x="268" y="73"/>
                      <a:pt x="268" y="73"/>
                      <a:pt x="268" y="73"/>
                    </a:cubicBezTo>
                    <a:cubicBezTo>
                      <a:pt x="268" y="74"/>
                      <a:pt x="267" y="75"/>
                      <a:pt x="266" y="75"/>
                    </a:cubicBezTo>
                    <a:cubicBezTo>
                      <a:pt x="263" y="78"/>
                      <a:pt x="261" y="79"/>
                      <a:pt x="260" y="80"/>
                    </a:cubicBezTo>
                    <a:cubicBezTo>
                      <a:pt x="260" y="80"/>
                      <a:pt x="260" y="80"/>
                      <a:pt x="260" y="80"/>
                    </a:cubicBezTo>
                    <a:cubicBezTo>
                      <a:pt x="260" y="80"/>
                      <a:pt x="260" y="80"/>
                      <a:pt x="260" y="79"/>
                    </a:cubicBezTo>
                    <a:close/>
                    <a:moveTo>
                      <a:pt x="245" y="84"/>
                    </a:moveTo>
                    <a:cubicBezTo>
                      <a:pt x="244" y="84"/>
                      <a:pt x="242" y="84"/>
                      <a:pt x="241" y="83"/>
                    </a:cubicBezTo>
                    <a:cubicBezTo>
                      <a:pt x="239" y="82"/>
                      <a:pt x="236" y="80"/>
                      <a:pt x="234" y="78"/>
                    </a:cubicBezTo>
                    <a:cubicBezTo>
                      <a:pt x="234" y="78"/>
                      <a:pt x="234" y="78"/>
                      <a:pt x="233" y="79"/>
                    </a:cubicBezTo>
                    <a:cubicBezTo>
                      <a:pt x="234" y="79"/>
                      <a:pt x="234" y="80"/>
                      <a:pt x="235" y="81"/>
                    </a:cubicBezTo>
                    <a:cubicBezTo>
                      <a:pt x="236" y="82"/>
                      <a:pt x="238" y="84"/>
                      <a:pt x="240" y="85"/>
                    </a:cubicBezTo>
                    <a:cubicBezTo>
                      <a:pt x="242" y="86"/>
                      <a:pt x="244" y="86"/>
                      <a:pt x="245" y="87"/>
                    </a:cubicBezTo>
                    <a:cubicBezTo>
                      <a:pt x="245" y="90"/>
                      <a:pt x="245" y="93"/>
                      <a:pt x="245" y="96"/>
                    </a:cubicBezTo>
                    <a:cubicBezTo>
                      <a:pt x="245" y="97"/>
                      <a:pt x="246" y="98"/>
                      <a:pt x="247" y="99"/>
                    </a:cubicBezTo>
                    <a:cubicBezTo>
                      <a:pt x="248" y="101"/>
                      <a:pt x="250" y="102"/>
                      <a:pt x="252" y="104"/>
                    </a:cubicBezTo>
                    <a:cubicBezTo>
                      <a:pt x="253" y="104"/>
                      <a:pt x="253" y="104"/>
                      <a:pt x="253" y="104"/>
                    </a:cubicBezTo>
                    <a:cubicBezTo>
                      <a:pt x="253" y="104"/>
                      <a:pt x="253" y="104"/>
                      <a:pt x="253" y="103"/>
                    </a:cubicBezTo>
                    <a:cubicBezTo>
                      <a:pt x="252" y="101"/>
                      <a:pt x="251" y="99"/>
                      <a:pt x="250" y="97"/>
                    </a:cubicBezTo>
                    <a:cubicBezTo>
                      <a:pt x="249" y="95"/>
                      <a:pt x="249" y="92"/>
                      <a:pt x="248" y="90"/>
                    </a:cubicBezTo>
                    <a:cubicBezTo>
                      <a:pt x="248" y="89"/>
                      <a:pt x="248" y="88"/>
                      <a:pt x="248" y="87"/>
                    </a:cubicBezTo>
                    <a:cubicBezTo>
                      <a:pt x="249" y="87"/>
                      <a:pt x="251" y="86"/>
                      <a:pt x="253" y="86"/>
                    </a:cubicBezTo>
                    <a:cubicBezTo>
                      <a:pt x="254" y="86"/>
                      <a:pt x="255" y="86"/>
                      <a:pt x="256" y="86"/>
                    </a:cubicBezTo>
                    <a:cubicBezTo>
                      <a:pt x="257" y="86"/>
                      <a:pt x="257" y="86"/>
                      <a:pt x="257" y="86"/>
                    </a:cubicBezTo>
                    <a:cubicBezTo>
                      <a:pt x="257" y="85"/>
                      <a:pt x="257" y="84"/>
                      <a:pt x="257" y="83"/>
                    </a:cubicBezTo>
                    <a:cubicBezTo>
                      <a:pt x="257" y="83"/>
                      <a:pt x="256" y="82"/>
                      <a:pt x="256" y="81"/>
                    </a:cubicBezTo>
                    <a:cubicBezTo>
                      <a:pt x="255" y="81"/>
                      <a:pt x="254" y="80"/>
                      <a:pt x="253" y="80"/>
                    </a:cubicBezTo>
                    <a:cubicBezTo>
                      <a:pt x="252" y="79"/>
                      <a:pt x="252" y="78"/>
                      <a:pt x="251" y="78"/>
                    </a:cubicBezTo>
                    <a:cubicBezTo>
                      <a:pt x="251" y="77"/>
                      <a:pt x="251" y="77"/>
                      <a:pt x="251" y="77"/>
                    </a:cubicBezTo>
                    <a:cubicBezTo>
                      <a:pt x="251" y="76"/>
                      <a:pt x="251" y="76"/>
                      <a:pt x="251" y="75"/>
                    </a:cubicBezTo>
                    <a:cubicBezTo>
                      <a:pt x="251" y="75"/>
                      <a:pt x="251" y="74"/>
                      <a:pt x="251" y="74"/>
                    </a:cubicBezTo>
                    <a:cubicBezTo>
                      <a:pt x="251" y="74"/>
                      <a:pt x="250" y="74"/>
                      <a:pt x="250" y="74"/>
                    </a:cubicBezTo>
                    <a:cubicBezTo>
                      <a:pt x="250" y="74"/>
                      <a:pt x="249" y="74"/>
                      <a:pt x="249" y="75"/>
                    </a:cubicBezTo>
                    <a:cubicBezTo>
                      <a:pt x="247" y="75"/>
                      <a:pt x="246" y="75"/>
                      <a:pt x="245" y="75"/>
                    </a:cubicBezTo>
                    <a:cubicBezTo>
                      <a:pt x="243" y="75"/>
                      <a:pt x="242" y="74"/>
                      <a:pt x="240" y="74"/>
                    </a:cubicBezTo>
                    <a:cubicBezTo>
                      <a:pt x="239" y="74"/>
                      <a:pt x="237" y="73"/>
                      <a:pt x="234" y="72"/>
                    </a:cubicBezTo>
                    <a:cubicBezTo>
                      <a:pt x="234" y="72"/>
                      <a:pt x="234" y="72"/>
                      <a:pt x="234" y="72"/>
                    </a:cubicBezTo>
                    <a:cubicBezTo>
                      <a:pt x="234" y="72"/>
                      <a:pt x="234" y="73"/>
                      <a:pt x="235" y="73"/>
                    </a:cubicBezTo>
                    <a:cubicBezTo>
                      <a:pt x="236" y="74"/>
                      <a:pt x="237" y="74"/>
                      <a:pt x="238" y="75"/>
                    </a:cubicBezTo>
                    <a:cubicBezTo>
                      <a:pt x="239" y="76"/>
                      <a:pt x="240" y="76"/>
                      <a:pt x="242" y="77"/>
                    </a:cubicBezTo>
                    <a:cubicBezTo>
                      <a:pt x="243" y="77"/>
                      <a:pt x="244" y="77"/>
                      <a:pt x="246" y="77"/>
                    </a:cubicBezTo>
                    <a:cubicBezTo>
                      <a:pt x="246" y="77"/>
                      <a:pt x="246" y="77"/>
                      <a:pt x="246" y="77"/>
                    </a:cubicBezTo>
                    <a:cubicBezTo>
                      <a:pt x="246" y="80"/>
                      <a:pt x="246" y="82"/>
                      <a:pt x="245" y="84"/>
                    </a:cubicBezTo>
                    <a:close/>
                    <a:moveTo>
                      <a:pt x="251" y="80"/>
                    </a:moveTo>
                    <a:cubicBezTo>
                      <a:pt x="252" y="81"/>
                      <a:pt x="253" y="82"/>
                      <a:pt x="253" y="82"/>
                    </a:cubicBezTo>
                    <a:cubicBezTo>
                      <a:pt x="254" y="82"/>
                      <a:pt x="253" y="83"/>
                      <a:pt x="253" y="83"/>
                    </a:cubicBezTo>
                    <a:cubicBezTo>
                      <a:pt x="251" y="84"/>
                      <a:pt x="249" y="84"/>
                      <a:pt x="247" y="84"/>
                    </a:cubicBezTo>
                    <a:cubicBezTo>
                      <a:pt x="247" y="83"/>
                      <a:pt x="247" y="82"/>
                      <a:pt x="247" y="82"/>
                    </a:cubicBezTo>
                    <a:cubicBezTo>
                      <a:pt x="247" y="80"/>
                      <a:pt x="247" y="78"/>
                      <a:pt x="247" y="77"/>
                    </a:cubicBezTo>
                    <a:cubicBezTo>
                      <a:pt x="248" y="77"/>
                      <a:pt x="248" y="77"/>
                      <a:pt x="249" y="78"/>
                    </a:cubicBezTo>
                    <a:cubicBezTo>
                      <a:pt x="249" y="78"/>
                      <a:pt x="250" y="79"/>
                      <a:pt x="251"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7" name="Freeform 17"/>
              <p:cNvSpPr>
                <a:spLocks noEditPoints="1"/>
              </p:cNvSpPr>
              <p:nvPr/>
            </p:nvSpPr>
            <p:spPr bwMode="auto">
              <a:xfrm>
                <a:off x="3970338" y="2078038"/>
                <a:ext cx="1195388" cy="534988"/>
              </a:xfrm>
              <a:custGeom>
                <a:avLst/>
                <a:gdLst>
                  <a:gd name="T0" fmla="*/ 287 w 317"/>
                  <a:gd name="T1" fmla="*/ 63 h 142"/>
                  <a:gd name="T2" fmla="*/ 293 w 317"/>
                  <a:gd name="T3" fmla="*/ 69 h 142"/>
                  <a:gd name="T4" fmla="*/ 290 w 317"/>
                  <a:gd name="T5" fmla="*/ 73 h 142"/>
                  <a:gd name="T6" fmla="*/ 312 w 317"/>
                  <a:gd name="T7" fmla="*/ 10 h 142"/>
                  <a:gd name="T8" fmla="*/ 301 w 317"/>
                  <a:gd name="T9" fmla="*/ 14 h 142"/>
                  <a:gd name="T10" fmla="*/ 298 w 317"/>
                  <a:gd name="T11" fmla="*/ 0 h 142"/>
                  <a:gd name="T12" fmla="*/ 295 w 317"/>
                  <a:gd name="T13" fmla="*/ 9 h 142"/>
                  <a:gd name="T14" fmla="*/ 309 w 317"/>
                  <a:gd name="T15" fmla="*/ 2 h 142"/>
                  <a:gd name="T16" fmla="*/ 306 w 317"/>
                  <a:gd name="T17" fmla="*/ 17 h 142"/>
                  <a:gd name="T18" fmla="*/ 293 w 317"/>
                  <a:gd name="T19" fmla="*/ 52 h 142"/>
                  <a:gd name="T20" fmla="*/ 300 w 317"/>
                  <a:gd name="T21" fmla="*/ 44 h 142"/>
                  <a:gd name="T22" fmla="*/ 284 w 317"/>
                  <a:gd name="T23" fmla="*/ 47 h 142"/>
                  <a:gd name="T24" fmla="*/ 289 w 317"/>
                  <a:gd name="T25" fmla="*/ 39 h 142"/>
                  <a:gd name="T26" fmla="*/ 291 w 317"/>
                  <a:gd name="T27" fmla="*/ 40 h 142"/>
                  <a:gd name="T28" fmla="*/ 306 w 317"/>
                  <a:gd name="T29" fmla="*/ 42 h 142"/>
                  <a:gd name="T30" fmla="*/ 253 w 317"/>
                  <a:gd name="T31" fmla="*/ 76 h 142"/>
                  <a:gd name="T32" fmla="*/ 273 w 317"/>
                  <a:gd name="T33" fmla="*/ 78 h 142"/>
                  <a:gd name="T34" fmla="*/ 261 w 317"/>
                  <a:gd name="T35" fmla="*/ 105 h 142"/>
                  <a:gd name="T36" fmla="*/ 241 w 317"/>
                  <a:gd name="T37" fmla="*/ 111 h 142"/>
                  <a:gd name="T38" fmla="*/ 236 w 317"/>
                  <a:gd name="T39" fmla="*/ 97 h 142"/>
                  <a:gd name="T40" fmla="*/ 231 w 317"/>
                  <a:gd name="T41" fmla="*/ 93 h 142"/>
                  <a:gd name="T42" fmla="*/ 241 w 317"/>
                  <a:gd name="T43" fmla="*/ 118 h 142"/>
                  <a:gd name="T44" fmla="*/ 213 w 317"/>
                  <a:gd name="T45" fmla="*/ 113 h 142"/>
                  <a:gd name="T46" fmla="*/ 221 w 317"/>
                  <a:gd name="T47" fmla="*/ 100 h 142"/>
                  <a:gd name="T48" fmla="*/ 218 w 317"/>
                  <a:gd name="T49" fmla="*/ 112 h 142"/>
                  <a:gd name="T50" fmla="*/ 207 w 317"/>
                  <a:gd name="T51" fmla="*/ 110 h 142"/>
                  <a:gd name="T52" fmla="*/ 185 w 317"/>
                  <a:gd name="T53" fmla="*/ 112 h 142"/>
                  <a:gd name="T54" fmla="*/ 190 w 317"/>
                  <a:gd name="T55" fmla="*/ 138 h 142"/>
                  <a:gd name="T56" fmla="*/ 189 w 317"/>
                  <a:gd name="T57" fmla="*/ 116 h 142"/>
                  <a:gd name="T58" fmla="*/ 159 w 317"/>
                  <a:gd name="T59" fmla="*/ 135 h 142"/>
                  <a:gd name="T60" fmla="*/ 161 w 317"/>
                  <a:gd name="T61" fmla="*/ 132 h 142"/>
                  <a:gd name="T62" fmla="*/ 162 w 317"/>
                  <a:gd name="T63" fmla="*/ 115 h 142"/>
                  <a:gd name="T64" fmla="*/ 163 w 317"/>
                  <a:gd name="T65" fmla="*/ 120 h 142"/>
                  <a:gd name="T66" fmla="*/ 164 w 317"/>
                  <a:gd name="T67" fmla="*/ 127 h 142"/>
                  <a:gd name="T68" fmla="*/ 155 w 317"/>
                  <a:gd name="T69" fmla="*/ 140 h 142"/>
                  <a:gd name="T70" fmla="*/ 147 w 317"/>
                  <a:gd name="T71" fmla="*/ 141 h 142"/>
                  <a:gd name="T72" fmla="*/ 137 w 317"/>
                  <a:gd name="T73" fmla="*/ 131 h 142"/>
                  <a:gd name="T74" fmla="*/ 139 w 317"/>
                  <a:gd name="T75" fmla="*/ 123 h 142"/>
                  <a:gd name="T76" fmla="*/ 129 w 317"/>
                  <a:gd name="T77" fmla="*/ 112 h 142"/>
                  <a:gd name="T78" fmla="*/ 105 w 317"/>
                  <a:gd name="T79" fmla="*/ 104 h 142"/>
                  <a:gd name="T80" fmla="*/ 82 w 317"/>
                  <a:gd name="T81" fmla="*/ 115 h 142"/>
                  <a:gd name="T82" fmla="*/ 85 w 317"/>
                  <a:gd name="T83" fmla="*/ 113 h 142"/>
                  <a:gd name="T84" fmla="*/ 95 w 317"/>
                  <a:gd name="T85" fmla="*/ 99 h 142"/>
                  <a:gd name="T86" fmla="*/ 93 w 317"/>
                  <a:gd name="T87" fmla="*/ 104 h 142"/>
                  <a:gd name="T88" fmla="*/ 91 w 317"/>
                  <a:gd name="T89" fmla="*/ 110 h 142"/>
                  <a:gd name="T90" fmla="*/ 76 w 317"/>
                  <a:gd name="T91" fmla="*/ 117 h 142"/>
                  <a:gd name="T92" fmla="*/ 73 w 317"/>
                  <a:gd name="T93" fmla="*/ 94 h 142"/>
                  <a:gd name="T94" fmla="*/ 70 w 317"/>
                  <a:gd name="T95" fmla="*/ 82 h 142"/>
                  <a:gd name="T96" fmla="*/ 75 w 317"/>
                  <a:gd name="T97" fmla="*/ 100 h 142"/>
                  <a:gd name="T98" fmla="*/ 66 w 317"/>
                  <a:gd name="T99" fmla="*/ 113 h 142"/>
                  <a:gd name="T100" fmla="*/ 66 w 317"/>
                  <a:gd name="T101" fmla="*/ 98 h 142"/>
                  <a:gd name="T102" fmla="*/ 62 w 317"/>
                  <a:gd name="T103" fmla="*/ 82 h 142"/>
                  <a:gd name="T104" fmla="*/ 45 w 317"/>
                  <a:gd name="T105" fmla="*/ 88 h 142"/>
                  <a:gd name="T106" fmla="*/ 48 w 317"/>
                  <a:gd name="T107" fmla="*/ 57 h 142"/>
                  <a:gd name="T108" fmla="*/ 50 w 317"/>
                  <a:gd name="T109" fmla="*/ 60 h 142"/>
                  <a:gd name="T110" fmla="*/ 42 w 317"/>
                  <a:gd name="T111" fmla="*/ 47 h 142"/>
                  <a:gd name="T112" fmla="*/ 24 w 317"/>
                  <a:gd name="T113" fmla="*/ 33 h 142"/>
                  <a:gd name="T114" fmla="*/ 36 w 317"/>
                  <a:gd name="T115" fmla="*/ 36 h 142"/>
                  <a:gd name="T116" fmla="*/ 20 w 317"/>
                  <a:gd name="T117" fmla="*/ 30 h 142"/>
                  <a:gd name="T118" fmla="*/ 6 w 317"/>
                  <a:gd name="T119" fmla="*/ 9 h 142"/>
                  <a:gd name="T120" fmla="*/ 10 w 317"/>
                  <a:gd name="T121" fmla="*/ 18 h 142"/>
                  <a:gd name="T122" fmla="*/ 27 w 317"/>
                  <a:gd name="T123" fmla="*/ 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17" h="142">
                    <a:moveTo>
                      <a:pt x="287" y="78"/>
                    </a:moveTo>
                    <a:cubicBezTo>
                      <a:pt x="265" y="62"/>
                      <a:pt x="265" y="62"/>
                      <a:pt x="265" y="62"/>
                    </a:cubicBezTo>
                    <a:cubicBezTo>
                      <a:pt x="269" y="57"/>
                      <a:pt x="269" y="57"/>
                      <a:pt x="269" y="57"/>
                    </a:cubicBezTo>
                    <a:cubicBezTo>
                      <a:pt x="280" y="60"/>
                      <a:pt x="280" y="60"/>
                      <a:pt x="280" y="60"/>
                    </a:cubicBezTo>
                    <a:cubicBezTo>
                      <a:pt x="281" y="61"/>
                      <a:pt x="282" y="61"/>
                      <a:pt x="284" y="62"/>
                    </a:cubicBezTo>
                    <a:cubicBezTo>
                      <a:pt x="285" y="62"/>
                      <a:pt x="286" y="63"/>
                      <a:pt x="287" y="63"/>
                    </a:cubicBezTo>
                    <a:cubicBezTo>
                      <a:pt x="286" y="63"/>
                      <a:pt x="285" y="62"/>
                      <a:pt x="284" y="61"/>
                    </a:cubicBezTo>
                    <a:cubicBezTo>
                      <a:pt x="283" y="61"/>
                      <a:pt x="282" y="60"/>
                      <a:pt x="280" y="59"/>
                    </a:cubicBezTo>
                    <a:cubicBezTo>
                      <a:pt x="272" y="53"/>
                      <a:pt x="272" y="53"/>
                      <a:pt x="272" y="53"/>
                    </a:cubicBezTo>
                    <a:cubicBezTo>
                      <a:pt x="276" y="48"/>
                      <a:pt x="276" y="48"/>
                      <a:pt x="276" y="48"/>
                    </a:cubicBezTo>
                    <a:cubicBezTo>
                      <a:pt x="297" y="64"/>
                      <a:pt x="297" y="64"/>
                      <a:pt x="297" y="64"/>
                    </a:cubicBezTo>
                    <a:cubicBezTo>
                      <a:pt x="293" y="69"/>
                      <a:pt x="293" y="69"/>
                      <a:pt x="293" y="69"/>
                    </a:cubicBezTo>
                    <a:cubicBezTo>
                      <a:pt x="282" y="65"/>
                      <a:pt x="282" y="65"/>
                      <a:pt x="282" y="65"/>
                    </a:cubicBezTo>
                    <a:cubicBezTo>
                      <a:pt x="281" y="65"/>
                      <a:pt x="280" y="64"/>
                      <a:pt x="278" y="64"/>
                    </a:cubicBezTo>
                    <a:cubicBezTo>
                      <a:pt x="277" y="63"/>
                      <a:pt x="276" y="63"/>
                      <a:pt x="275" y="62"/>
                    </a:cubicBezTo>
                    <a:cubicBezTo>
                      <a:pt x="276" y="63"/>
                      <a:pt x="278" y="64"/>
                      <a:pt x="279" y="65"/>
                    </a:cubicBezTo>
                    <a:cubicBezTo>
                      <a:pt x="281" y="66"/>
                      <a:pt x="282" y="67"/>
                      <a:pt x="283" y="68"/>
                    </a:cubicBezTo>
                    <a:cubicBezTo>
                      <a:pt x="290" y="73"/>
                      <a:pt x="290" y="73"/>
                      <a:pt x="290" y="73"/>
                    </a:cubicBezTo>
                    <a:cubicBezTo>
                      <a:pt x="287" y="78"/>
                      <a:pt x="287" y="78"/>
                      <a:pt x="287" y="78"/>
                    </a:cubicBezTo>
                    <a:close/>
                    <a:moveTo>
                      <a:pt x="306" y="17"/>
                    </a:moveTo>
                    <a:cubicBezTo>
                      <a:pt x="307" y="11"/>
                      <a:pt x="307" y="11"/>
                      <a:pt x="307" y="11"/>
                    </a:cubicBezTo>
                    <a:cubicBezTo>
                      <a:pt x="309" y="12"/>
                      <a:pt x="309" y="12"/>
                      <a:pt x="309" y="12"/>
                    </a:cubicBezTo>
                    <a:cubicBezTo>
                      <a:pt x="310" y="12"/>
                      <a:pt x="311" y="12"/>
                      <a:pt x="311" y="12"/>
                    </a:cubicBezTo>
                    <a:cubicBezTo>
                      <a:pt x="312" y="11"/>
                      <a:pt x="312" y="11"/>
                      <a:pt x="312" y="10"/>
                    </a:cubicBezTo>
                    <a:cubicBezTo>
                      <a:pt x="312" y="10"/>
                      <a:pt x="312" y="9"/>
                      <a:pt x="312" y="9"/>
                    </a:cubicBezTo>
                    <a:cubicBezTo>
                      <a:pt x="311" y="8"/>
                      <a:pt x="311" y="8"/>
                      <a:pt x="310" y="8"/>
                    </a:cubicBezTo>
                    <a:cubicBezTo>
                      <a:pt x="310" y="8"/>
                      <a:pt x="309" y="8"/>
                      <a:pt x="309" y="8"/>
                    </a:cubicBezTo>
                    <a:cubicBezTo>
                      <a:pt x="308" y="9"/>
                      <a:pt x="307" y="9"/>
                      <a:pt x="307" y="10"/>
                    </a:cubicBezTo>
                    <a:cubicBezTo>
                      <a:pt x="306" y="10"/>
                      <a:pt x="306" y="10"/>
                      <a:pt x="305" y="11"/>
                    </a:cubicBezTo>
                    <a:cubicBezTo>
                      <a:pt x="304" y="12"/>
                      <a:pt x="302" y="13"/>
                      <a:pt x="301" y="14"/>
                    </a:cubicBezTo>
                    <a:cubicBezTo>
                      <a:pt x="300" y="15"/>
                      <a:pt x="300" y="15"/>
                      <a:pt x="299" y="15"/>
                    </a:cubicBezTo>
                    <a:cubicBezTo>
                      <a:pt x="298" y="15"/>
                      <a:pt x="297" y="15"/>
                      <a:pt x="295" y="15"/>
                    </a:cubicBezTo>
                    <a:cubicBezTo>
                      <a:pt x="293" y="15"/>
                      <a:pt x="292" y="14"/>
                      <a:pt x="291" y="12"/>
                    </a:cubicBezTo>
                    <a:cubicBezTo>
                      <a:pt x="290" y="11"/>
                      <a:pt x="289" y="9"/>
                      <a:pt x="290" y="6"/>
                    </a:cubicBezTo>
                    <a:cubicBezTo>
                      <a:pt x="290" y="4"/>
                      <a:pt x="291" y="2"/>
                      <a:pt x="292" y="1"/>
                    </a:cubicBezTo>
                    <a:cubicBezTo>
                      <a:pt x="294" y="0"/>
                      <a:pt x="296" y="0"/>
                      <a:pt x="298" y="0"/>
                    </a:cubicBezTo>
                    <a:cubicBezTo>
                      <a:pt x="300" y="0"/>
                      <a:pt x="300" y="0"/>
                      <a:pt x="300" y="0"/>
                    </a:cubicBezTo>
                    <a:cubicBezTo>
                      <a:pt x="299" y="6"/>
                      <a:pt x="299" y="6"/>
                      <a:pt x="299" y="6"/>
                    </a:cubicBezTo>
                    <a:cubicBezTo>
                      <a:pt x="297" y="6"/>
                      <a:pt x="297" y="6"/>
                      <a:pt x="297" y="6"/>
                    </a:cubicBezTo>
                    <a:cubicBezTo>
                      <a:pt x="296" y="6"/>
                      <a:pt x="296" y="6"/>
                      <a:pt x="295" y="6"/>
                    </a:cubicBezTo>
                    <a:cubicBezTo>
                      <a:pt x="295" y="6"/>
                      <a:pt x="294" y="7"/>
                      <a:pt x="294" y="7"/>
                    </a:cubicBezTo>
                    <a:cubicBezTo>
                      <a:pt x="294" y="8"/>
                      <a:pt x="294" y="8"/>
                      <a:pt x="295" y="9"/>
                    </a:cubicBezTo>
                    <a:cubicBezTo>
                      <a:pt x="295" y="9"/>
                      <a:pt x="295" y="9"/>
                      <a:pt x="296" y="9"/>
                    </a:cubicBezTo>
                    <a:cubicBezTo>
                      <a:pt x="297" y="9"/>
                      <a:pt x="299" y="8"/>
                      <a:pt x="301" y="6"/>
                    </a:cubicBezTo>
                    <a:cubicBezTo>
                      <a:pt x="302" y="6"/>
                      <a:pt x="302" y="6"/>
                      <a:pt x="302" y="6"/>
                    </a:cubicBezTo>
                    <a:cubicBezTo>
                      <a:pt x="302" y="6"/>
                      <a:pt x="302" y="6"/>
                      <a:pt x="302" y="6"/>
                    </a:cubicBezTo>
                    <a:cubicBezTo>
                      <a:pt x="304" y="4"/>
                      <a:pt x="306" y="3"/>
                      <a:pt x="307" y="2"/>
                    </a:cubicBezTo>
                    <a:cubicBezTo>
                      <a:pt x="307" y="2"/>
                      <a:pt x="308" y="2"/>
                      <a:pt x="309" y="2"/>
                    </a:cubicBezTo>
                    <a:cubicBezTo>
                      <a:pt x="309" y="2"/>
                      <a:pt x="310" y="2"/>
                      <a:pt x="311" y="2"/>
                    </a:cubicBezTo>
                    <a:cubicBezTo>
                      <a:pt x="313" y="2"/>
                      <a:pt x="315" y="3"/>
                      <a:pt x="316" y="5"/>
                    </a:cubicBezTo>
                    <a:cubicBezTo>
                      <a:pt x="317" y="7"/>
                      <a:pt x="317" y="9"/>
                      <a:pt x="317" y="11"/>
                    </a:cubicBezTo>
                    <a:cubicBezTo>
                      <a:pt x="316" y="14"/>
                      <a:pt x="315" y="16"/>
                      <a:pt x="314" y="17"/>
                    </a:cubicBezTo>
                    <a:cubicBezTo>
                      <a:pt x="312" y="18"/>
                      <a:pt x="310" y="18"/>
                      <a:pt x="308" y="18"/>
                    </a:cubicBezTo>
                    <a:cubicBezTo>
                      <a:pt x="306" y="17"/>
                      <a:pt x="306" y="17"/>
                      <a:pt x="306" y="17"/>
                    </a:cubicBezTo>
                    <a:close/>
                    <a:moveTo>
                      <a:pt x="311" y="33"/>
                    </a:moveTo>
                    <a:cubicBezTo>
                      <a:pt x="286" y="25"/>
                      <a:pt x="286" y="25"/>
                      <a:pt x="286" y="25"/>
                    </a:cubicBezTo>
                    <a:cubicBezTo>
                      <a:pt x="287" y="19"/>
                      <a:pt x="287" y="19"/>
                      <a:pt x="287" y="19"/>
                    </a:cubicBezTo>
                    <a:cubicBezTo>
                      <a:pt x="313" y="28"/>
                      <a:pt x="313" y="28"/>
                      <a:pt x="313" y="28"/>
                    </a:cubicBezTo>
                    <a:cubicBezTo>
                      <a:pt x="311" y="33"/>
                      <a:pt x="311" y="33"/>
                      <a:pt x="311" y="33"/>
                    </a:cubicBezTo>
                    <a:close/>
                    <a:moveTo>
                      <a:pt x="293" y="52"/>
                    </a:moveTo>
                    <a:cubicBezTo>
                      <a:pt x="296" y="46"/>
                      <a:pt x="296" y="46"/>
                      <a:pt x="296" y="46"/>
                    </a:cubicBezTo>
                    <a:cubicBezTo>
                      <a:pt x="298" y="47"/>
                      <a:pt x="298" y="47"/>
                      <a:pt x="298" y="47"/>
                    </a:cubicBezTo>
                    <a:cubicBezTo>
                      <a:pt x="298" y="48"/>
                      <a:pt x="299" y="48"/>
                      <a:pt x="300" y="48"/>
                    </a:cubicBezTo>
                    <a:cubicBezTo>
                      <a:pt x="300" y="47"/>
                      <a:pt x="301" y="47"/>
                      <a:pt x="301" y="46"/>
                    </a:cubicBezTo>
                    <a:cubicBezTo>
                      <a:pt x="301" y="46"/>
                      <a:pt x="301" y="45"/>
                      <a:pt x="301" y="45"/>
                    </a:cubicBezTo>
                    <a:cubicBezTo>
                      <a:pt x="301" y="44"/>
                      <a:pt x="300" y="44"/>
                      <a:pt x="300" y="44"/>
                    </a:cubicBezTo>
                    <a:cubicBezTo>
                      <a:pt x="299" y="44"/>
                      <a:pt x="299" y="43"/>
                      <a:pt x="298" y="44"/>
                    </a:cubicBezTo>
                    <a:cubicBezTo>
                      <a:pt x="297" y="44"/>
                      <a:pt x="297" y="44"/>
                      <a:pt x="296" y="44"/>
                    </a:cubicBezTo>
                    <a:cubicBezTo>
                      <a:pt x="295" y="44"/>
                      <a:pt x="295" y="45"/>
                      <a:pt x="294" y="45"/>
                    </a:cubicBezTo>
                    <a:cubicBezTo>
                      <a:pt x="292" y="46"/>
                      <a:pt x="291" y="47"/>
                      <a:pt x="289" y="47"/>
                    </a:cubicBezTo>
                    <a:cubicBezTo>
                      <a:pt x="289" y="48"/>
                      <a:pt x="288" y="48"/>
                      <a:pt x="287" y="48"/>
                    </a:cubicBezTo>
                    <a:cubicBezTo>
                      <a:pt x="286" y="48"/>
                      <a:pt x="285" y="48"/>
                      <a:pt x="284" y="47"/>
                    </a:cubicBezTo>
                    <a:cubicBezTo>
                      <a:pt x="282" y="46"/>
                      <a:pt x="280" y="45"/>
                      <a:pt x="280" y="43"/>
                    </a:cubicBezTo>
                    <a:cubicBezTo>
                      <a:pt x="279" y="41"/>
                      <a:pt x="279" y="39"/>
                      <a:pt x="280" y="37"/>
                    </a:cubicBezTo>
                    <a:cubicBezTo>
                      <a:pt x="281" y="35"/>
                      <a:pt x="283" y="33"/>
                      <a:pt x="284" y="33"/>
                    </a:cubicBezTo>
                    <a:cubicBezTo>
                      <a:pt x="286" y="32"/>
                      <a:pt x="287" y="32"/>
                      <a:pt x="290" y="33"/>
                    </a:cubicBezTo>
                    <a:cubicBezTo>
                      <a:pt x="292" y="34"/>
                      <a:pt x="292" y="34"/>
                      <a:pt x="292" y="34"/>
                    </a:cubicBezTo>
                    <a:cubicBezTo>
                      <a:pt x="289" y="39"/>
                      <a:pt x="289" y="39"/>
                      <a:pt x="289" y="39"/>
                    </a:cubicBezTo>
                    <a:cubicBezTo>
                      <a:pt x="288" y="38"/>
                      <a:pt x="288" y="38"/>
                      <a:pt x="288" y="38"/>
                    </a:cubicBezTo>
                    <a:cubicBezTo>
                      <a:pt x="287" y="38"/>
                      <a:pt x="286" y="38"/>
                      <a:pt x="286" y="38"/>
                    </a:cubicBezTo>
                    <a:cubicBezTo>
                      <a:pt x="285" y="38"/>
                      <a:pt x="285" y="38"/>
                      <a:pt x="284" y="39"/>
                    </a:cubicBezTo>
                    <a:cubicBezTo>
                      <a:pt x="284" y="40"/>
                      <a:pt x="284" y="40"/>
                      <a:pt x="284" y="40"/>
                    </a:cubicBezTo>
                    <a:cubicBezTo>
                      <a:pt x="285" y="41"/>
                      <a:pt x="285" y="41"/>
                      <a:pt x="286" y="41"/>
                    </a:cubicBezTo>
                    <a:cubicBezTo>
                      <a:pt x="286" y="42"/>
                      <a:pt x="288" y="41"/>
                      <a:pt x="291" y="40"/>
                    </a:cubicBezTo>
                    <a:cubicBezTo>
                      <a:pt x="292" y="40"/>
                      <a:pt x="292" y="40"/>
                      <a:pt x="292" y="40"/>
                    </a:cubicBezTo>
                    <a:cubicBezTo>
                      <a:pt x="292" y="39"/>
                      <a:pt x="292" y="39"/>
                      <a:pt x="292" y="39"/>
                    </a:cubicBezTo>
                    <a:cubicBezTo>
                      <a:pt x="295" y="38"/>
                      <a:pt x="297" y="37"/>
                      <a:pt x="298" y="37"/>
                    </a:cubicBezTo>
                    <a:cubicBezTo>
                      <a:pt x="298" y="37"/>
                      <a:pt x="299" y="37"/>
                      <a:pt x="300" y="37"/>
                    </a:cubicBezTo>
                    <a:cubicBezTo>
                      <a:pt x="300" y="38"/>
                      <a:pt x="301" y="38"/>
                      <a:pt x="302" y="38"/>
                    </a:cubicBezTo>
                    <a:cubicBezTo>
                      <a:pt x="304" y="39"/>
                      <a:pt x="305" y="40"/>
                      <a:pt x="306" y="42"/>
                    </a:cubicBezTo>
                    <a:cubicBezTo>
                      <a:pt x="306" y="44"/>
                      <a:pt x="306" y="46"/>
                      <a:pt x="305" y="49"/>
                    </a:cubicBezTo>
                    <a:cubicBezTo>
                      <a:pt x="304" y="51"/>
                      <a:pt x="303" y="52"/>
                      <a:pt x="301" y="53"/>
                    </a:cubicBezTo>
                    <a:cubicBezTo>
                      <a:pt x="299" y="54"/>
                      <a:pt x="297" y="54"/>
                      <a:pt x="295" y="53"/>
                    </a:cubicBezTo>
                    <a:cubicBezTo>
                      <a:pt x="293" y="52"/>
                      <a:pt x="293" y="52"/>
                      <a:pt x="293" y="52"/>
                    </a:cubicBezTo>
                    <a:close/>
                    <a:moveTo>
                      <a:pt x="272" y="95"/>
                    </a:moveTo>
                    <a:cubicBezTo>
                      <a:pt x="253" y="76"/>
                      <a:pt x="253" y="76"/>
                      <a:pt x="253" y="76"/>
                    </a:cubicBezTo>
                    <a:cubicBezTo>
                      <a:pt x="263" y="66"/>
                      <a:pt x="263" y="66"/>
                      <a:pt x="263" y="66"/>
                    </a:cubicBezTo>
                    <a:cubicBezTo>
                      <a:pt x="266" y="70"/>
                      <a:pt x="266" y="70"/>
                      <a:pt x="266" y="70"/>
                    </a:cubicBezTo>
                    <a:cubicBezTo>
                      <a:pt x="261" y="75"/>
                      <a:pt x="261" y="75"/>
                      <a:pt x="261" y="75"/>
                    </a:cubicBezTo>
                    <a:cubicBezTo>
                      <a:pt x="265" y="79"/>
                      <a:pt x="265" y="79"/>
                      <a:pt x="265" y="79"/>
                    </a:cubicBezTo>
                    <a:cubicBezTo>
                      <a:pt x="270" y="74"/>
                      <a:pt x="270" y="74"/>
                      <a:pt x="270" y="74"/>
                    </a:cubicBezTo>
                    <a:cubicBezTo>
                      <a:pt x="273" y="78"/>
                      <a:pt x="273" y="78"/>
                      <a:pt x="273" y="78"/>
                    </a:cubicBezTo>
                    <a:cubicBezTo>
                      <a:pt x="269" y="83"/>
                      <a:pt x="269" y="83"/>
                      <a:pt x="269" y="83"/>
                    </a:cubicBezTo>
                    <a:cubicBezTo>
                      <a:pt x="273" y="87"/>
                      <a:pt x="273" y="87"/>
                      <a:pt x="273" y="87"/>
                    </a:cubicBezTo>
                    <a:cubicBezTo>
                      <a:pt x="278" y="81"/>
                      <a:pt x="278" y="81"/>
                      <a:pt x="278" y="81"/>
                    </a:cubicBezTo>
                    <a:cubicBezTo>
                      <a:pt x="282" y="85"/>
                      <a:pt x="282" y="85"/>
                      <a:pt x="282" y="85"/>
                    </a:cubicBezTo>
                    <a:cubicBezTo>
                      <a:pt x="272" y="95"/>
                      <a:pt x="272" y="95"/>
                      <a:pt x="272" y="95"/>
                    </a:cubicBezTo>
                    <a:close/>
                    <a:moveTo>
                      <a:pt x="261" y="105"/>
                    </a:moveTo>
                    <a:cubicBezTo>
                      <a:pt x="243" y="85"/>
                      <a:pt x="243" y="85"/>
                      <a:pt x="243" y="85"/>
                    </a:cubicBezTo>
                    <a:cubicBezTo>
                      <a:pt x="248" y="81"/>
                      <a:pt x="248" y="81"/>
                      <a:pt x="248" y="81"/>
                    </a:cubicBezTo>
                    <a:cubicBezTo>
                      <a:pt x="266" y="101"/>
                      <a:pt x="266" y="101"/>
                      <a:pt x="266" y="101"/>
                    </a:cubicBezTo>
                    <a:cubicBezTo>
                      <a:pt x="261" y="105"/>
                      <a:pt x="261" y="105"/>
                      <a:pt x="261" y="105"/>
                    </a:cubicBezTo>
                    <a:close/>
                    <a:moveTo>
                      <a:pt x="234" y="100"/>
                    </a:moveTo>
                    <a:cubicBezTo>
                      <a:pt x="241" y="111"/>
                      <a:pt x="241" y="111"/>
                      <a:pt x="241" y="111"/>
                    </a:cubicBezTo>
                    <a:cubicBezTo>
                      <a:pt x="242" y="112"/>
                      <a:pt x="242" y="112"/>
                      <a:pt x="243" y="112"/>
                    </a:cubicBezTo>
                    <a:cubicBezTo>
                      <a:pt x="243" y="112"/>
                      <a:pt x="244" y="112"/>
                      <a:pt x="244" y="112"/>
                    </a:cubicBezTo>
                    <a:cubicBezTo>
                      <a:pt x="245" y="112"/>
                      <a:pt x="245" y="111"/>
                      <a:pt x="245" y="111"/>
                    </a:cubicBezTo>
                    <a:cubicBezTo>
                      <a:pt x="245" y="110"/>
                      <a:pt x="245" y="110"/>
                      <a:pt x="244" y="109"/>
                    </a:cubicBezTo>
                    <a:cubicBezTo>
                      <a:pt x="237" y="98"/>
                      <a:pt x="237" y="98"/>
                      <a:pt x="237" y="98"/>
                    </a:cubicBezTo>
                    <a:cubicBezTo>
                      <a:pt x="237" y="97"/>
                      <a:pt x="236" y="97"/>
                      <a:pt x="236" y="97"/>
                    </a:cubicBezTo>
                    <a:cubicBezTo>
                      <a:pt x="235" y="97"/>
                      <a:pt x="235" y="97"/>
                      <a:pt x="234" y="97"/>
                    </a:cubicBezTo>
                    <a:cubicBezTo>
                      <a:pt x="234" y="97"/>
                      <a:pt x="233" y="98"/>
                      <a:pt x="233" y="98"/>
                    </a:cubicBezTo>
                    <a:cubicBezTo>
                      <a:pt x="233" y="99"/>
                      <a:pt x="233" y="99"/>
                      <a:pt x="234" y="100"/>
                    </a:cubicBezTo>
                    <a:close/>
                    <a:moveTo>
                      <a:pt x="229" y="104"/>
                    </a:moveTo>
                    <a:cubicBezTo>
                      <a:pt x="228" y="102"/>
                      <a:pt x="227" y="100"/>
                      <a:pt x="228" y="98"/>
                    </a:cubicBezTo>
                    <a:cubicBezTo>
                      <a:pt x="228" y="96"/>
                      <a:pt x="229" y="95"/>
                      <a:pt x="231" y="93"/>
                    </a:cubicBezTo>
                    <a:cubicBezTo>
                      <a:pt x="234" y="92"/>
                      <a:pt x="236" y="91"/>
                      <a:pt x="238" y="92"/>
                    </a:cubicBezTo>
                    <a:cubicBezTo>
                      <a:pt x="239" y="92"/>
                      <a:pt x="241" y="93"/>
                      <a:pt x="243" y="96"/>
                    </a:cubicBezTo>
                    <a:cubicBezTo>
                      <a:pt x="249" y="105"/>
                      <a:pt x="249" y="105"/>
                      <a:pt x="249" y="105"/>
                    </a:cubicBezTo>
                    <a:cubicBezTo>
                      <a:pt x="250" y="107"/>
                      <a:pt x="251" y="109"/>
                      <a:pt x="251" y="111"/>
                    </a:cubicBezTo>
                    <a:cubicBezTo>
                      <a:pt x="250" y="113"/>
                      <a:pt x="249" y="114"/>
                      <a:pt x="247" y="116"/>
                    </a:cubicBezTo>
                    <a:cubicBezTo>
                      <a:pt x="245" y="117"/>
                      <a:pt x="243" y="118"/>
                      <a:pt x="241" y="118"/>
                    </a:cubicBezTo>
                    <a:cubicBezTo>
                      <a:pt x="239" y="117"/>
                      <a:pt x="237" y="116"/>
                      <a:pt x="236" y="114"/>
                    </a:cubicBezTo>
                    <a:cubicBezTo>
                      <a:pt x="229" y="104"/>
                      <a:pt x="229" y="104"/>
                      <a:pt x="229" y="104"/>
                    </a:cubicBezTo>
                    <a:close/>
                    <a:moveTo>
                      <a:pt x="210" y="134"/>
                    </a:moveTo>
                    <a:cubicBezTo>
                      <a:pt x="200" y="109"/>
                      <a:pt x="200" y="109"/>
                      <a:pt x="200" y="109"/>
                    </a:cubicBezTo>
                    <a:cubicBezTo>
                      <a:pt x="209" y="105"/>
                      <a:pt x="209" y="105"/>
                      <a:pt x="209" y="105"/>
                    </a:cubicBezTo>
                    <a:cubicBezTo>
                      <a:pt x="213" y="113"/>
                      <a:pt x="213" y="113"/>
                      <a:pt x="213" y="113"/>
                    </a:cubicBezTo>
                    <a:cubicBezTo>
                      <a:pt x="214" y="114"/>
                      <a:pt x="214" y="115"/>
                      <a:pt x="215" y="116"/>
                    </a:cubicBezTo>
                    <a:cubicBezTo>
                      <a:pt x="215" y="117"/>
                      <a:pt x="216" y="118"/>
                      <a:pt x="216" y="119"/>
                    </a:cubicBezTo>
                    <a:cubicBezTo>
                      <a:pt x="216" y="118"/>
                      <a:pt x="215" y="116"/>
                      <a:pt x="215" y="115"/>
                    </a:cubicBezTo>
                    <a:cubicBezTo>
                      <a:pt x="215" y="114"/>
                      <a:pt x="214" y="113"/>
                      <a:pt x="214" y="113"/>
                    </a:cubicBezTo>
                    <a:cubicBezTo>
                      <a:pt x="212" y="104"/>
                      <a:pt x="212" y="104"/>
                      <a:pt x="212" y="104"/>
                    </a:cubicBezTo>
                    <a:cubicBezTo>
                      <a:pt x="221" y="100"/>
                      <a:pt x="221" y="100"/>
                      <a:pt x="221" y="100"/>
                    </a:cubicBezTo>
                    <a:cubicBezTo>
                      <a:pt x="231" y="125"/>
                      <a:pt x="231" y="125"/>
                      <a:pt x="231" y="125"/>
                    </a:cubicBezTo>
                    <a:cubicBezTo>
                      <a:pt x="226" y="127"/>
                      <a:pt x="226" y="127"/>
                      <a:pt x="226" y="127"/>
                    </a:cubicBezTo>
                    <a:cubicBezTo>
                      <a:pt x="222" y="118"/>
                      <a:pt x="222" y="118"/>
                      <a:pt x="222" y="118"/>
                    </a:cubicBezTo>
                    <a:cubicBezTo>
                      <a:pt x="221" y="116"/>
                      <a:pt x="220" y="114"/>
                      <a:pt x="219" y="112"/>
                    </a:cubicBezTo>
                    <a:cubicBezTo>
                      <a:pt x="219" y="110"/>
                      <a:pt x="218" y="108"/>
                      <a:pt x="217" y="106"/>
                    </a:cubicBezTo>
                    <a:cubicBezTo>
                      <a:pt x="218" y="109"/>
                      <a:pt x="218" y="110"/>
                      <a:pt x="218" y="112"/>
                    </a:cubicBezTo>
                    <a:cubicBezTo>
                      <a:pt x="219" y="113"/>
                      <a:pt x="219" y="114"/>
                      <a:pt x="219" y="115"/>
                    </a:cubicBezTo>
                    <a:cubicBezTo>
                      <a:pt x="222" y="129"/>
                      <a:pt x="222" y="129"/>
                      <a:pt x="222" y="129"/>
                    </a:cubicBezTo>
                    <a:cubicBezTo>
                      <a:pt x="219" y="130"/>
                      <a:pt x="219" y="130"/>
                      <a:pt x="219" y="130"/>
                    </a:cubicBezTo>
                    <a:cubicBezTo>
                      <a:pt x="212" y="119"/>
                      <a:pt x="212" y="119"/>
                      <a:pt x="212" y="119"/>
                    </a:cubicBezTo>
                    <a:cubicBezTo>
                      <a:pt x="211" y="117"/>
                      <a:pt x="210" y="116"/>
                      <a:pt x="209" y="114"/>
                    </a:cubicBezTo>
                    <a:cubicBezTo>
                      <a:pt x="208" y="113"/>
                      <a:pt x="207" y="112"/>
                      <a:pt x="207" y="110"/>
                    </a:cubicBezTo>
                    <a:cubicBezTo>
                      <a:pt x="208" y="112"/>
                      <a:pt x="208" y="114"/>
                      <a:pt x="209" y="116"/>
                    </a:cubicBezTo>
                    <a:cubicBezTo>
                      <a:pt x="210" y="118"/>
                      <a:pt x="211" y="120"/>
                      <a:pt x="212" y="122"/>
                    </a:cubicBezTo>
                    <a:cubicBezTo>
                      <a:pt x="216" y="131"/>
                      <a:pt x="216" y="131"/>
                      <a:pt x="216" y="131"/>
                    </a:cubicBezTo>
                    <a:cubicBezTo>
                      <a:pt x="210" y="134"/>
                      <a:pt x="210" y="134"/>
                      <a:pt x="210" y="134"/>
                    </a:cubicBezTo>
                    <a:close/>
                    <a:moveTo>
                      <a:pt x="184" y="139"/>
                    </a:moveTo>
                    <a:cubicBezTo>
                      <a:pt x="185" y="112"/>
                      <a:pt x="185" y="112"/>
                      <a:pt x="185" y="112"/>
                    </a:cubicBezTo>
                    <a:cubicBezTo>
                      <a:pt x="193" y="111"/>
                      <a:pt x="193" y="111"/>
                      <a:pt x="193" y="111"/>
                    </a:cubicBezTo>
                    <a:cubicBezTo>
                      <a:pt x="202" y="137"/>
                      <a:pt x="202" y="137"/>
                      <a:pt x="202" y="137"/>
                    </a:cubicBezTo>
                    <a:cubicBezTo>
                      <a:pt x="195" y="138"/>
                      <a:pt x="195" y="138"/>
                      <a:pt x="195" y="138"/>
                    </a:cubicBezTo>
                    <a:cubicBezTo>
                      <a:pt x="194" y="133"/>
                      <a:pt x="194" y="133"/>
                      <a:pt x="194" y="133"/>
                    </a:cubicBezTo>
                    <a:cubicBezTo>
                      <a:pt x="190" y="134"/>
                      <a:pt x="190" y="134"/>
                      <a:pt x="190" y="134"/>
                    </a:cubicBezTo>
                    <a:cubicBezTo>
                      <a:pt x="190" y="138"/>
                      <a:pt x="190" y="138"/>
                      <a:pt x="190" y="138"/>
                    </a:cubicBezTo>
                    <a:cubicBezTo>
                      <a:pt x="184" y="139"/>
                      <a:pt x="184" y="139"/>
                      <a:pt x="184" y="139"/>
                    </a:cubicBezTo>
                    <a:close/>
                    <a:moveTo>
                      <a:pt x="190" y="129"/>
                    </a:moveTo>
                    <a:cubicBezTo>
                      <a:pt x="193" y="128"/>
                      <a:pt x="193" y="128"/>
                      <a:pt x="193" y="128"/>
                    </a:cubicBezTo>
                    <a:cubicBezTo>
                      <a:pt x="191" y="120"/>
                      <a:pt x="191" y="120"/>
                      <a:pt x="191" y="120"/>
                    </a:cubicBezTo>
                    <a:cubicBezTo>
                      <a:pt x="190" y="120"/>
                      <a:pt x="190" y="119"/>
                      <a:pt x="190" y="119"/>
                    </a:cubicBezTo>
                    <a:cubicBezTo>
                      <a:pt x="190" y="118"/>
                      <a:pt x="190" y="117"/>
                      <a:pt x="189" y="116"/>
                    </a:cubicBezTo>
                    <a:cubicBezTo>
                      <a:pt x="189" y="117"/>
                      <a:pt x="190" y="117"/>
                      <a:pt x="190" y="118"/>
                    </a:cubicBezTo>
                    <a:cubicBezTo>
                      <a:pt x="190" y="119"/>
                      <a:pt x="190" y="120"/>
                      <a:pt x="190" y="120"/>
                    </a:cubicBezTo>
                    <a:cubicBezTo>
                      <a:pt x="190" y="129"/>
                      <a:pt x="190" y="129"/>
                      <a:pt x="190" y="129"/>
                    </a:cubicBezTo>
                    <a:close/>
                    <a:moveTo>
                      <a:pt x="153" y="132"/>
                    </a:moveTo>
                    <a:cubicBezTo>
                      <a:pt x="159" y="133"/>
                      <a:pt x="159" y="133"/>
                      <a:pt x="159" y="133"/>
                    </a:cubicBezTo>
                    <a:cubicBezTo>
                      <a:pt x="159" y="135"/>
                      <a:pt x="159" y="135"/>
                      <a:pt x="159" y="135"/>
                    </a:cubicBezTo>
                    <a:cubicBezTo>
                      <a:pt x="159" y="136"/>
                      <a:pt x="159" y="136"/>
                      <a:pt x="159" y="137"/>
                    </a:cubicBezTo>
                    <a:cubicBezTo>
                      <a:pt x="160" y="137"/>
                      <a:pt x="160" y="137"/>
                      <a:pt x="161" y="137"/>
                    </a:cubicBezTo>
                    <a:cubicBezTo>
                      <a:pt x="162" y="138"/>
                      <a:pt x="162" y="137"/>
                      <a:pt x="162" y="137"/>
                    </a:cubicBezTo>
                    <a:cubicBezTo>
                      <a:pt x="163" y="137"/>
                      <a:pt x="163" y="136"/>
                      <a:pt x="163" y="135"/>
                    </a:cubicBezTo>
                    <a:cubicBezTo>
                      <a:pt x="163" y="135"/>
                      <a:pt x="163" y="134"/>
                      <a:pt x="163" y="134"/>
                    </a:cubicBezTo>
                    <a:cubicBezTo>
                      <a:pt x="162" y="133"/>
                      <a:pt x="162" y="133"/>
                      <a:pt x="161" y="132"/>
                    </a:cubicBezTo>
                    <a:cubicBezTo>
                      <a:pt x="161" y="132"/>
                      <a:pt x="160" y="131"/>
                      <a:pt x="160" y="131"/>
                    </a:cubicBezTo>
                    <a:cubicBezTo>
                      <a:pt x="158" y="129"/>
                      <a:pt x="157" y="128"/>
                      <a:pt x="156" y="127"/>
                    </a:cubicBezTo>
                    <a:cubicBezTo>
                      <a:pt x="155" y="126"/>
                      <a:pt x="155" y="126"/>
                      <a:pt x="155" y="125"/>
                    </a:cubicBezTo>
                    <a:cubicBezTo>
                      <a:pt x="154" y="124"/>
                      <a:pt x="154" y="123"/>
                      <a:pt x="154" y="122"/>
                    </a:cubicBezTo>
                    <a:cubicBezTo>
                      <a:pt x="154" y="119"/>
                      <a:pt x="155" y="118"/>
                      <a:pt x="156" y="116"/>
                    </a:cubicBezTo>
                    <a:cubicBezTo>
                      <a:pt x="158" y="115"/>
                      <a:pt x="160" y="115"/>
                      <a:pt x="162" y="115"/>
                    </a:cubicBezTo>
                    <a:cubicBezTo>
                      <a:pt x="165" y="115"/>
                      <a:pt x="167" y="116"/>
                      <a:pt x="168" y="117"/>
                    </a:cubicBezTo>
                    <a:cubicBezTo>
                      <a:pt x="169" y="118"/>
                      <a:pt x="170" y="120"/>
                      <a:pt x="169" y="122"/>
                    </a:cubicBezTo>
                    <a:cubicBezTo>
                      <a:pt x="169" y="124"/>
                      <a:pt x="169" y="124"/>
                      <a:pt x="169" y="124"/>
                    </a:cubicBezTo>
                    <a:cubicBezTo>
                      <a:pt x="164" y="124"/>
                      <a:pt x="164" y="124"/>
                      <a:pt x="164" y="124"/>
                    </a:cubicBezTo>
                    <a:cubicBezTo>
                      <a:pt x="164" y="122"/>
                      <a:pt x="164" y="122"/>
                      <a:pt x="164" y="122"/>
                    </a:cubicBezTo>
                    <a:cubicBezTo>
                      <a:pt x="164" y="121"/>
                      <a:pt x="164" y="121"/>
                      <a:pt x="163" y="120"/>
                    </a:cubicBezTo>
                    <a:cubicBezTo>
                      <a:pt x="163" y="120"/>
                      <a:pt x="163" y="120"/>
                      <a:pt x="162" y="120"/>
                    </a:cubicBezTo>
                    <a:cubicBezTo>
                      <a:pt x="161" y="119"/>
                      <a:pt x="161" y="120"/>
                      <a:pt x="161" y="120"/>
                    </a:cubicBezTo>
                    <a:cubicBezTo>
                      <a:pt x="160" y="120"/>
                      <a:pt x="160" y="121"/>
                      <a:pt x="160" y="121"/>
                    </a:cubicBezTo>
                    <a:cubicBezTo>
                      <a:pt x="160" y="122"/>
                      <a:pt x="161" y="124"/>
                      <a:pt x="164" y="126"/>
                    </a:cubicBezTo>
                    <a:cubicBezTo>
                      <a:pt x="164" y="127"/>
                      <a:pt x="164" y="127"/>
                      <a:pt x="164" y="127"/>
                    </a:cubicBezTo>
                    <a:cubicBezTo>
                      <a:pt x="164" y="127"/>
                      <a:pt x="164" y="127"/>
                      <a:pt x="164" y="127"/>
                    </a:cubicBezTo>
                    <a:cubicBezTo>
                      <a:pt x="167" y="129"/>
                      <a:pt x="168" y="130"/>
                      <a:pt x="168" y="131"/>
                    </a:cubicBezTo>
                    <a:cubicBezTo>
                      <a:pt x="169" y="132"/>
                      <a:pt x="169" y="133"/>
                      <a:pt x="169" y="133"/>
                    </a:cubicBezTo>
                    <a:cubicBezTo>
                      <a:pt x="169" y="134"/>
                      <a:pt x="169" y="135"/>
                      <a:pt x="169" y="135"/>
                    </a:cubicBezTo>
                    <a:cubicBezTo>
                      <a:pt x="169" y="138"/>
                      <a:pt x="168" y="139"/>
                      <a:pt x="167" y="141"/>
                    </a:cubicBezTo>
                    <a:cubicBezTo>
                      <a:pt x="165" y="142"/>
                      <a:pt x="163" y="142"/>
                      <a:pt x="161" y="142"/>
                    </a:cubicBezTo>
                    <a:cubicBezTo>
                      <a:pt x="158" y="142"/>
                      <a:pt x="156" y="141"/>
                      <a:pt x="155" y="140"/>
                    </a:cubicBezTo>
                    <a:cubicBezTo>
                      <a:pt x="154" y="139"/>
                      <a:pt x="153" y="137"/>
                      <a:pt x="153" y="134"/>
                    </a:cubicBezTo>
                    <a:cubicBezTo>
                      <a:pt x="153" y="132"/>
                      <a:pt x="153" y="132"/>
                      <a:pt x="153" y="132"/>
                    </a:cubicBezTo>
                    <a:close/>
                    <a:moveTo>
                      <a:pt x="129" y="140"/>
                    </a:moveTo>
                    <a:cubicBezTo>
                      <a:pt x="136" y="113"/>
                      <a:pt x="136" y="113"/>
                      <a:pt x="136" y="113"/>
                    </a:cubicBezTo>
                    <a:cubicBezTo>
                      <a:pt x="144" y="114"/>
                      <a:pt x="144" y="114"/>
                      <a:pt x="144" y="114"/>
                    </a:cubicBezTo>
                    <a:cubicBezTo>
                      <a:pt x="147" y="141"/>
                      <a:pt x="147" y="141"/>
                      <a:pt x="147" y="141"/>
                    </a:cubicBezTo>
                    <a:cubicBezTo>
                      <a:pt x="140" y="140"/>
                      <a:pt x="140" y="140"/>
                      <a:pt x="140" y="140"/>
                    </a:cubicBezTo>
                    <a:cubicBezTo>
                      <a:pt x="140" y="136"/>
                      <a:pt x="140" y="136"/>
                      <a:pt x="140" y="136"/>
                    </a:cubicBezTo>
                    <a:cubicBezTo>
                      <a:pt x="136" y="135"/>
                      <a:pt x="136" y="135"/>
                      <a:pt x="136" y="135"/>
                    </a:cubicBezTo>
                    <a:cubicBezTo>
                      <a:pt x="135" y="140"/>
                      <a:pt x="135" y="140"/>
                      <a:pt x="135" y="140"/>
                    </a:cubicBezTo>
                    <a:cubicBezTo>
                      <a:pt x="129" y="140"/>
                      <a:pt x="129" y="140"/>
                      <a:pt x="129" y="140"/>
                    </a:cubicBezTo>
                    <a:close/>
                    <a:moveTo>
                      <a:pt x="137" y="131"/>
                    </a:moveTo>
                    <a:cubicBezTo>
                      <a:pt x="140" y="131"/>
                      <a:pt x="140" y="131"/>
                      <a:pt x="140" y="131"/>
                    </a:cubicBezTo>
                    <a:cubicBezTo>
                      <a:pt x="140" y="123"/>
                      <a:pt x="140" y="123"/>
                      <a:pt x="140" y="123"/>
                    </a:cubicBezTo>
                    <a:cubicBezTo>
                      <a:pt x="140" y="122"/>
                      <a:pt x="140" y="121"/>
                      <a:pt x="140" y="121"/>
                    </a:cubicBezTo>
                    <a:cubicBezTo>
                      <a:pt x="140" y="120"/>
                      <a:pt x="140" y="119"/>
                      <a:pt x="140" y="118"/>
                    </a:cubicBezTo>
                    <a:cubicBezTo>
                      <a:pt x="140" y="119"/>
                      <a:pt x="140" y="119"/>
                      <a:pt x="139" y="120"/>
                    </a:cubicBezTo>
                    <a:cubicBezTo>
                      <a:pt x="139" y="121"/>
                      <a:pt x="139" y="122"/>
                      <a:pt x="139" y="123"/>
                    </a:cubicBezTo>
                    <a:cubicBezTo>
                      <a:pt x="137" y="131"/>
                      <a:pt x="137" y="131"/>
                      <a:pt x="137" y="131"/>
                    </a:cubicBezTo>
                    <a:close/>
                    <a:moveTo>
                      <a:pt x="113" y="136"/>
                    </a:moveTo>
                    <a:cubicBezTo>
                      <a:pt x="118" y="115"/>
                      <a:pt x="118" y="115"/>
                      <a:pt x="118" y="115"/>
                    </a:cubicBezTo>
                    <a:cubicBezTo>
                      <a:pt x="114" y="114"/>
                      <a:pt x="114" y="114"/>
                      <a:pt x="114" y="114"/>
                    </a:cubicBezTo>
                    <a:cubicBezTo>
                      <a:pt x="115" y="109"/>
                      <a:pt x="115" y="109"/>
                      <a:pt x="115" y="109"/>
                    </a:cubicBezTo>
                    <a:cubicBezTo>
                      <a:pt x="129" y="112"/>
                      <a:pt x="129" y="112"/>
                      <a:pt x="129" y="112"/>
                    </a:cubicBezTo>
                    <a:cubicBezTo>
                      <a:pt x="128" y="117"/>
                      <a:pt x="128" y="117"/>
                      <a:pt x="128" y="117"/>
                    </a:cubicBezTo>
                    <a:cubicBezTo>
                      <a:pt x="124" y="116"/>
                      <a:pt x="124" y="116"/>
                      <a:pt x="124" y="116"/>
                    </a:cubicBezTo>
                    <a:cubicBezTo>
                      <a:pt x="119" y="137"/>
                      <a:pt x="119" y="137"/>
                      <a:pt x="119" y="137"/>
                    </a:cubicBezTo>
                    <a:cubicBezTo>
                      <a:pt x="113" y="136"/>
                      <a:pt x="113" y="136"/>
                      <a:pt x="113" y="136"/>
                    </a:cubicBezTo>
                    <a:close/>
                    <a:moveTo>
                      <a:pt x="95" y="129"/>
                    </a:moveTo>
                    <a:cubicBezTo>
                      <a:pt x="105" y="104"/>
                      <a:pt x="105" y="104"/>
                      <a:pt x="105" y="104"/>
                    </a:cubicBezTo>
                    <a:cubicBezTo>
                      <a:pt x="111" y="107"/>
                      <a:pt x="111" y="107"/>
                      <a:pt x="111" y="107"/>
                    </a:cubicBezTo>
                    <a:cubicBezTo>
                      <a:pt x="101" y="131"/>
                      <a:pt x="101" y="131"/>
                      <a:pt x="101" y="131"/>
                    </a:cubicBezTo>
                    <a:cubicBezTo>
                      <a:pt x="95" y="129"/>
                      <a:pt x="95" y="129"/>
                      <a:pt x="95" y="129"/>
                    </a:cubicBezTo>
                    <a:close/>
                    <a:moveTo>
                      <a:pt x="78" y="110"/>
                    </a:moveTo>
                    <a:cubicBezTo>
                      <a:pt x="83" y="113"/>
                      <a:pt x="83" y="113"/>
                      <a:pt x="83" y="113"/>
                    </a:cubicBezTo>
                    <a:cubicBezTo>
                      <a:pt x="82" y="115"/>
                      <a:pt x="82" y="115"/>
                      <a:pt x="82" y="115"/>
                    </a:cubicBezTo>
                    <a:cubicBezTo>
                      <a:pt x="82" y="115"/>
                      <a:pt x="81" y="116"/>
                      <a:pt x="82" y="117"/>
                    </a:cubicBezTo>
                    <a:cubicBezTo>
                      <a:pt x="82" y="117"/>
                      <a:pt x="82" y="118"/>
                      <a:pt x="82" y="118"/>
                    </a:cubicBezTo>
                    <a:cubicBezTo>
                      <a:pt x="83" y="118"/>
                      <a:pt x="83" y="118"/>
                      <a:pt x="84" y="118"/>
                    </a:cubicBezTo>
                    <a:cubicBezTo>
                      <a:pt x="84" y="118"/>
                      <a:pt x="85" y="118"/>
                      <a:pt x="85" y="117"/>
                    </a:cubicBezTo>
                    <a:cubicBezTo>
                      <a:pt x="86" y="117"/>
                      <a:pt x="86" y="116"/>
                      <a:pt x="86" y="115"/>
                    </a:cubicBezTo>
                    <a:cubicBezTo>
                      <a:pt x="86" y="115"/>
                      <a:pt x="86" y="114"/>
                      <a:pt x="85" y="113"/>
                    </a:cubicBezTo>
                    <a:cubicBezTo>
                      <a:pt x="85" y="113"/>
                      <a:pt x="85" y="112"/>
                      <a:pt x="85" y="112"/>
                    </a:cubicBezTo>
                    <a:cubicBezTo>
                      <a:pt x="84" y="109"/>
                      <a:pt x="83" y="108"/>
                      <a:pt x="83" y="106"/>
                    </a:cubicBezTo>
                    <a:cubicBezTo>
                      <a:pt x="83" y="106"/>
                      <a:pt x="83" y="105"/>
                      <a:pt x="83" y="104"/>
                    </a:cubicBezTo>
                    <a:cubicBezTo>
                      <a:pt x="83" y="103"/>
                      <a:pt x="84" y="102"/>
                      <a:pt x="84" y="101"/>
                    </a:cubicBezTo>
                    <a:cubicBezTo>
                      <a:pt x="85" y="99"/>
                      <a:pt x="87" y="98"/>
                      <a:pt x="89" y="97"/>
                    </a:cubicBezTo>
                    <a:cubicBezTo>
                      <a:pt x="91" y="97"/>
                      <a:pt x="93" y="97"/>
                      <a:pt x="95" y="99"/>
                    </a:cubicBezTo>
                    <a:cubicBezTo>
                      <a:pt x="97" y="100"/>
                      <a:pt x="98" y="102"/>
                      <a:pt x="98" y="103"/>
                    </a:cubicBezTo>
                    <a:cubicBezTo>
                      <a:pt x="99" y="105"/>
                      <a:pt x="99" y="107"/>
                      <a:pt x="97" y="108"/>
                    </a:cubicBezTo>
                    <a:cubicBezTo>
                      <a:pt x="96" y="110"/>
                      <a:pt x="96" y="110"/>
                      <a:pt x="96" y="110"/>
                    </a:cubicBezTo>
                    <a:cubicBezTo>
                      <a:pt x="91" y="107"/>
                      <a:pt x="91" y="107"/>
                      <a:pt x="91" y="107"/>
                    </a:cubicBezTo>
                    <a:cubicBezTo>
                      <a:pt x="92" y="106"/>
                      <a:pt x="92" y="106"/>
                      <a:pt x="92" y="106"/>
                    </a:cubicBezTo>
                    <a:cubicBezTo>
                      <a:pt x="93" y="105"/>
                      <a:pt x="93" y="104"/>
                      <a:pt x="93" y="104"/>
                    </a:cubicBezTo>
                    <a:cubicBezTo>
                      <a:pt x="93" y="103"/>
                      <a:pt x="93" y="103"/>
                      <a:pt x="92" y="103"/>
                    </a:cubicBezTo>
                    <a:cubicBezTo>
                      <a:pt x="92" y="102"/>
                      <a:pt x="91" y="102"/>
                      <a:pt x="91" y="102"/>
                    </a:cubicBezTo>
                    <a:cubicBezTo>
                      <a:pt x="90" y="103"/>
                      <a:pt x="90" y="103"/>
                      <a:pt x="89" y="103"/>
                    </a:cubicBezTo>
                    <a:cubicBezTo>
                      <a:pt x="89" y="104"/>
                      <a:pt x="89" y="106"/>
                      <a:pt x="90" y="110"/>
                    </a:cubicBezTo>
                    <a:cubicBezTo>
                      <a:pt x="90" y="110"/>
                      <a:pt x="90" y="110"/>
                      <a:pt x="90" y="110"/>
                    </a:cubicBezTo>
                    <a:cubicBezTo>
                      <a:pt x="91" y="110"/>
                      <a:pt x="91" y="110"/>
                      <a:pt x="91" y="110"/>
                    </a:cubicBezTo>
                    <a:cubicBezTo>
                      <a:pt x="92" y="113"/>
                      <a:pt x="92" y="115"/>
                      <a:pt x="92" y="116"/>
                    </a:cubicBezTo>
                    <a:cubicBezTo>
                      <a:pt x="92" y="117"/>
                      <a:pt x="92" y="117"/>
                      <a:pt x="91" y="118"/>
                    </a:cubicBezTo>
                    <a:cubicBezTo>
                      <a:pt x="91" y="119"/>
                      <a:pt x="91" y="119"/>
                      <a:pt x="91" y="120"/>
                    </a:cubicBezTo>
                    <a:cubicBezTo>
                      <a:pt x="89" y="122"/>
                      <a:pt x="88" y="123"/>
                      <a:pt x="86" y="123"/>
                    </a:cubicBezTo>
                    <a:cubicBezTo>
                      <a:pt x="84" y="124"/>
                      <a:pt x="82" y="123"/>
                      <a:pt x="80" y="122"/>
                    </a:cubicBezTo>
                    <a:cubicBezTo>
                      <a:pt x="78" y="120"/>
                      <a:pt x="76" y="119"/>
                      <a:pt x="76" y="117"/>
                    </a:cubicBezTo>
                    <a:cubicBezTo>
                      <a:pt x="75" y="115"/>
                      <a:pt x="76" y="113"/>
                      <a:pt x="77" y="111"/>
                    </a:cubicBezTo>
                    <a:cubicBezTo>
                      <a:pt x="78" y="110"/>
                      <a:pt x="78" y="110"/>
                      <a:pt x="78" y="110"/>
                    </a:cubicBezTo>
                    <a:close/>
                    <a:moveTo>
                      <a:pt x="68" y="95"/>
                    </a:moveTo>
                    <a:cubicBezTo>
                      <a:pt x="69" y="95"/>
                      <a:pt x="70" y="96"/>
                      <a:pt x="71" y="96"/>
                    </a:cubicBezTo>
                    <a:cubicBezTo>
                      <a:pt x="71" y="96"/>
                      <a:pt x="72" y="96"/>
                      <a:pt x="72" y="95"/>
                    </a:cubicBezTo>
                    <a:cubicBezTo>
                      <a:pt x="73" y="94"/>
                      <a:pt x="73" y="94"/>
                      <a:pt x="73" y="94"/>
                    </a:cubicBezTo>
                    <a:cubicBezTo>
                      <a:pt x="74" y="93"/>
                      <a:pt x="74" y="92"/>
                      <a:pt x="74" y="92"/>
                    </a:cubicBezTo>
                    <a:cubicBezTo>
                      <a:pt x="74" y="91"/>
                      <a:pt x="73" y="91"/>
                      <a:pt x="72" y="90"/>
                    </a:cubicBezTo>
                    <a:cubicBezTo>
                      <a:pt x="72" y="90"/>
                      <a:pt x="72" y="90"/>
                      <a:pt x="72" y="90"/>
                    </a:cubicBezTo>
                    <a:cubicBezTo>
                      <a:pt x="68" y="95"/>
                      <a:pt x="68" y="95"/>
                      <a:pt x="68" y="95"/>
                    </a:cubicBezTo>
                    <a:close/>
                    <a:moveTo>
                      <a:pt x="54" y="103"/>
                    </a:moveTo>
                    <a:cubicBezTo>
                      <a:pt x="70" y="82"/>
                      <a:pt x="70" y="82"/>
                      <a:pt x="70" y="82"/>
                    </a:cubicBezTo>
                    <a:cubicBezTo>
                      <a:pt x="77" y="88"/>
                      <a:pt x="77" y="88"/>
                      <a:pt x="77" y="88"/>
                    </a:cubicBezTo>
                    <a:cubicBezTo>
                      <a:pt x="79" y="89"/>
                      <a:pt x="80" y="91"/>
                      <a:pt x="80" y="92"/>
                    </a:cubicBezTo>
                    <a:cubicBezTo>
                      <a:pt x="80" y="94"/>
                      <a:pt x="80" y="95"/>
                      <a:pt x="79" y="97"/>
                    </a:cubicBezTo>
                    <a:cubicBezTo>
                      <a:pt x="78" y="97"/>
                      <a:pt x="78" y="97"/>
                      <a:pt x="78" y="97"/>
                    </a:cubicBezTo>
                    <a:cubicBezTo>
                      <a:pt x="78" y="98"/>
                      <a:pt x="78" y="98"/>
                      <a:pt x="78" y="98"/>
                    </a:cubicBezTo>
                    <a:cubicBezTo>
                      <a:pt x="77" y="99"/>
                      <a:pt x="76" y="100"/>
                      <a:pt x="75" y="100"/>
                    </a:cubicBezTo>
                    <a:cubicBezTo>
                      <a:pt x="74" y="100"/>
                      <a:pt x="73" y="100"/>
                      <a:pt x="72" y="100"/>
                    </a:cubicBezTo>
                    <a:cubicBezTo>
                      <a:pt x="72" y="101"/>
                      <a:pt x="73" y="102"/>
                      <a:pt x="73" y="103"/>
                    </a:cubicBezTo>
                    <a:cubicBezTo>
                      <a:pt x="73" y="104"/>
                      <a:pt x="72" y="105"/>
                      <a:pt x="71" y="106"/>
                    </a:cubicBezTo>
                    <a:cubicBezTo>
                      <a:pt x="67" y="111"/>
                      <a:pt x="67" y="111"/>
                      <a:pt x="67" y="111"/>
                    </a:cubicBezTo>
                    <a:cubicBezTo>
                      <a:pt x="67" y="111"/>
                      <a:pt x="66" y="112"/>
                      <a:pt x="66" y="112"/>
                    </a:cubicBezTo>
                    <a:cubicBezTo>
                      <a:pt x="66" y="112"/>
                      <a:pt x="66" y="113"/>
                      <a:pt x="66" y="113"/>
                    </a:cubicBezTo>
                    <a:cubicBezTo>
                      <a:pt x="61" y="109"/>
                      <a:pt x="61" y="109"/>
                      <a:pt x="61" y="109"/>
                    </a:cubicBezTo>
                    <a:cubicBezTo>
                      <a:pt x="61" y="109"/>
                      <a:pt x="61" y="109"/>
                      <a:pt x="62" y="108"/>
                    </a:cubicBezTo>
                    <a:cubicBezTo>
                      <a:pt x="62" y="108"/>
                      <a:pt x="62" y="107"/>
                      <a:pt x="63" y="107"/>
                    </a:cubicBezTo>
                    <a:cubicBezTo>
                      <a:pt x="66" y="103"/>
                      <a:pt x="66" y="103"/>
                      <a:pt x="66" y="103"/>
                    </a:cubicBezTo>
                    <a:cubicBezTo>
                      <a:pt x="67" y="102"/>
                      <a:pt x="67" y="101"/>
                      <a:pt x="67" y="100"/>
                    </a:cubicBezTo>
                    <a:cubicBezTo>
                      <a:pt x="67" y="99"/>
                      <a:pt x="67" y="99"/>
                      <a:pt x="66" y="98"/>
                    </a:cubicBezTo>
                    <a:cubicBezTo>
                      <a:pt x="58" y="107"/>
                      <a:pt x="58" y="107"/>
                      <a:pt x="58" y="107"/>
                    </a:cubicBezTo>
                    <a:cubicBezTo>
                      <a:pt x="54" y="103"/>
                      <a:pt x="54" y="103"/>
                      <a:pt x="54" y="103"/>
                    </a:cubicBezTo>
                    <a:close/>
                    <a:moveTo>
                      <a:pt x="37" y="87"/>
                    </a:moveTo>
                    <a:cubicBezTo>
                      <a:pt x="57" y="69"/>
                      <a:pt x="57" y="69"/>
                      <a:pt x="57" y="69"/>
                    </a:cubicBezTo>
                    <a:cubicBezTo>
                      <a:pt x="66" y="78"/>
                      <a:pt x="66" y="78"/>
                      <a:pt x="66" y="78"/>
                    </a:cubicBezTo>
                    <a:cubicBezTo>
                      <a:pt x="62" y="82"/>
                      <a:pt x="62" y="82"/>
                      <a:pt x="62" y="82"/>
                    </a:cubicBezTo>
                    <a:cubicBezTo>
                      <a:pt x="57" y="77"/>
                      <a:pt x="57" y="77"/>
                      <a:pt x="57" y="77"/>
                    </a:cubicBezTo>
                    <a:cubicBezTo>
                      <a:pt x="53" y="80"/>
                      <a:pt x="53" y="80"/>
                      <a:pt x="53" y="80"/>
                    </a:cubicBezTo>
                    <a:cubicBezTo>
                      <a:pt x="58" y="85"/>
                      <a:pt x="58" y="85"/>
                      <a:pt x="58" y="85"/>
                    </a:cubicBezTo>
                    <a:cubicBezTo>
                      <a:pt x="54" y="89"/>
                      <a:pt x="54" y="89"/>
                      <a:pt x="54" y="89"/>
                    </a:cubicBezTo>
                    <a:cubicBezTo>
                      <a:pt x="50" y="84"/>
                      <a:pt x="50" y="84"/>
                      <a:pt x="50" y="84"/>
                    </a:cubicBezTo>
                    <a:cubicBezTo>
                      <a:pt x="45" y="88"/>
                      <a:pt x="45" y="88"/>
                      <a:pt x="45" y="88"/>
                    </a:cubicBezTo>
                    <a:cubicBezTo>
                      <a:pt x="51" y="93"/>
                      <a:pt x="51" y="93"/>
                      <a:pt x="51" y="93"/>
                    </a:cubicBezTo>
                    <a:cubicBezTo>
                      <a:pt x="47" y="97"/>
                      <a:pt x="47" y="97"/>
                      <a:pt x="47" y="97"/>
                    </a:cubicBezTo>
                    <a:cubicBezTo>
                      <a:pt x="37" y="87"/>
                      <a:pt x="37" y="87"/>
                      <a:pt x="37" y="87"/>
                    </a:cubicBezTo>
                    <a:close/>
                    <a:moveTo>
                      <a:pt x="25" y="70"/>
                    </a:moveTo>
                    <a:cubicBezTo>
                      <a:pt x="45" y="51"/>
                      <a:pt x="45" y="51"/>
                      <a:pt x="45" y="51"/>
                    </a:cubicBezTo>
                    <a:cubicBezTo>
                      <a:pt x="48" y="57"/>
                      <a:pt x="48" y="57"/>
                      <a:pt x="48" y="57"/>
                    </a:cubicBezTo>
                    <a:cubicBezTo>
                      <a:pt x="40" y="64"/>
                      <a:pt x="40" y="64"/>
                      <a:pt x="40" y="64"/>
                    </a:cubicBezTo>
                    <a:cubicBezTo>
                      <a:pt x="39" y="64"/>
                      <a:pt x="38" y="65"/>
                      <a:pt x="37" y="66"/>
                    </a:cubicBezTo>
                    <a:cubicBezTo>
                      <a:pt x="36" y="67"/>
                      <a:pt x="34" y="68"/>
                      <a:pt x="32" y="69"/>
                    </a:cubicBezTo>
                    <a:cubicBezTo>
                      <a:pt x="34" y="68"/>
                      <a:pt x="37" y="67"/>
                      <a:pt x="39" y="65"/>
                    </a:cubicBezTo>
                    <a:cubicBezTo>
                      <a:pt x="40" y="65"/>
                      <a:pt x="40" y="65"/>
                      <a:pt x="40" y="65"/>
                    </a:cubicBezTo>
                    <a:cubicBezTo>
                      <a:pt x="50" y="60"/>
                      <a:pt x="50" y="60"/>
                      <a:pt x="50" y="60"/>
                    </a:cubicBezTo>
                    <a:cubicBezTo>
                      <a:pt x="54" y="65"/>
                      <a:pt x="54" y="65"/>
                      <a:pt x="54" y="65"/>
                    </a:cubicBezTo>
                    <a:cubicBezTo>
                      <a:pt x="29" y="76"/>
                      <a:pt x="29" y="76"/>
                      <a:pt x="29" y="76"/>
                    </a:cubicBezTo>
                    <a:cubicBezTo>
                      <a:pt x="25" y="70"/>
                      <a:pt x="25" y="70"/>
                      <a:pt x="25" y="70"/>
                    </a:cubicBezTo>
                    <a:close/>
                    <a:moveTo>
                      <a:pt x="15" y="53"/>
                    </a:moveTo>
                    <a:cubicBezTo>
                      <a:pt x="39" y="41"/>
                      <a:pt x="39" y="41"/>
                      <a:pt x="39" y="41"/>
                    </a:cubicBezTo>
                    <a:cubicBezTo>
                      <a:pt x="42" y="47"/>
                      <a:pt x="42" y="47"/>
                      <a:pt x="42" y="47"/>
                    </a:cubicBezTo>
                    <a:cubicBezTo>
                      <a:pt x="18" y="58"/>
                      <a:pt x="18" y="58"/>
                      <a:pt x="18" y="58"/>
                    </a:cubicBezTo>
                    <a:cubicBezTo>
                      <a:pt x="15" y="53"/>
                      <a:pt x="15" y="53"/>
                      <a:pt x="15" y="53"/>
                    </a:cubicBezTo>
                    <a:close/>
                    <a:moveTo>
                      <a:pt x="5" y="29"/>
                    </a:moveTo>
                    <a:cubicBezTo>
                      <a:pt x="31" y="20"/>
                      <a:pt x="31" y="20"/>
                      <a:pt x="31" y="20"/>
                    </a:cubicBezTo>
                    <a:cubicBezTo>
                      <a:pt x="33" y="26"/>
                      <a:pt x="33" y="26"/>
                      <a:pt x="33" y="26"/>
                    </a:cubicBezTo>
                    <a:cubicBezTo>
                      <a:pt x="24" y="33"/>
                      <a:pt x="24" y="33"/>
                      <a:pt x="24" y="33"/>
                    </a:cubicBezTo>
                    <a:cubicBezTo>
                      <a:pt x="23" y="33"/>
                      <a:pt x="22" y="34"/>
                      <a:pt x="20" y="35"/>
                    </a:cubicBezTo>
                    <a:cubicBezTo>
                      <a:pt x="19" y="36"/>
                      <a:pt x="18" y="36"/>
                      <a:pt x="17" y="37"/>
                    </a:cubicBezTo>
                    <a:cubicBezTo>
                      <a:pt x="18" y="37"/>
                      <a:pt x="19" y="36"/>
                      <a:pt x="21" y="35"/>
                    </a:cubicBezTo>
                    <a:cubicBezTo>
                      <a:pt x="22" y="35"/>
                      <a:pt x="23" y="34"/>
                      <a:pt x="25" y="34"/>
                    </a:cubicBezTo>
                    <a:cubicBezTo>
                      <a:pt x="34" y="31"/>
                      <a:pt x="34" y="31"/>
                      <a:pt x="34" y="31"/>
                    </a:cubicBezTo>
                    <a:cubicBezTo>
                      <a:pt x="36" y="36"/>
                      <a:pt x="36" y="36"/>
                      <a:pt x="36" y="36"/>
                    </a:cubicBezTo>
                    <a:cubicBezTo>
                      <a:pt x="11" y="45"/>
                      <a:pt x="11" y="45"/>
                      <a:pt x="11" y="45"/>
                    </a:cubicBezTo>
                    <a:cubicBezTo>
                      <a:pt x="9" y="39"/>
                      <a:pt x="9" y="39"/>
                      <a:pt x="9" y="39"/>
                    </a:cubicBezTo>
                    <a:cubicBezTo>
                      <a:pt x="19" y="32"/>
                      <a:pt x="19" y="32"/>
                      <a:pt x="19" y="32"/>
                    </a:cubicBezTo>
                    <a:cubicBezTo>
                      <a:pt x="20" y="31"/>
                      <a:pt x="21" y="30"/>
                      <a:pt x="22" y="29"/>
                    </a:cubicBezTo>
                    <a:cubicBezTo>
                      <a:pt x="23" y="29"/>
                      <a:pt x="24" y="28"/>
                      <a:pt x="25" y="27"/>
                    </a:cubicBezTo>
                    <a:cubicBezTo>
                      <a:pt x="23" y="28"/>
                      <a:pt x="22" y="29"/>
                      <a:pt x="20" y="30"/>
                    </a:cubicBezTo>
                    <a:cubicBezTo>
                      <a:pt x="18" y="30"/>
                      <a:pt x="17" y="31"/>
                      <a:pt x="15" y="31"/>
                    </a:cubicBezTo>
                    <a:cubicBezTo>
                      <a:pt x="7" y="34"/>
                      <a:pt x="7" y="34"/>
                      <a:pt x="7" y="34"/>
                    </a:cubicBezTo>
                    <a:cubicBezTo>
                      <a:pt x="5" y="29"/>
                      <a:pt x="5" y="29"/>
                      <a:pt x="5" y="29"/>
                    </a:cubicBezTo>
                    <a:close/>
                    <a:moveTo>
                      <a:pt x="27" y="6"/>
                    </a:moveTo>
                    <a:cubicBezTo>
                      <a:pt x="8" y="8"/>
                      <a:pt x="8" y="8"/>
                      <a:pt x="8" y="8"/>
                    </a:cubicBezTo>
                    <a:cubicBezTo>
                      <a:pt x="7" y="8"/>
                      <a:pt x="6" y="8"/>
                      <a:pt x="6" y="9"/>
                    </a:cubicBezTo>
                    <a:cubicBezTo>
                      <a:pt x="5" y="9"/>
                      <a:pt x="5" y="10"/>
                      <a:pt x="5" y="10"/>
                    </a:cubicBezTo>
                    <a:cubicBezTo>
                      <a:pt x="5" y="11"/>
                      <a:pt x="6" y="11"/>
                      <a:pt x="6" y="12"/>
                    </a:cubicBezTo>
                    <a:cubicBezTo>
                      <a:pt x="7" y="12"/>
                      <a:pt x="7" y="12"/>
                      <a:pt x="8" y="12"/>
                    </a:cubicBezTo>
                    <a:cubicBezTo>
                      <a:pt x="28" y="10"/>
                      <a:pt x="28" y="10"/>
                      <a:pt x="28" y="10"/>
                    </a:cubicBezTo>
                    <a:cubicBezTo>
                      <a:pt x="28" y="16"/>
                      <a:pt x="28" y="16"/>
                      <a:pt x="28" y="16"/>
                    </a:cubicBezTo>
                    <a:cubicBezTo>
                      <a:pt x="10" y="18"/>
                      <a:pt x="10" y="18"/>
                      <a:pt x="10" y="18"/>
                    </a:cubicBezTo>
                    <a:cubicBezTo>
                      <a:pt x="7" y="18"/>
                      <a:pt x="5" y="18"/>
                      <a:pt x="3" y="16"/>
                    </a:cubicBezTo>
                    <a:cubicBezTo>
                      <a:pt x="2" y="15"/>
                      <a:pt x="1" y="13"/>
                      <a:pt x="1" y="11"/>
                    </a:cubicBezTo>
                    <a:cubicBezTo>
                      <a:pt x="0" y="8"/>
                      <a:pt x="1" y="6"/>
                      <a:pt x="2" y="5"/>
                    </a:cubicBezTo>
                    <a:cubicBezTo>
                      <a:pt x="3" y="3"/>
                      <a:pt x="5" y="2"/>
                      <a:pt x="8" y="2"/>
                    </a:cubicBezTo>
                    <a:cubicBezTo>
                      <a:pt x="27" y="0"/>
                      <a:pt x="27" y="0"/>
                      <a:pt x="27" y="0"/>
                    </a:cubicBezTo>
                    <a:cubicBezTo>
                      <a:pt x="27" y="6"/>
                      <a:pt x="27" y="6"/>
                      <a:pt x="2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8" name="Freeform 18"/>
              <p:cNvSpPr>
                <a:spLocks noEditPoints="1"/>
              </p:cNvSpPr>
              <p:nvPr/>
            </p:nvSpPr>
            <p:spPr bwMode="auto">
              <a:xfrm>
                <a:off x="3851276" y="1292225"/>
                <a:ext cx="1435100" cy="1433513"/>
              </a:xfrm>
              <a:custGeom>
                <a:avLst/>
                <a:gdLst>
                  <a:gd name="T0" fmla="*/ 191 w 381"/>
                  <a:gd name="T1" fmla="*/ 0 h 381"/>
                  <a:gd name="T2" fmla="*/ 381 w 381"/>
                  <a:gd name="T3" fmla="*/ 191 h 381"/>
                  <a:gd name="T4" fmla="*/ 191 w 381"/>
                  <a:gd name="T5" fmla="*/ 381 h 381"/>
                  <a:gd name="T6" fmla="*/ 0 w 381"/>
                  <a:gd name="T7" fmla="*/ 191 h 381"/>
                  <a:gd name="T8" fmla="*/ 191 w 381"/>
                  <a:gd name="T9" fmla="*/ 0 h 381"/>
                  <a:gd name="T10" fmla="*/ 191 w 381"/>
                  <a:gd name="T11" fmla="*/ 17 h 381"/>
                  <a:gd name="T12" fmla="*/ 365 w 381"/>
                  <a:gd name="T13" fmla="*/ 191 h 381"/>
                  <a:gd name="T14" fmla="*/ 191 w 381"/>
                  <a:gd name="T15" fmla="*/ 365 h 381"/>
                  <a:gd name="T16" fmla="*/ 16 w 381"/>
                  <a:gd name="T17" fmla="*/ 191 h 381"/>
                  <a:gd name="T18" fmla="*/ 191 w 381"/>
                  <a:gd name="T19" fmla="*/ 17 h 381"/>
                  <a:gd name="T20" fmla="*/ 191 w 381"/>
                  <a:gd name="T21" fmla="*/ 21 h 381"/>
                  <a:gd name="T22" fmla="*/ 361 w 381"/>
                  <a:gd name="T23" fmla="*/ 191 h 381"/>
                  <a:gd name="T24" fmla="*/ 191 w 381"/>
                  <a:gd name="T25" fmla="*/ 361 h 381"/>
                  <a:gd name="T26" fmla="*/ 20 w 381"/>
                  <a:gd name="T27" fmla="*/ 191 h 381"/>
                  <a:gd name="T28" fmla="*/ 191 w 381"/>
                  <a:gd name="T29" fmla="*/ 21 h 381"/>
                  <a:gd name="T30" fmla="*/ 191 w 381"/>
                  <a:gd name="T31" fmla="*/ 73 h 381"/>
                  <a:gd name="T32" fmla="*/ 309 w 381"/>
                  <a:gd name="T33" fmla="*/ 191 h 381"/>
                  <a:gd name="T34" fmla="*/ 191 w 381"/>
                  <a:gd name="T35" fmla="*/ 309 h 381"/>
                  <a:gd name="T36" fmla="*/ 72 w 381"/>
                  <a:gd name="T37" fmla="*/ 191 h 381"/>
                  <a:gd name="T38" fmla="*/ 191 w 381"/>
                  <a:gd name="T39" fmla="*/ 73 h 381"/>
                  <a:gd name="T40" fmla="*/ 191 w 381"/>
                  <a:gd name="T41" fmla="*/ 76 h 381"/>
                  <a:gd name="T42" fmla="*/ 305 w 381"/>
                  <a:gd name="T43" fmla="*/ 191 h 381"/>
                  <a:gd name="T44" fmla="*/ 191 w 381"/>
                  <a:gd name="T45" fmla="*/ 306 h 381"/>
                  <a:gd name="T46" fmla="*/ 76 w 381"/>
                  <a:gd name="T47" fmla="*/ 191 h 381"/>
                  <a:gd name="T48" fmla="*/ 191 w 381"/>
                  <a:gd name="T49" fmla="*/ 76 h 381"/>
                  <a:gd name="T50" fmla="*/ 191 w 381"/>
                  <a:gd name="T51" fmla="*/ 9 h 381"/>
                  <a:gd name="T52" fmla="*/ 372 w 381"/>
                  <a:gd name="T53" fmla="*/ 191 h 381"/>
                  <a:gd name="T54" fmla="*/ 191 w 381"/>
                  <a:gd name="T55" fmla="*/ 373 h 381"/>
                  <a:gd name="T56" fmla="*/ 9 w 381"/>
                  <a:gd name="T57" fmla="*/ 191 h 381"/>
                  <a:gd name="T58" fmla="*/ 191 w 381"/>
                  <a:gd name="T59" fmla="*/ 9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81" h="381">
                    <a:moveTo>
                      <a:pt x="191" y="0"/>
                    </a:moveTo>
                    <a:cubicBezTo>
                      <a:pt x="296" y="0"/>
                      <a:pt x="381" y="86"/>
                      <a:pt x="381" y="191"/>
                    </a:cubicBezTo>
                    <a:cubicBezTo>
                      <a:pt x="381" y="296"/>
                      <a:pt x="296" y="381"/>
                      <a:pt x="191" y="381"/>
                    </a:cubicBezTo>
                    <a:cubicBezTo>
                      <a:pt x="86" y="381"/>
                      <a:pt x="0" y="296"/>
                      <a:pt x="0" y="191"/>
                    </a:cubicBezTo>
                    <a:cubicBezTo>
                      <a:pt x="0" y="86"/>
                      <a:pt x="86" y="0"/>
                      <a:pt x="191" y="0"/>
                    </a:cubicBezTo>
                    <a:close/>
                    <a:moveTo>
                      <a:pt x="191" y="17"/>
                    </a:moveTo>
                    <a:cubicBezTo>
                      <a:pt x="286" y="17"/>
                      <a:pt x="365" y="95"/>
                      <a:pt x="365" y="191"/>
                    </a:cubicBezTo>
                    <a:cubicBezTo>
                      <a:pt x="365" y="287"/>
                      <a:pt x="286" y="365"/>
                      <a:pt x="191" y="365"/>
                    </a:cubicBezTo>
                    <a:cubicBezTo>
                      <a:pt x="95" y="365"/>
                      <a:pt x="16" y="287"/>
                      <a:pt x="16" y="191"/>
                    </a:cubicBezTo>
                    <a:cubicBezTo>
                      <a:pt x="16" y="95"/>
                      <a:pt x="95" y="17"/>
                      <a:pt x="191" y="17"/>
                    </a:cubicBezTo>
                    <a:close/>
                    <a:moveTo>
                      <a:pt x="191" y="21"/>
                    </a:moveTo>
                    <a:cubicBezTo>
                      <a:pt x="284" y="21"/>
                      <a:pt x="361" y="97"/>
                      <a:pt x="361" y="191"/>
                    </a:cubicBezTo>
                    <a:cubicBezTo>
                      <a:pt x="361" y="285"/>
                      <a:pt x="284" y="361"/>
                      <a:pt x="191" y="361"/>
                    </a:cubicBezTo>
                    <a:cubicBezTo>
                      <a:pt x="97" y="361"/>
                      <a:pt x="20" y="285"/>
                      <a:pt x="20" y="191"/>
                    </a:cubicBezTo>
                    <a:cubicBezTo>
                      <a:pt x="20" y="97"/>
                      <a:pt x="97" y="21"/>
                      <a:pt x="191" y="21"/>
                    </a:cubicBezTo>
                    <a:close/>
                    <a:moveTo>
                      <a:pt x="191" y="73"/>
                    </a:moveTo>
                    <a:cubicBezTo>
                      <a:pt x="256" y="73"/>
                      <a:pt x="309" y="126"/>
                      <a:pt x="309" y="191"/>
                    </a:cubicBezTo>
                    <a:cubicBezTo>
                      <a:pt x="309" y="256"/>
                      <a:pt x="256" y="309"/>
                      <a:pt x="191" y="309"/>
                    </a:cubicBezTo>
                    <a:cubicBezTo>
                      <a:pt x="126" y="309"/>
                      <a:pt x="72" y="256"/>
                      <a:pt x="72" y="191"/>
                    </a:cubicBezTo>
                    <a:cubicBezTo>
                      <a:pt x="72" y="126"/>
                      <a:pt x="126" y="73"/>
                      <a:pt x="191" y="73"/>
                    </a:cubicBezTo>
                    <a:close/>
                    <a:moveTo>
                      <a:pt x="191" y="76"/>
                    </a:moveTo>
                    <a:cubicBezTo>
                      <a:pt x="254" y="76"/>
                      <a:pt x="305" y="128"/>
                      <a:pt x="305" y="191"/>
                    </a:cubicBezTo>
                    <a:cubicBezTo>
                      <a:pt x="305" y="254"/>
                      <a:pt x="254" y="306"/>
                      <a:pt x="191" y="306"/>
                    </a:cubicBezTo>
                    <a:cubicBezTo>
                      <a:pt x="127" y="306"/>
                      <a:pt x="76" y="254"/>
                      <a:pt x="76" y="191"/>
                    </a:cubicBezTo>
                    <a:cubicBezTo>
                      <a:pt x="76" y="128"/>
                      <a:pt x="127" y="76"/>
                      <a:pt x="191" y="76"/>
                    </a:cubicBezTo>
                    <a:close/>
                    <a:moveTo>
                      <a:pt x="191" y="9"/>
                    </a:moveTo>
                    <a:cubicBezTo>
                      <a:pt x="291" y="9"/>
                      <a:pt x="372" y="91"/>
                      <a:pt x="372" y="191"/>
                    </a:cubicBezTo>
                    <a:cubicBezTo>
                      <a:pt x="372" y="291"/>
                      <a:pt x="291" y="373"/>
                      <a:pt x="191" y="373"/>
                    </a:cubicBezTo>
                    <a:cubicBezTo>
                      <a:pt x="90" y="373"/>
                      <a:pt x="9" y="291"/>
                      <a:pt x="9" y="191"/>
                    </a:cubicBezTo>
                    <a:cubicBezTo>
                      <a:pt x="9" y="91"/>
                      <a:pt x="90" y="9"/>
                      <a:pt x="19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9" name="Freeform 19"/>
              <p:cNvSpPr>
                <a:spLocks noEditPoints="1"/>
              </p:cNvSpPr>
              <p:nvPr/>
            </p:nvSpPr>
            <p:spPr bwMode="auto">
              <a:xfrm>
                <a:off x="4416426" y="1778000"/>
                <a:ext cx="304800" cy="225425"/>
              </a:xfrm>
              <a:custGeom>
                <a:avLst/>
                <a:gdLst>
                  <a:gd name="T0" fmla="*/ 70 w 81"/>
                  <a:gd name="T1" fmla="*/ 19 h 60"/>
                  <a:gd name="T2" fmla="*/ 79 w 81"/>
                  <a:gd name="T3" fmla="*/ 14 h 60"/>
                  <a:gd name="T4" fmla="*/ 61 w 81"/>
                  <a:gd name="T5" fmla="*/ 19 h 60"/>
                  <a:gd name="T6" fmla="*/ 46 w 81"/>
                  <a:gd name="T7" fmla="*/ 34 h 60"/>
                  <a:gd name="T8" fmla="*/ 49 w 81"/>
                  <a:gd name="T9" fmla="*/ 37 h 60"/>
                  <a:gd name="T10" fmla="*/ 51 w 81"/>
                  <a:gd name="T11" fmla="*/ 43 h 60"/>
                  <a:gd name="T12" fmla="*/ 30 w 81"/>
                  <a:gd name="T13" fmla="*/ 43 h 60"/>
                  <a:gd name="T14" fmla="*/ 25 w 81"/>
                  <a:gd name="T15" fmla="*/ 41 h 60"/>
                  <a:gd name="T16" fmla="*/ 33 w 81"/>
                  <a:gd name="T17" fmla="*/ 36 h 60"/>
                  <a:gd name="T18" fmla="*/ 35 w 81"/>
                  <a:gd name="T19" fmla="*/ 30 h 60"/>
                  <a:gd name="T20" fmla="*/ 55 w 81"/>
                  <a:gd name="T21" fmla="*/ 35 h 60"/>
                  <a:gd name="T22" fmla="*/ 21 w 81"/>
                  <a:gd name="T23" fmla="*/ 39 h 60"/>
                  <a:gd name="T24" fmla="*/ 27 w 81"/>
                  <a:gd name="T25" fmla="*/ 34 h 60"/>
                  <a:gd name="T26" fmla="*/ 55 w 81"/>
                  <a:gd name="T27" fmla="*/ 50 h 60"/>
                  <a:gd name="T28" fmla="*/ 52 w 81"/>
                  <a:gd name="T29" fmla="*/ 59 h 60"/>
                  <a:gd name="T30" fmla="*/ 29 w 81"/>
                  <a:gd name="T31" fmla="*/ 43 h 60"/>
                  <a:gd name="T32" fmla="*/ 25 w 81"/>
                  <a:gd name="T33" fmla="*/ 53 h 60"/>
                  <a:gd name="T34" fmla="*/ 20 w 81"/>
                  <a:gd name="T35" fmla="*/ 46 h 60"/>
                  <a:gd name="T36" fmla="*/ 18 w 81"/>
                  <a:gd name="T37" fmla="*/ 52 h 60"/>
                  <a:gd name="T38" fmla="*/ 13 w 81"/>
                  <a:gd name="T39" fmla="*/ 59 h 60"/>
                  <a:gd name="T40" fmla="*/ 13 w 81"/>
                  <a:gd name="T41" fmla="*/ 41 h 60"/>
                  <a:gd name="T42" fmla="*/ 25 w 81"/>
                  <a:gd name="T43" fmla="*/ 29 h 60"/>
                  <a:gd name="T44" fmla="*/ 6 w 81"/>
                  <a:gd name="T45" fmla="*/ 35 h 60"/>
                  <a:gd name="T46" fmla="*/ 79 w 81"/>
                  <a:gd name="T47" fmla="*/ 29 h 60"/>
                  <a:gd name="T48" fmla="*/ 64 w 81"/>
                  <a:gd name="T49" fmla="*/ 35 h 60"/>
                  <a:gd name="T50" fmla="*/ 12 w 81"/>
                  <a:gd name="T51" fmla="*/ 24 h 60"/>
                  <a:gd name="T52" fmla="*/ 30 w 81"/>
                  <a:gd name="T53" fmla="*/ 28 h 60"/>
                  <a:gd name="T54" fmla="*/ 41 w 81"/>
                  <a:gd name="T55" fmla="*/ 28 h 60"/>
                  <a:gd name="T56" fmla="*/ 51 w 81"/>
                  <a:gd name="T57" fmla="*/ 28 h 60"/>
                  <a:gd name="T58" fmla="*/ 69 w 81"/>
                  <a:gd name="T59" fmla="*/ 24 h 60"/>
                  <a:gd name="T60" fmla="*/ 69 w 81"/>
                  <a:gd name="T61" fmla="*/ 59 h 60"/>
                  <a:gd name="T62" fmla="*/ 52 w 81"/>
                  <a:gd name="T63" fmla="*/ 60 h 60"/>
                  <a:gd name="T64" fmla="*/ 25 w 81"/>
                  <a:gd name="T65" fmla="*/ 60 h 60"/>
                  <a:gd name="T66" fmla="*/ 0 w 81"/>
                  <a:gd name="T67" fmla="*/ 35 h 60"/>
                  <a:gd name="T68" fmla="*/ 6 w 81"/>
                  <a:gd name="T69" fmla="*/ 18 h 60"/>
                  <a:gd name="T70" fmla="*/ 15 w 81"/>
                  <a:gd name="T71" fmla="*/ 12 h 60"/>
                  <a:gd name="T72" fmla="*/ 23 w 81"/>
                  <a:gd name="T73" fmla="*/ 0 h 60"/>
                  <a:gd name="T74" fmla="*/ 32 w 81"/>
                  <a:gd name="T75" fmla="*/ 6 h 60"/>
                  <a:gd name="T76" fmla="*/ 39 w 81"/>
                  <a:gd name="T77" fmla="*/ 6 h 60"/>
                  <a:gd name="T78" fmla="*/ 48 w 81"/>
                  <a:gd name="T79" fmla="*/ 1 h 60"/>
                  <a:gd name="T80" fmla="*/ 58 w 81"/>
                  <a:gd name="T81" fmla="*/ 0 h 60"/>
                  <a:gd name="T82" fmla="*/ 66 w 81"/>
                  <a:gd name="T83" fmla="*/ 18 h 60"/>
                  <a:gd name="T84" fmla="*/ 72 w 81"/>
                  <a:gd name="T85" fmla="*/ 18 h 60"/>
                  <a:gd name="T86" fmla="*/ 81 w 81"/>
                  <a:gd name="T87" fmla="*/ 14 h 60"/>
                  <a:gd name="T88" fmla="*/ 23 w 81"/>
                  <a:gd name="T89" fmla="*/ 14 h 60"/>
                  <a:gd name="T90" fmla="*/ 14 w 81"/>
                  <a:gd name="T91" fmla="*/ 18 h 60"/>
                  <a:gd name="T92" fmla="*/ 5 w 81"/>
                  <a:gd name="T93" fmla="*/ 19 h 60"/>
                  <a:gd name="T94" fmla="*/ 23 w 81"/>
                  <a:gd name="T95" fmla="*/ 18 h 60"/>
                  <a:gd name="T96" fmla="*/ 36 w 81"/>
                  <a:gd name="T97" fmla="*/ 22 h 60"/>
                  <a:gd name="T98" fmla="*/ 49 w 81"/>
                  <a:gd name="T99" fmla="*/ 18 h 60"/>
                  <a:gd name="T100" fmla="*/ 57 w 81"/>
                  <a:gd name="T101" fmla="*/ 59 h 60"/>
                  <a:gd name="T102" fmla="*/ 24 w 81"/>
                  <a:gd name="T103" fmla="*/ 1 h 60"/>
                  <a:gd name="T104" fmla="*/ 37 w 81"/>
                  <a:gd name="T105" fmla="*/ 1 h 60"/>
                  <a:gd name="T106" fmla="*/ 47 w 81"/>
                  <a:gd name="T107" fmla="*/ 6 h 60"/>
                  <a:gd name="T108" fmla="*/ 24 w 81"/>
                  <a:gd name="T109" fmla="*/ 10 h 60"/>
                  <a:gd name="T110" fmla="*/ 41 w 81"/>
                  <a:gd name="T111" fmla="*/ 16 h 60"/>
                  <a:gd name="T112" fmla="*/ 51 w 81"/>
                  <a:gd name="T113" fmla="*/ 16 h 60"/>
                  <a:gd name="T114" fmla="*/ 65 w 81"/>
                  <a:gd name="T115" fmla="*/ 45 h 60"/>
                  <a:gd name="T116" fmla="*/ 57 w 81"/>
                  <a:gd name="T117" fmla="*/ 4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1" h="60">
                    <a:moveTo>
                      <a:pt x="63" y="19"/>
                    </a:moveTo>
                    <a:cubicBezTo>
                      <a:pt x="66" y="19"/>
                      <a:pt x="66" y="19"/>
                      <a:pt x="66" y="19"/>
                    </a:cubicBezTo>
                    <a:cubicBezTo>
                      <a:pt x="66" y="19"/>
                      <a:pt x="66" y="19"/>
                      <a:pt x="66" y="19"/>
                    </a:cubicBezTo>
                    <a:cubicBezTo>
                      <a:pt x="67" y="19"/>
                      <a:pt x="67" y="19"/>
                      <a:pt x="67" y="19"/>
                    </a:cubicBezTo>
                    <a:cubicBezTo>
                      <a:pt x="67" y="19"/>
                      <a:pt x="67" y="19"/>
                      <a:pt x="67" y="19"/>
                    </a:cubicBezTo>
                    <a:cubicBezTo>
                      <a:pt x="67" y="18"/>
                      <a:pt x="67" y="18"/>
                      <a:pt x="67" y="18"/>
                    </a:cubicBezTo>
                    <a:cubicBezTo>
                      <a:pt x="67" y="14"/>
                      <a:pt x="67" y="14"/>
                      <a:pt x="67" y="14"/>
                    </a:cubicBezTo>
                    <a:cubicBezTo>
                      <a:pt x="70" y="14"/>
                      <a:pt x="70" y="14"/>
                      <a:pt x="70" y="14"/>
                    </a:cubicBezTo>
                    <a:cubicBezTo>
                      <a:pt x="70" y="19"/>
                      <a:pt x="70" y="19"/>
                      <a:pt x="70" y="19"/>
                    </a:cubicBezTo>
                    <a:cubicBezTo>
                      <a:pt x="72" y="19"/>
                      <a:pt x="72" y="19"/>
                      <a:pt x="72" y="19"/>
                    </a:cubicBezTo>
                    <a:cubicBezTo>
                      <a:pt x="72" y="19"/>
                      <a:pt x="72" y="19"/>
                      <a:pt x="72" y="19"/>
                    </a:cubicBezTo>
                    <a:cubicBezTo>
                      <a:pt x="75" y="19"/>
                      <a:pt x="75" y="19"/>
                      <a:pt x="75" y="19"/>
                    </a:cubicBezTo>
                    <a:cubicBezTo>
                      <a:pt x="75" y="19"/>
                      <a:pt x="75" y="19"/>
                      <a:pt x="75" y="19"/>
                    </a:cubicBezTo>
                    <a:cubicBezTo>
                      <a:pt x="76" y="19"/>
                      <a:pt x="76" y="19"/>
                      <a:pt x="76" y="19"/>
                    </a:cubicBezTo>
                    <a:cubicBezTo>
                      <a:pt x="76" y="19"/>
                      <a:pt x="76" y="19"/>
                      <a:pt x="76" y="19"/>
                    </a:cubicBezTo>
                    <a:cubicBezTo>
                      <a:pt x="76" y="18"/>
                      <a:pt x="76" y="18"/>
                      <a:pt x="76" y="18"/>
                    </a:cubicBezTo>
                    <a:cubicBezTo>
                      <a:pt x="76" y="14"/>
                      <a:pt x="76" y="14"/>
                      <a:pt x="76" y="14"/>
                    </a:cubicBezTo>
                    <a:cubicBezTo>
                      <a:pt x="79" y="14"/>
                      <a:pt x="79" y="14"/>
                      <a:pt x="79" y="14"/>
                    </a:cubicBezTo>
                    <a:cubicBezTo>
                      <a:pt x="79" y="22"/>
                      <a:pt x="79" y="22"/>
                      <a:pt x="79" y="22"/>
                    </a:cubicBezTo>
                    <a:cubicBezTo>
                      <a:pt x="56" y="22"/>
                      <a:pt x="56" y="22"/>
                      <a:pt x="56" y="22"/>
                    </a:cubicBezTo>
                    <a:cubicBezTo>
                      <a:pt x="56" y="18"/>
                      <a:pt x="56" y="18"/>
                      <a:pt x="56" y="18"/>
                    </a:cubicBezTo>
                    <a:cubicBezTo>
                      <a:pt x="57" y="18"/>
                      <a:pt x="57" y="18"/>
                      <a:pt x="57" y="18"/>
                    </a:cubicBezTo>
                    <a:cubicBezTo>
                      <a:pt x="57" y="18"/>
                      <a:pt x="57" y="18"/>
                      <a:pt x="57" y="18"/>
                    </a:cubicBezTo>
                    <a:cubicBezTo>
                      <a:pt x="58" y="18"/>
                      <a:pt x="58" y="18"/>
                      <a:pt x="58" y="18"/>
                    </a:cubicBezTo>
                    <a:cubicBezTo>
                      <a:pt x="58" y="14"/>
                      <a:pt x="58" y="14"/>
                      <a:pt x="58" y="14"/>
                    </a:cubicBezTo>
                    <a:cubicBezTo>
                      <a:pt x="61" y="14"/>
                      <a:pt x="61" y="14"/>
                      <a:pt x="61" y="14"/>
                    </a:cubicBezTo>
                    <a:cubicBezTo>
                      <a:pt x="61" y="19"/>
                      <a:pt x="61" y="19"/>
                      <a:pt x="61" y="19"/>
                    </a:cubicBezTo>
                    <a:cubicBezTo>
                      <a:pt x="63" y="19"/>
                      <a:pt x="63" y="19"/>
                      <a:pt x="63" y="19"/>
                    </a:cubicBezTo>
                    <a:cubicBezTo>
                      <a:pt x="63" y="19"/>
                      <a:pt x="63" y="19"/>
                      <a:pt x="63" y="19"/>
                    </a:cubicBezTo>
                    <a:close/>
                    <a:moveTo>
                      <a:pt x="41" y="33"/>
                    </a:moveTo>
                    <a:cubicBezTo>
                      <a:pt x="42" y="33"/>
                      <a:pt x="43" y="33"/>
                      <a:pt x="44" y="33"/>
                    </a:cubicBezTo>
                    <a:cubicBezTo>
                      <a:pt x="45" y="30"/>
                      <a:pt x="45" y="30"/>
                      <a:pt x="45" y="30"/>
                    </a:cubicBezTo>
                    <a:cubicBezTo>
                      <a:pt x="44" y="30"/>
                      <a:pt x="43" y="29"/>
                      <a:pt x="41" y="29"/>
                    </a:cubicBezTo>
                    <a:cubicBezTo>
                      <a:pt x="41" y="29"/>
                      <a:pt x="41" y="29"/>
                      <a:pt x="41" y="29"/>
                    </a:cubicBezTo>
                    <a:cubicBezTo>
                      <a:pt x="41" y="33"/>
                      <a:pt x="41" y="33"/>
                      <a:pt x="41" y="33"/>
                    </a:cubicBezTo>
                    <a:close/>
                    <a:moveTo>
                      <a:pt x="46" y="34"/>
                    </a:moveTo>
                    <a:cubicBezTo>
                      <a:pt x="46" y="34"/>
                      <a:pt x="47" y="35"/>
                      <a:pt x="48" y="36"/>
                    </a:cubicBezTo>
                    <a:cubicBezTo>
                      <a:pt x="51" y="33"/>
                      <a:pt x="51" y="33"/>
                      <a:pt x="51" y="33"/>
                    </a:cubicBezTo>
                    <a:cubicBezTo>
                      <a:pt x="49" y="32"/>
                      <a:pt x="48" y="31"/>
                      <a:pt x="47" y="31"/>
                    </a:cubicBezTo>
                    <a:cubicBezTo>
                      <a:pt x="46" y="34"/>
                      <a:pt x="46" y="34"/>
                      <a:pt x="46" y="34"/>
                    </a:cubicBezTo>
                    <a:close/>
                    <a:moveTo>
                      <a:pt x="49" y="37"/>
                    </a:moveTo>
                    <a:cubicBezTo>
                      <a:pt x="50" y="37"/>
                      <a:pt x="50" y="38"/>
                      <a:pt x="50" y="38"/>
                    </a:cubicBezTo>
                    <a:cubicBezTo>
                      <a:pt x="54" y="37"/>
                      <a:pt x="54" y="37"/>
                      <a:pt x="54" y="37"/>
                    </a:cubicBezTo>
                    <a:cubicBezTo>
                      <a:pt x="53" y="36"/>
                      <a:pt x="53" y="35"/>
                      <a:pt x="52" y="34"/>
                    </a:cubicBezTo>
                    <a:cubicBezTo>
                      <a:pt x="49" y="37"/>
                      <a:pt x="49" y="37"/>
                      <a:pt x="49" y="37"/>
                    </a:cubicBezTo>
                    <a:close/>
                    <a:moveTo>
                      <a:pt x="51" y="40"/>
                    </a:moveTo>
                    <a:cubicBezTo>
                      <a:pt x="51" y="40"/>
                      <a:pt x="52" y="41"/>
                      <a:pt x="52" y="42"/>
                    </a:cubicBezTo>
                    <a:cubicBezTo>
                      <a:pt x="55" y="42"/>
                      <a:pt x="55" y="42"/>
                      <a:pt x="55" y="42"/>
                    </a:cubicBezTo>
                    <a:cubicBezTo>
                      <a:pt x="55" y="40"/>
                      <a:pt x="55" y="40"/>
                      <a:pt x="55" y="40"/>
                    </a:cubicBezTo>
                    <a:cubicBezTo>
                      <a:pt x="55" y="40"/>
                      <a:pt x="55" y="40"/>
                      <a:pt x="55" y="40"/>
                    </a:cubicBezTo>
                    <a:cubicBezTo>
                      <a:pt x="55" y="40"/>
                      <a:pt x="55" y="39"/>
                      <a:pt x="55" y="39"/>
                    </a:cubicBezTo>
                    <a:cubicBezTo>
                      <a:pt x="51" y="40"/>
                      <a:pt x="51" y="40"/>
                      <a:pt x="51" y="40"/>
                    </a:cubicBezTo>
                    <a:close/>
                    <a:moveTo>
                      <a:pt x="51" y="43"/>
                    </a:moveTo>
                    <a:cubicBezTo>
                      <a:pt x="51" y="43"/>
                      <a:pt x="51" y="43"/>
                      <a:pt x="51" y="43"/>
                    </a:cubicBezTo>
                    <a:cubicBezTo>
                      <a:pt x="50" y="42"/>
                      <a:pt x="50" y="41"/>
                      <a:pt x="50" y="40"/>
                    </a:cubicBezTo>
                    <a:cubicBezTo>
                      <a:pt x="50" y="40"/>
                      <a:pt x="50" y="40"/>
                      <a:pt x="50" y="40"/>
                    </a:cubicBezTo>
                    <a:cubicBezTo>
                      <a:pt x="50" y="40"/>
                      <a:pt x="50" y="40"/>
                      <a:pt x="50" y="40"/>
                    </a:cubicBezTo>
                    <a:cubicBezTo>
                      <a:pt x="49" y="39"/>
                      <a:pt x="48" y="38"/>
                      <a:pt x="47" y="37"/>
                    </a:cubicBezTo>
                    <a:cubicBezTo>
                      <a:pt x="47" y="37"/>
                      <a:pt x="47" y="37"/>
                      <a:pt x="47" y="37"/>
                    </a:cubicBezTo>
                    <a:cubicBezTo>
                      <a:pt x="47" y="37"/>
                      <a:pt x="47" y="37"/>
                      <a:pt x="47" y="37"/>
                    </a:cubicBezTo>
                    <a:cubicBezTo>
                      <a:pt x="45" y="35"/>
                      <a:pt x="43" y="34"/>
                      <a:pt x="40" y="34"/>
                    </a:cubicBezTo>
                    <a:cubicBezTo>
                      <a:pt x="35" y="34"/>
                      <a:pt x="31" y="38"/>
                      <a:pt x="30" y="43"/>
                    </a:cubicBezTo>
                    <a:cubicBezTo>
                      <a:pt x="30" y="43"/>
                      <a:pt x="30" y="43"/>
                      <a:pt x="30" y="43"/>
                    </a:cubicBezTo>
                    <a:cubicBezTo>
                      <a:pt x="30" y="59"/>
                      <a:pt x="30" y="59"/>
                      <a:pt x="30" y="59"/>
                    </a:cubicBezTo>
                    <a:cubicBezTo>
                      <a:pt x="51" y="59"/>
                      <a:pt x="51" y="59"/>
                      <a:pt x="51" y="59"/>
                    </a:cubicBezTo>
                    <a:cubicBezTo>
                      <a:pt x="51" y="43"/>
                      <a:pt x="51" y="43"/>
                      <a:pt x="51" y="43"/>
                    </a:cubicBezTo>
                    <a:close/>
                    <a:moveTo>
                      <a:pt x="29" y="42"/>
                    </a:moveTo>
                    <a:cubicBezTo>
                      <a:pt x="29" y="41"/>
                      <a:pt x="29" y="40"/>
                      <a:pt x="30" y="40"/>
                    </a:cubicBezTo>
                    <a:cubicBezTo>
                      <a:pt x="26" y="39"/>
                      <a:pt x="26" y="39"/>
                      <a:pt x="26" y="39"/>
                    </a:cubicBezTo>
                    <a:cubicBezTo>
                      <a:pt x="26" y="39"/>
                      <a:pt x="26" y="40"/>
                      <a:pt x="25" y="40"/>
                    </a:cubicBezTo>
                    <a:cubicBezTo>
                      <a:pt x="25" y="40"/>
                      <a:pt x="25" y="40"/>
                      <a:pt x="25" y="40"/>
                    </a:cubicBezTo>
                    <a:cubicBezTo>
                      <a:pt x="25" y="41"/>
                      <a:pt x="25" y="41"/>
                      <a:pt x="25" y="41"/>
                    </a:cubicBezTo>
                    <a:cubicBezTo>
                      <a:pt x="25" y="41"/>
                      <a:pt x="25" y="41"/>
                      <a:pt x="25" y="41"/>
                    </a:cubicBezTo>
                    <a:cubicBezTo>
                      <a:pt x="25" y="42"/>
                      <a:pt x="25" y="42"/>
                      <a:pt x="25" y="42"/>
                    </a:cubicBezTo>
                    <a:cubicBezTo>
                      <a:pt x="29" y="42"/>
                      <a:pt x="29" y="42"/>
                      <a:pt x="29" y="42"/>
                    </a:cubicBezTo>
                    <a:close/>
                    <a:moveTo>
                      <a:pt x="30" y="38"/>
                    </a:moveTo>
                    <a:cubicBezTo>
                      <a:pt x="31" y="38"/>
                      <a:pt x="31" y="37"/>
                      <a:pt x="32" y="37"/>
                    </a:cubicBezTo>
                    <a:cubicBezTo>
                      <a:pt x="29" y="34"/>
                      <a:pt x="29" y="34"/>
                      <a:pt x="29" y="34"/>
                    </a:cubicBezTo>
                    <a:cubicBezTo>
                      <a:pt x="28" y="35"/>
                      <a:pt x="27" y="36"/>
                      <a:pt x="27" y="37"/>
                    </a:cubicBezTo>
                    <a:cubicBezTo>
                      <a:pt x="30" y="38"/>
                      <a:pt x="30" y="38"/>
                      <a:pt x="30" y="38"/>
                    </a:cubicBezTo>
                    <a:close/>
                    <a:moveTo>
                      <a:pt x="33" y="36"/>
                    </a:moveTo>
                    <a:cubicBezTo>
                      <a:pt x="33" y="35"/>
                      <a:pt x="34" y="34"/>
                      <a:pt x="35" y="34"/>
                    </a:cubicBezTo>
                    <a:cubicBezTo>
                      <a:pt x="34" y="31"/>
                      <a:pt x="34" y="31"/>
                      <a:pt x="34" y="31"/>
                    </a:cubicBezTo>
                    <a:cubicBezTo>
                      <a:pt x="32" y="31"/>
                      <a:pt x="31" y="32"/>
                      <a:pt x="30" y="33"/>
                    </a:cubicBezTo>
                    <a:cubicBezTo>
                      <a:pt x="33" y="36"/>
                      <a:pt x="33" y="36"/>
                      <a:pt x="33" y="36"/>
                    </a:cubicBezTo>
                    <a:close/>
                    <a:moveTo>
                      <a:pt x="36" y="33"/>
                    </a:moveTo>
                    <a:cubicBezTo>
                      <a:pt x="37" y="33"/>
                      <a:pt x="39" y="33"/>
                      <a:pt x="40" y="33"/>
                    </a:cubicBezTo>
                    <a:cubicBezTo>
                      <a:pt x="40" y="29"/>
                      <a:pt x="40" y="29"/>
                      <a:pt x="40" y="29"/>
                    </a:cubicBezTo>
                    <a:cubicBezTo>
                      <a:pt x="39" y="29"/>
                      <a:pt x="39" y="29"/>
                      <a:pt x="39" y="29"/>
                    </a:cubicBezTo>
                    <a:cubicBezTo>
                      <a:pt x="38" y="29"/>
                      <a:pt x="36" y="30"/>
                      <a:pt x="35" y="30"/>
                    </a:cubicBezTo>
                    <a:cubicBezTo>
                      <a:pt x="36" y="33"/>
                      <a:pt x="36" y="33"/>
                      <a:pt x="36" y="33"/>
                    </a:cubicBezTo>
                    <a:close/>
                    <a:moveTo>
                      <a:pt x="47" y="29"/>
                    </a:moveTo>
                    <a:cubicBezTo>
                      <a:pt x="50" y="30"/>
                      <a:pt x="52" y="32"/>
                      <a:pt x="54" y="34"/>
                    </a:cubicBezTo>
                    <a:cubicBezTo>
                      <a:pt x="54" y="29"/>
                      <a:pt x="54" y="29"/>
                      <a:pt x="54" y="29"/>
                    </a:cubicBezTo>
                    <a:cubicBezTo>
                      <a:pt x="47" y="29"/>
                      <a:pt x="47" y="29"/>
                      <a:pt x="47" y="29"/>
                    </a:cubicBezTo>
                    <a:close/>
                    <a:moveTo>
                      <a:pt x="55" y="35"/>
                    </a:moveTo>
                    <a:cubicBezTo>
                      <a:pt x="55" y="36"/>
                      <a:pt x="55" y="36"/>
                      <a:pt x="55" y="36"/>
                    </a:cubicBezTo>
                    <a:cubicBezTo>
                      <a:pt x="55" y="35"/>
                      <a:pt x="55" y="35"/>
                      <a:pt x="55" y="35"/>
                    </a:cubicBezTo>
                    <a:cubicBezTo>
                      <a:pt x="55" y="35"/>
                      <a:pt x="55" y="35"/>
                      <a:pt x="55" y="35"/>
                    </a:cubicBezTo>
                    <a:close/>
                    <a:moveTo>
                      <a:pt x="55" y="36"/>
                    </a:moveTo>
                    <a:cubicBezTo>
                      <a:pt x="56" y="37"/>
                      <a:pt x="56" y="38"/>
                      <a:pt x="57" y="39"/>
                    </a:cubicBezTo>
                    <a:cubicBezTo>
                      <a:pt x="60" y="39"/>
                      <a:pt x="60" y="39"/>
                      <a:pt x="60" y="39"/>
                    </a:cubicBezTo>
                    <a:cubicBezTo>
                      <a:pt x="60" y="36"/>
                      <a:pt x="60" y="36"/>
                      <a:pt x="60" y="36"/>
                    </a:cubicBezTo>
                    <a:cubicBezTo>
                      <a:pt x="55" y="36"/>
                      <a:pt x="55" y="36"/>
                      <a:pt x="55" y="36"/>
                    </a:cubicBezTo>
                    <a:close/>
                    <a:moveTo>
                      <a:pt x="24" y="39"/>
                    </a:moveTo>
                    <a:cubicBezTo>
                      <a:pt x="24" y="38"/>
                      <a:pt x="25" y="37"/>
                      <a:pt x="26" y="36"/>
                    </a:cubicBezTo>
                    <a:cubicBezTo>
                      <a:pt x="21" y="36"/>
                      <a:pt x="21" y="36"/>
                      <a:pt x="21" y="36"/>
                    </a:cubicBezTo>
                    <a:cubicBezTo>
                      <a:pt x="21" y="39"/>
                      <a:pt x="21" y="39"/>
                      <a:pt x="21" y="39"/>
                    </a:cubicBezTo>
                    <a:cubicBezTo>
                      <a:pt x="24" y="39"/>
                      <a:pt x="24" y="39"/>
                      <a:pt x="24" y="39"/>
                    </a:cubicBezTo>
                    <a:close/>
                    <a:moveTo>
                      <a:pt x="26" y="35"/>
                    </a:moveTo>
                    <a:cubicBezTo>
                      <a:pt x="26" y="35"/>
                      <a:pt x="26" y="35"/>
                      <a:pt x="26" y="35"/>
                    </a:cubicBezTo>
                    <a:cubicBezTo>
                      <a:pt x="26" y="35"/>
                      <a:pt x="26" y="35"/>
                      <a:pt x="26" y="35"/>
                    </a:cubicBezTo>
                    <a:cubicBezTo>
                      <a:pt x="26" y="35"/>
                      <a:pt x="26" y="35"/>
                      <a:pt x="26" y="35"/>
                    </a:cubicBezTo>
                    <a:close/>
                    <a:moveTo>
                      <a:pt x="27" y="34"/>
                    </a:moveTo>
                    <a:cubicBezTo>
                      <a:pt x="29" y="32"/>
                      <a:pt x="31" y="30"/>
                      <a:pt x="33" y="29"/>
                    </a:cubicBezTo>
                    <a:cubicBezTo>
                      <a:pt x="27" y="29"/>
                      <a:pt x="27" y="29"/>
                      <a:pt x="27" y="29"/>
                    </a:cubicBezTo>
                    <a:cubicBezTo>
                      <a:pt x="27" y="34"/>
                      <a:pt x="27" y="34"/>
                      <a:pt x="27" y="34"/>
                    </a:cubicBezTo>
                    <a:close/>
                    <a:moveTo>
                      <a:pt x="55" y="43"/>
                    </a:moveTo>
                    <a:cubicBezTo>
                      <a:pt x="52" y="43"/>
                      <a:pt x="52" y="43"/>
                      <a:pt x="52" y="43"/>
                    </a:cubicBezTo>
                    <a:cubicBezTo>
                      <a:pt x="52" y="46"/>
                      <a:pt x="52" y="46"/>
                      <a:pt x="52" y="46"/>
                    </a:cubicBezTo>
                    <a:cubicBezTo>
                      <a:pt x="55" y="46"/>
                      <a:pt x="55" y="46"/>
                      <a:pt x="55" y="46"/>
                    </a:cubicBezTo>
                    <a:cubicBezTo>
                      <a:pt x="55" y="43"/>
                      <a:pt x="55" y="43"/>
                      <a:pt x="55" y="43"/>
                    </a:cubicBezTo>
                    <a:close/>
                    <a:moveTo>
                      <a:pt x="55" y="48"/>
                    </a:moveTo>
                    <a:cubicBezTo>
                      <a:pt x="52" y="48"/>
                      <a:pt x="52" y="48"/>
                      <a:pt x="52" y="48"/>
                    </a:cubicBezTo>
                    <a:cubicBezTo>
                      <a:pt x="52" y="50"/>
                      <a:pt x="52" y="50"/>
                      <a:pt x="52" y="50"/>
                    </a:cubicBezTo>
                    <a:cubicBezTo>
                      <a:pt x="55" y="50"/>
                      <a:pt x="55" y="50"/>
                      <a:pt x="55" y="50"/>
                    </a:cubicBezTo>
                    <a:cubicBezTo>
                      <a:pt x="55" y="48"/>
                      <a:pt x="55" y="48"/>
                      <a:pt x="55" y="48"/>
                    </a:cubicBezTo>
                    <a:close/>
                    <a:moveTo>
                      <a:pt x="55" y="52"/>
                    </a:moveTo>
                    <a:cubicBezTo>
                      <a:pt x="52" y="52"/>
                      <a:pt x="52" y="52"/>
                      <a:pt x="52" y="52"/>
                    </a:cubicBezTo>
                    <a:cubicBezTo>
                      <a:pt x="52" y="55"/>
                      <a:pt x="52" y="55"/>
                      <a:pt x="52" y="55"/>
                    </a:cubicBezTo>
                    <a:cubicBezTo>
                      <a:pt x="55" y="55"/>
                      <a:pt x="55" y="55"/>
                      <a:pt x="55" y="55"/>
                    </a:cubicBezTo>
                    <a:cubicBezTo>
                      <a:pt x="55" y="52"/>
                      <a:pt x="55" y="52"/>
                      <a:pt x="55" y="52"/>
                    </a:cubicBezTo>
                    <a:close/>
                    <a:moveTo>
                      <a:pt x="55" y="56"/>
                    </a:moveTo>
                    <a:cubicBezTo>
                      <a:pt x="52" y="56"/>
                      <a:pt x="52" y="56"/>
                      <a:pt x="52" y="56"/>
                    </a:cubicBezTo>
                    <a:cubicBezTo>
                      <a:pt x="52" y="59"/>
                      <a:pt x="52" y="59"/>
                      <a:pt x="52" y="59"/>
                    </a:cubicBezTo>
                    <a:cubicBezTo>
                      <a:pt x="55" y="59"/>
                      <a:pt x="55" y="59"/>
                      <a:pt x="55" y="59"/>
                    </a:cubicBezTo>
                    <a:cubicBezTo>
                      <a:pt x="55" y="56"/>
                      <a:pt x="55" y="56"/>
                      <a:pt x="55" y="56"/>
                    </a:cubicBezTo>
                    <a:close/>
                    <a:moveTo>
                      <a:pt x="29" y="43"/>
                    </a:moveTo>
                    <a:cubicBezTo>
                      <a:pt x="25" y="43"/>
                      <a:pt x="25" y="43"/>
                      <a:pt x="25" y="43"/>
                    </a:cubicBezTo>
                    <a:cubicBezTo>
                      <a:pt x="25" y="45"/>
                      <a:pt x="25" y="45"/>
                      <a:pt x="25" y="45"/>
                    </a:cubicBezTo>
                    <a:cubicBezTo>
                      <a:pt x="25" y="45"/>
                      <a:pt x="25" y="45"/>
                      <a:pt x="25" y="45"/>
                    </a:cubicBezTo>
                    <a:cubicBezTo>
                      <a:pt x="25" y="46"/>
                      <a:pt x="25" y="46"/>
                      <a:pt x="25" y="46"/>
                    </a:cubicBezTo>
                    <a:cubicBezTo>
                      <a:pt x="29" y="46"/>
                      <a:pt x="29" y="46"/>
                      <a:pt x="29" y="46"/>
                    </a:cubicBezTo>
                    <a:cubicBezTo>
                      <a:pt x="29" y="43"/>
                      <a:pt x="29" y="43"/>
                      <a:pt x="29" y="43"/>
                    </a:cubicBezTo>
                    <a:close/>
                    <a:moveTo>
                      <a:pt x="29" y="48"/>
                    </a:moveTo>
                    <a:cubicBezTo>
                      <a:pt x="25" y="48"/>
                      <a:pt x="25" y="48"/>
                      <a:pt x="25" y="48"/>
                    </a:cubicBezTo>
                    <a:cubicBezTo>
                      <a:pt x="25" y="50"/>
                      <a:pt x="25" y="50"/>
                      <a:pt x="25" y="50"/>
                    </a:cubicBezTo>
                    <a:cubicBezTo>
                      <a:pt x="29" y="50"/>
                      <a:pt x="29" y="50"/>
                      <a:pt x="29" y="50"/>
                    </a:cubicBezTo>
                    <a:cubicBezTo>
                      <a:pt x="29" y="48"/>
                      <a:pt x="29" y="48"/>
                      <a:pt x="29" y="48"/>
                    </a:cubicBezTo>
                    <a:close/>
                    <a:moveTo>
                      <a:pt x="29" y="52"/>
                    </a:moveTo>
                    <a:cubicBezTo>
                      <a:pt x="25" y="52"/>
                      <a:pt x="25" y="52"/>
                      <a:pt x="25" y="52"/>
                    </a:cubicBezTo>
                    <a:cubicBezTo>
                      <a:pt x="25" y="53"/>
                      <a:pt x="25" y="53"/>
                      <a:pt x="25" y="53"/>
                    </a:cubicBezTo>
                    <a:cubicBezTo>
                      <a:pt x="25" y="53"/>
                      <a:pt x="25" y="53"/>
                      <a:pt x="25" y="53"/>
                    </a:cubicBezTo>
                    <a:cubicBezTo>
                      <a:pt x="25" y="55"/>
                      <a:pt x="25" y="55"/>
                      <a:pt x="25" y="55"/>
                    </a:cubicBezTo>
                    <a:cubicBezTo>
                      <a:pt x="29" y="55"/>
                      <a:pt x="29" y="55"/>
                      <a:pt x="29" y="55"/>
                    </a:cubicBezTo>
                    <a:cubicBezTo>
                      <a:pt x="29" y="52"/>
                      <a:pt x="29" y="52"/>
                      <a:pt x="29" y="52"/>
                    </a:cubicBezTo>
                    <a:close/>
                    <a:moveTo>
                      <a:pt x="29" y="56"/>
                    </a:moveTo>
                    <a:cubicBezTo>
                      <a:pt x="25" y="56"/>
                      <a:pt x="25" y="56"/>
                      <a:pt x="25" y="56"/>
                    </a:cubicBezTo>
                    <a:cubicBezTo>
                      <a:pt x="25" y="59"/>
                      <a:pt x="25" y="59"/>
                      <a:pt x="25" y="59"/>
                    </a:cubicBezTo>
                    <a:cubicBezTo>
                      <a:pt x="29" y="59"/>
                      <a:pt x="29" y="59"/>
                      <a:pt x="29" y="59"/>
                    </a:cubicBezTo>
                    <a:cubicBezTo>
                      <a:pt x="29" y="56"/>
                      <a:pt x="29" y="56"/>
                      <a:pt x="29" y="56"/>
                    </a:cubicBezTo>
                    <a:close/>
                    <a:moveTo>
                      <a:pt x="20" y="46"/>
                    </a:moveTo>
                    <a:cubicBezTo>
                      <a:pt x="20" y="52"/>
                      <a:pt x="20" y="52"/>
                      <a:pt x="20" y="52"/>
                    </a:cubicBezTo>
                    <a:cubicBezTo>
                      <a:pt x="24" y="52"/>
                      <a:pt x="24" y="52"/>
                      <a:pt x="24" y="52"/>
                    </a:cubicBezTo>
                    <a:cubicBezTo>
                      <a:pt x="24" y="46"/>
                      <a:pt x="24" y="46"/>
                      <a:pt x="24" y="46"/>
                    </a:cubicBezTo>
                    <a:cubicBezTo>
                      <a:pt x="20" y="46"/>
                      <a:pt x="20" y="46"/>
                      <a:pt x="20" y="46"/>
                    </a:cubicBezTo>
                    <a:close/>
                    <a:moveTo>
                      <a:pt x="18" y="52"/>
                    </a:moveTo>
                    <a:cubicBezTo>
                      <a:pt x="18" y="46"/>
                      <a:pt x="18" y="46"/>
                      <a:pt x="18" y="46"/>
                    </a:cubicBezTo>
                    <a:cubicBezTo>
                      <a:pt x="13" y="46"/>
                      <a:pt x="13" y="46"/>
                      <a:pt x="13" y="46"/>
                    </a:cubicBezTo>
                    <a:cubicBezTo>
                      <a:pt x="13" y="52"/>
                      <a:pt x="13" y="52"/>
                      <a:pt x="13" y="52"/>
                    </a:cubicBezTo>
                    <a:cubicBezTo>
                      <a:pt x="18" y="52"/>
                      <a:pt x="18" y="52"/>
                      <a:pt x="18" y="52"/>
                    </a:cubicBezTo>
                    <a:close/>
                    <a:moveTo>
                      <a:pt x="17" y="53"/>
                    </a:moveTo>
                    <a:cubicBezTo>
                      <a:pt x="17" y="59"/>
                      <a:pt x="17" y="59"/>
                      <a:pt x="17" y="59"/>
                    </a:cubicBezTo>
                    <a:cubicBezTo>
                      <a:pt x="24" y="59"/>
                      <a:pt x="24" y="59"/>
                      <a:pt x="24" y="59"/>
                    </a:cubicBezTo>
                    <a:cubicBezTo>
                      <a:pt x="24" y="53"/>
                      <a:pt x="24" y="53"/>
                      <a:pt x="24" y="53"/>
                    </a:cubicBezTo>
                    <a:cubicBezTo>
                      <a:pt x="17" y="53"/>
                      <a:pt x="17" y="53"/>
                      <a:pt x="17" y="53"/>
                    </a:cubicBezTo>
                    <a:close/>
                    <a:moveTo>
                      <a:pt x="16" y="59"/>
                    </a:moveTo>
                    <a:cubicBezTo>
                      <a:pt x="16" y="53"/>
                      <a:pt x="16" y="53"/>
                      <a:pt x="16" y="53"/>
                    </a:cubicBezTo>
                    <a:cubicBezTo>
                      <a:pt x="13" y="53"/>
                      <a:pt x="13" y="53"/>
                      <a:pt x="13" y="53"/>
                    </a:cubicBezTo>
                    <a:cubicBezTo>
                      <a:pt x="13" y="59"/>
                      <a:pt x="13" y="59"/>
                      <a:pt x="13" y="59"/>
                    </a:cubicBezTo>
                    <a:cubicBezTo>
                      <a:pt x="16" y="59"/>
                      <a:pt x="16" y="59"/>
                      <a:pt x="16" y="59"/>
                    </a:cubicBezTo>
                    <a:close/>
                    <a:moveTo>
                      <a:pt x="17" y="41"/>
                    </a:moveTo>
                    <a:cubicBezTo>
                      <a:pt x="17" y="45"/>
                      <a:pt x="17" y="45"/>
                      <a:pt x="17" y="45"/>
                    </a:cubicBezTo>
                    <a:cubicBezTo>
                      <a:pt x="24" y="45"/>
                      <a:pt x="24" y="45"/>
                      <a:pt x="24" y="45"/>
                    </a:cubicBezTo>
                    <a:cubicBezTo>
                      <a:pt x="24" y="41"/>
                      <a:pt x="24" y="41"/>
                      <a:pt x="24" y="41"/>
                    </a:cubicBezTo>
                    <a:cubicBezTo>
                      <a:pt x="17" y="41"/>
                      <a:pt x="17" y="41"/>
                      <a:pt x="17" y="41"/>
                    </a:cubicBezTo>
                    <a:close/>
                    <a:moveTo>
                      <a:pt x="16" y="45"/>
                    </a:moveTo>
                    <a:cubicBezTo>
                      <a:pt x="16" y="41"/>
                      <a:pt x="16" y="41"/>
                      <a:pt x="16" y="41"/>
                    </a:cubicBezTo>
                    <a:cubicBezTo>
                      <a:pt x="13" y="41"/>
                      <a:pt x="13" y="41"/>
                      <a:pt x="13" y="41"/>
                    </a:cubicBezTo>
                    <a:cubicBezTo>
                      <a:pt x="13" y="45"/>
                      <a:pt x="13" y="45"/>
                      <a:pt x="13" y="45"/>
                    </a:cubicBezTo>
                    <a:cubicBezTo>
                      <a:pt x="16" y="45"/>
                      <a:pt x="16" y="45"/>
                      <a:pt x="16" y="45"/>
                    </a:cubicBezTo>
                    <a:close/>
                    <a:moveTo>
                      <a:pt x="19" y="39"/>
                    </a:moveTo>
                    <a:cubicBezTo>
                      <a:pt x="19" y="36"/>
                      <a:pt x="19" y="36"/>
                      <a:pt x="19" y="36"/>
                    </a:cubicBezTo>
                    <a:cubicBezTo>
                      <a:pt x="13" y="36"/>
                      <a:pt x="13" y="36"/>
                      <a:pt x="13" y="36"/>
                    </a:cubicBezTo>
                    <a:cubicBezTo>
                      <a:pt x="13" y="39"/>
                      <a:pt x="13" y="39"/>
                      <a:pt x="13" y="39"/>
                    </a:cubicBezTo>
                    <a:cubicBezTo>
                      <a:pt x="19" y="39"/>
                      <a:pt x="19" y="39"/>
                      <a:pt x="19" y="39"/>
                    </a:cubicBezTo>
                    <a:close/>
                    <a:moveTo>
                      <a:pt x="25" y="35"/>
                    </a:moveTo>
                    <a:cubicBezTo>
                      <a:pt x="25" y="29"/>
                      <a:pt x="25" y="29"/>
                      <a:pt x="25" y="29"/>
                    </a:cubicBezTo>
                    <a:cubicBezTo>
                      <a:pt x="17" y="29"/>
                      <a:pt x="17" y="29"/>
                      <a:pt x="17" y="29"/>
                    </a:cubicBezTo>
                    <a:cubicBezTo>
                      <a:pt x="17" y="35"/>
                      <a:pt x="17" y="35"/>
                      <a:pt x="17" y="35"/>
                    </a:cubicBezTo>
                    <a:cubicBezTo>
                      <a:pt x="25" y="35"/>
                      <a:pt x="25" y="35"/>
                      <a:pt x="25" y="35"/>
                    </a:cubicBezTo>
                    <a:close/>
                    <a:moveTo>
                      <a:pt x="16" y="35"/>
                    </a:moveTo>
                    <a:cubicBezTo>
                      <a:pt x="16" y="29"/>
                      <a:pt x="16" y="29"/>
                      <a:pt x="16" y="29"/>
                    </a:cubicBezTo>
                    <a:cubicBezTo>
                      <a:pt x="8" y="29"/>
                      <a:pt x="8" y="29"/>
                      <a:pt x="8" y="29"/>
                    </a:cubicBezTo>
                    <a:cubicBezTo>
                      <a:pt x="8" y="35"/>
                      <a:pt x="8" y="35"/>
                      <a:pt x="8" y="35"/>
                    </a:cubicBezTo>
                    <a:cubicBezTo>
                      <a:pt x="16" y="35"/>
                      <a:pt x="16" y="35"/>
                      <a:pt x="16" y="35"/>
                    </a:cubicBezTo>
                    <a:close/>
                    <a:moveTo>
                      <a:pt x="6" y="35"/>
                    </a:moveTo>
                    <a:cubicBezTo>
                      <a:pt x="6" y="29"/>
                      <a:pt x="6" y="29"/>
                      <a:pt x="6" y="29"/>
                    </a:cubicBezTo>
                    <a:cubicBezTo>
                      <a:pt x="2" y="29"/>
                      <a:pt x="2" y="29"/>
                      <a:pt x="2" y="29"/>
                    </a:cubicBezTo>
                    <a:cubicBezTo>
                      <a:pt x="2" y="35"/>
                      <a:pt x="2" y="35"/>
                      <a:pt x="2" y="35"/>
                    </a:cubicBezTo>
                    <a:cubicBezTo>
                      <a:pt x="6" y="35"/>
                      <a:pt x="6" y="35"/>
                      <a:pt x="6" y="35"/>
                    </a:cubicBezTo>
                    <a:close/>
                    <a:moveTo>
                      <a:pt x="79" y="29"/>
                    </a:moveTo>
                    <a:cubicBezTo>
                      <a:pt x="74" y="29"/>
                      <a:pt x="74" y="29"/>
                      <a:pt x="74" y="29"/>
                    </a:cubicBezTo>
                    <a:cubicBezTo>
                      <a:pt x="74" y="35"/>
                      <a:pt x="74" y="35"/>
                      <a:pt x="74" y="35"/>
                    </a:cubicBezTo>
                    <a:cubicBezTo>
                      <a:pt x="79" y="35"/>
                      <a:pt x="79" y="35"/>
                      <a:pt x="79" y="35"/>
                    </a:cubicBezTo>
                    <a:cubicBezTo>
                      <a:pt x="79" y="29"/>
                      <a:pt x="79" y="29"/>
                      <a:pt x="79" y="29"/>
                    </a:cubicBezTo>
                    <a:close/>
                    <a:moveTo>
                      <a:pt x="73" y="29"/>
                    </a:moveTo>
                    <a:cubicBezTo>
                      <a:pt x="65" y="29"/>
                      <a:pt x="65" y="29"/>
                      <a:pt x="65" y="29"/>
                    </a:cubicBezTo>
                    <a:cubicBezTo>
                      <a:pt x="65" y="35"/>
                      <a:pt x="65" y="35"/>
                      <a:pt x="65" y="35"/>
                    </a:cubicBezTo>
                    <a:cubicBezTo>
                      <a:pt x="73" y="35"/>
                      <a:pt x="73" y="35"/>
                      <a:pt x="73" y="35"/>
                    </a:cubicBezTo>
                    <a:cubicBezTo>
                      <a:pt x="73" y="29"/>
                      <a:pt x="73" y="29"/>
                      <a:pt x="73" y="29"/>
                    </a:cubicBezTo>
                    <a:close/>
                    <a:moveTo>
                      <a:pt x="64" y="29"/>
                    </a:moveTo>
                    <a:cubicBezTo>
                      <a:pt x="55" y="29"/>
                      <a:pt x="55" y="29"/>
                      <a:pt x="55" y="29"/>
                    </a:cubicBezTo>
                    <a:cubicBezTo>
                      <a:pt x="55" y="35"/>
                      <a:pt x="55" y="35"/>
                      <a:pt x="55" y="35"/>
                    </a:cubicBezTo>
                    <a:cubicBezTo>
                      <a:pt x="64" y="35"/>
                      <a:pt x="64" y="35"/>
                      <a:pt x="64" y="35"/>
                    </a:cubicBezTo>
                    <a:cubicBezTo>
                      <a:pt x="64" y="29"/>
                      <a:pt x="64" y="29"/>
                      <a:pt x="64" y="29"/>
                    </a:cubicBezTo>
                    <a:close/>
                    <a:moveTo>
                      <a:pt x="2" y="28"/>
                    </a:moveTo>
                    <a:cubicBezTo>
                      <a:pt x="5" y="28"/>
                      <a:pt x="5" y="28"/>
                      <a:pt x="5" y="28"/>
                    </a:cubicBezTo>
                    <a:cubicBezTo>
                      <a:pt x="5" y="24"/>
                      <a:pt x="5" y="24"/>
                      <a:pt x="5" y="24"/>
                    </a:cubicBezTo>
                    <a:cubicBezTo>
                      <a:pt x="2" y="24"/>
                      <a:pt x="2" y="24"/>
                      <a:pt x="2" y="24"/>
                    </a:cubicBezTo>
                    <a:cubicBezTo>
                      <a:pt x="2" y="28"/>
                      <a:pt x="2" y="28"/>
                      <a:pt x="2" y="28"/>
                    </a:cubicBezTo>
                    <a:close/>
                    <a:moveTo>
                      <a:pt x="6" y="28"/>
                    </a:moveTo>
                    <a:cubicBezTo>
                      <a:pt x="12" y="28"/>
                      <a:pt x="12" y="28"/>
                      <a:pt x="12" y="28"/>
                    </a:cubicBezTo>
                    <a:cubicBezTo>
                      <a:pt x="12" y="24"/>
                      <a:pt x="12" y="24"/>
                      <a:pt x="12" y="24"/>
                    </a:cubicBezTo>
                    <a:cubicBezTo>
                      <a:pt x="6" y="24"/>
                      <a:pt x="6" y="24"/>
                      <a:pt x="6" y="24"/>
                    </a:cubicBezTo>
                    <a:cubicBezTo>
                      <a:pt x="6" y="28"/>
                      <a:pt x="6" y="28"/>
                      <a:pt x="6" y="28"/>
                    </a:cubicBezTo>
                    <a:close/>
                    <a:moveTo>
                      <a:pt x="13" y="28"/>
                    </a:moveTo>
                    <a:cubicBezTo>
                      <a:pt x="18" y="28"/>
                      <a:pt x="18" y="28"/>
                      <a:pt x="18" y="28"/>
                    </a:cubicBezTo>
                    <a:cubicBezTo>
                      <a:pt x="18" y="24"/>
                      <a:pt x="18" y="24"/>
                      <a:pt x="18" y="24"/>
                    </a:cubicBezTo>
                    <a:cubicBezTo>
                      <a:pt x="13" y="24"/>
                      <a:pt x="13" y="24"/>
                      <a:pt x="13" y="24"/>
                    </a:cubicBezTo>
                    <a:cubicBezTo>
                      <a:pt x="13" y="28"/>
                      <a:pt x="13" y="28"/>
                      <a:pt x="13" y="28"/>
                    </a:cubicBezTo>
                    <a:close/>
                    <a:moveTo>
                      <a:pt x="20" y="28"/>
                    </a:moveTo>
                    <a:cubicBezTo>
                      <a:pt x="30" y="28"/>
                      <a:pt x="30" y="28"/>
                      <a:pt x="30" y="28"/>
                    </a:cubicBezTo>
                    <a:cubicBezTo>
                      <a:pt x="30" y="24"/>
                      <a:pt x="30" y="24"/>
                      <a:pt x="30" y="24"/>
                    </a:cubicBezTo>
                    <a:cubicBezTo>
                      <a:pt x="20" y="24"/>
                      <a:pt x="20" y="24"/>
                      <a:pt x="20" y="24"/>
                    </a:cubicBezTo>
                    <a:cubicBezTo>
                      <a:pt x="20" y="28"/>
                      <a:pt x="20" y="28"/>
                      <a:pt x="20" y="28"/>
                    </a:cubicBezTo>
                    <a:close/>
                    <a:moveTo>
                      <a:pt x="31" y="28"/>
                    </a:moveTo>
                    <a:cubicBezTo>
                      <a:pt x="40" y="28"/>
                      <a:pt x="40" y="28"/>
                      <a:pt x="40" y="28"/>
                    </a:cubicBezTo>
                    <a:cubicBezTo>
                      <a:pt x="40" y="24"/>
                      <a:pt x="40" y="24"/>
                      <a:pt x="40" y="24"/>
                    </a:cubicBezTo>
                    <a:cubicBezTo>
                      <a:pt x="31" y="24"/>
                      <a:pt x="31" y="24"/>
                      <a:pt x="31" y="24"/>
                    </a:cubicBezTo>
                    <a:cubicBezTo>
                      <a:pt x="31" y="28"/>
                      <a:pt x="31" y="28"/>
                      <a:pt x="31" y="28"/>
                    </a:cubicBezTo>
                    <a:close/>
                    <a:moveTo>
                      <a:pt x="41" y="28"/>
                    </a:moveTo>
                    <a:cubicBezTo>
                      <a:pt x="50" y="28"/>
                      <a:pt x="50" y="28"/>
                      <a:pt x="50" y="28"/>
                    </a:cubicBezTo>
                    <a:cubicBezTo>
                      <a:pt x="50" y="24"/>
                      <a:pt x="50" y="24"/>
                      <a:pt x="50" y="24"/>
                    </a:cubicBezTo>
                    <a:cubicBezTo>
                      <a:pt x="41" y="24"/>
                      <a:pt x="41" y="24"/>
                      <a:pt x="41" y="24"/>
                    </a:cubicBezTo>
                    <a:cubicBezTo>
                      <a:pt x="41" y="28"/>
                      <a:pt x="41" y="28"/>
                      <a:pt x="41" y="28"/>
                    </a:cubicBezTo>
                    <a:close/>
                    <a:moveTo>
                      <a:pt x="51" y="28"/>
                    </a:moveTo>
                    <a:cubicBezTo>
                      <a:pt x="61" y="28"/>
                      <a:pt x="61" y="28"/>
                      <a:pt x="61" y="28"/>
                    </a:cubicBezTo>
                    <a:cubicBezTo>
                      <a:pt x="61" y="24"/>
                      <a:pt x="61" y="24"/>
                      <a:pt x="61" y="24"/>
                    </a:cubicBezTo>
                    <a:cubicBezTo>
                      <a:pt x="51" y="24"/>
                      <a:pt x="51" y="24"/>
                      <a:pt x="51" y="24"/>
                    </a:cubicBezTo>
                    <a:cubicBezTo>
                      <a:pt x="51" y="28"/>
                      <a:pt x="51" y="28"/>
                      <a:pt x="51" y="28"/>
                    </a:cubicBezTo>
                    <a:close/>
                    <a:moveTo>
                      <a:pt x="63" y="28"/>
                    </a:moveTo>
                    <a:cubicBezTo>
                      <a:pt x="67" y="28"/>
                      <a:pt x="67" y="28"/>
                      <a:pt x="67" y="28"/>
                    </a:cubicBezTo>
                    <a:cubicBezTo>
                      <a:pt x="67" y="24"/>
                      <a:pt x="67" y="24"/>
                      <a:pt x="67" y="24"/>
                    </a:cubicBezTo>
                    <a:cubicBezTo>
                      <a:pt x="63" y="24"/>
                      <a:pt x="63" y="24"/>
                      <a:pt x="63" y="24"/>
                    </a:cubicBezTo>
                    <a:cubicBezTo>
                      <a:pt x="63" y="28"/>
                      <a:pt x="63" y="28"/>
                      <a:pt x="63" y="28"/>
                    </a:cubicBezTo>
                    <a:close/>
                    <a:moveTo>
                      <a:pt x="69" y="28"/>
                    </a:moveTo>
                    <a:cubicBezTo>
                      <a:pt x="74" y="28"/>
                      <a:pt x="74" y="28"/>
                      <a:pt x="74" y="28"/>
                    </a:cubicBezTo>
                    <a:cubicBezTo>
                      <a:pt x="74" y="24"/>
                      <a:pt x="74" y="24"/>
                      <a:pt x="74" y="24"/>
                    </a:cubicBezTo>
                    <a:cubicBezTo>
                      <a:pt x="69" y="24"/>
                      <a:pt x="69" y="24"/>
                      <a:pt x="69" y="24"/>
                    </a:cubicBezTo>
                    <a:cubicBezTo>
                      <a:pt x="69" y="28"/>
                      <a:pt x="69" y="28"/>
                      <a:pt x="69" y="28"/>
                    </a:cubicBezTo>
                    <a:close/>
                    <a:moveTo>
                      <a:pt x="76" y="28"/>
                    </a:moveTo>
                    <a:cubicBezTo>
                      <a:pt x="79" y="28"/>
                      <a:pt x="79" y="28"/>
                      <a:pt x="79" y="28"/>
                    </a:cubicBezTo>
                    <a:cubicBezTo>
                      <a:pt x="79" y="24"/>
                      <a:pt x="79" y="24"/>
                      <a:pt x="79" y="24"/>
                    </a:cubicBezTo>
                    <a:cubicBezTo>
                      <a:pt x="76" y="24"/>
                      <a:pt x="76" y="24"/>
                      <a:pt x="76" y="24"/>
                    </a:cubicBezTo>
                    <a:cubicBezTo>
                      <a:pt x="76" y="28"/>
                      <a:pt x="76" y="28"/>
                      <a:pt x="76" y="28"/>
                    </a:cubicBezTo>
                    <a:close/>
                    <a:moveTo>
                      <a:pt x="79" y="36"/>
                    </a:moveTo>
                    <a:cubicBezTo>
                      <a:pt x="69" y="36"/>
                      <a:pt x="69" y="36"/>
                      <a:pt x="69" y="36"/>
                    </a:cubicBezTo>
                    <a:cubicBezTo>
                      <a:pt x="69" y="59"/>
                      <a:pt x="69" y="59"/>
                      <a:pt x="69" y="59"/>
                    </a:cubicBezTo>
                    <a:cubicBezTo>
                      <a:pt x="69" y="60"/>
                      <a:pt x="69" y="60"/>
                      <a:pt x="69" y="60"/>
                    </a:cubicBezTo>
                    <a:cubicBezTo>
                      <a:pt x="69" y="60"/>
                      <a:pt x="69" y="60"/>
                      <a:pt x="69" y="60"/>
                    </a:cubicBezTo>
                    <a:cubicBezTo>
                      <a:pt x="68" y="60"/>
                      <a:pt x="68" y="60"/>
                      <a:pt x="68" y="60"/>
                    </a:cubicBezTo>
                    <a:cubicBezTo>
                      <a:pt x="68" y="60"/>
                      <a:pt x="68" y="60"/>
                      <a:pt x="68" y="60"/>
                    </a:cubicBezTo>
                    <a:cubicBezTo>
                      <a:pt x="57" y="60"/>
                      <a:pt x="57" y="60"/>
                      <a:pt x="57" y="60"/>
                    </a:cubicBezTo>
                    <a:cubicBezTo>
                      <a:pt x="57" y="60"/>
                      <a:pt x="57" y="60"/>
                      <a:pt x="57" y="60"/>
                    </a:cubicBezTo>
                    <a:cubicBezTo>
                      <a:pt x="55" y="60"/>
                      <a:pt x="55" y="60"/>
                      <a:pt x="55" y="60"/>
                    </a:cubicBezTo>
                    <a:cubicBezTo>
                      <a:pt x="55" y="60"/>
                      <a:pt x="55" y="60"/>
                      <a:pt x="55" y="60"/>
                    </a:cubicBezTo>
                    <a:cubicBezTo>
                      <a:pt x="52" y="60"/>
                      <a:pt x="52" y="60"/>
                      <a:pt x="52" y="60"/>
                    </a:cubicBezTo>
                    <a:cubicBezTo>
                      <a:pt x="52" y="60"/>
                      <a:pt x="52" y="60"/>
                      <a:pt x="52" y="60"/>
                    </a:cubicBezTo>
                    <a:cubicBezTo>
                      <a:pt x="51" y="60"/>
                      <a:pt x="51" y="60"/>
                      <a:pt x="51" y="60"/>
                    </a:cubicBezTo>
                    <a:cubicBezTo>
                      <a:pt x="51" y="60"/>
                      <a:pt x="51" y="60"/>
                      <a:pt x="51" y="60"/>
                    </a:cubicBezTo>
                    <a:cubicBezTo>
                      <a:pt x="30" y="60"/>
                      <a:pt x="30" y="60"/>
                      <a:pt x="30" y="60"/>
                    </a:cubicBezTo>
                    <a:cubicBezTo>
                      <a:pt x="30" y="60"/>
                      <a:pt x="30" y="60"/>
                      <a:pt x="30" y="60"/>
                    </a:cubicBezTo>
                    <a:cubicBezTo>
                      <a:pt x="29" y="60"/>
                      <a:pt x="29" y="60"/>
                      <a:pt x="29" y="60"/>
                    </a:cubicBezTo>
                    <a:cubicBezTo>
                      <a:pt x="29" y="60"/>
                      <a:pt x="29" y="60"/>
                      <a:pt x="29" y="60"/>
                    </a:cubicBezTo>
                    <a:cubicBezTo>
                      <a:pt x="25" y="60"/>
                      <a:pt x="25" y="60"/>
                      <a:pt x="25" y="60"/>
                    </a:cubicBezTo>
                    <a:cubicBezTo>
                      <a:pt x="25" y="60"/>
                      <a:pt x="25" y="60"/>
                      <a:pt x="25" y="60"/>
                    </a:cubicBezTo>
                    <a:cubicBezTo>
                      <a:pt x="24" y="60"/>
                      <a:pt x="24" y="60"/>
                      <a:pt x="24" y="60"/>
                    </a:cubicBezTo>
                    <a:cubicBezTo>
                      <a:pt x="24" y="60"/>
                      <a:pt x="24" y="60"/>
                      <a:pt x="24" y="60"/>
                    </a:cubicBezTo>
                    <a:cubicBezTo>
                      <a:pt x="13" y="60"/>
                      <a:pt x="13" y="60"/>
                      <a:pt x="13" y="60"/>
                    </a:cubicBezTo>
                    <a:cubicBezTo>
                      <a:pt x="13" y="60"/>
                      <a:pt x="13" y="60"/>
                      <a:pt x="13" y="60"/>
                    </a:cubicBezTo>
                    <a:cubicBezTo>
                      <a:pt x="11" y="60"/>
                      <a:pt x="11" y="60"/>
                      <a:pt x="11" y="60"/>
                    </a:cubicBezTo>
                    <a:cubicBezTo>
                      <a:pt x="11" y="36"/>
                      <a:pt x="11" y="36"/>
                      <a:pt x="11" y="36"/>
                    </a:cubicBezTo>
                    <a:cubicBezTo>
                      <a:pt x="2" y="36"/>
                      <a:pt x="2" y="36"/>
                      <a:pt x="2" y="36"/>
                    </a:cubicBezTo>
                    <a:cubicBezTo>
                      <a:pt x="0" y="36"/>
                      <a:pt x="0" y="36"/>
                      <a:pt x="0" y="36"/>
                    </a:cubicBezTo>
                    <a:cubicBezTo>
                      <a:pt x="0" y="35"/>
                      <a:pt x="0" y="35"/>
                      <a:pt x="0" y="35"/>
                    </a:cubicBezTo>
                    <a:cubicBezTo>
                      <a:pt x="0" y="14"/>
                      <a:pt x="0" y="14"/>
                      <a:pt x="0" y="14"/>
                    </a:cubicBezTo>
                    <a:cubicBezTo>
                      <a:pt x="0" y="12"/>
                      <a:pt x="0" y="12"/>
                      <a:pt x="0" y="12"/>
                    </a:cubicBezTo>
                    <a:cubicBezTo>
                      <a:pt x="0" y="12"/>
                      <a:pt x="0" y="12"/>
                      <a:pt x="0" y="12"/>
                    </a:cubicBezTo>
                    <a:cubicBezTo>
                      <a:pt x="2" y="12"/>
                      <a:pt x="2" y="12"/>
                      <a:pt x="2" y="12"/>
                    </a:cubicBezTo>
                    <a:cubicBezTo>
                      <a:pt x="2" y="12"/>
                      <a:pt x="2" y="12"/>
                      <a:pt x="2" y="12"/>
                    </a:cubicBezTo>
                    <a:cubicBezTo>
                      <a:pt x="5" y="12"/>
                      <a:pt x="5" y="12"/>
                      <a:pt x="5" y="12"/>
                    </a:cubicBezTo>
                    <a:cubicBezTo>
                      <a:pt x="5" y="12"/>
                      <a:pt x="5" y="12"/>
                      <a:pt x="5" y="12"/>
                    </a:cubicBezTo>
                    <a:cubicBezTo>
                      <a:pt x="6" y="12"/>
                      <a:pt x="6" y="12"/>
                      <a:pt x="6" y="12"/>
                    </a:cubicBezTo>
                    <a:cubicBezTo>
                      <a:pt x="6" y="18"/>
                      <a:pt x="6" y="18"/>
                      <a:pt x="6" y="18"/>
                    </a:cubicBezTo>
                    <a:cubicBezTo>
                      <a:pt x="9" y="18"/>
                      <a:pt x="9" y="18"/>
                      <a:pt x="9" y="18"/>
                    </a:cubicBezTo>
                    <a:cubicBezTo>
                      <a:pt x="9" y="14"/>
                      <a:pt x="9" y="14"/>
                      <a:pt x="9" y="14"/>
                    </a:cubicBezTo>
                    <a:cubicBezTo>
                      <a:pt x="9" y="12"/>
                      <a:pt x="9" y="12"/>
                      <a:pt x="9" y="12"/>
                    </a:cubicBezTo>
                    <a:cubicBezTo>
                      <a:pt x="9" y="12"/>
                      <a:pt x="9" y="12"/>
                      <a:pt x="9" y="12"/>
                    </a:cubicBezTo>
                    <a:cubicBezTo>
                      <a:pt x="11" y="12"/>
                      <a:pt x="11" y="12"/>
                      <a:pt x="11" y="12"/>
                    </a:cubicBezTo>
                    <a:cubicBezTo>
                      <a:pt x="11" y="12"/>
                      <a:pt x="11" y="12"/>
                      <a:pt x="11" y="12"/>
                    </a:cubicBezTo>
                    <a:cubicBezTo>
                      <a:pt x="14" y="12"/>
                      <a:pt x="14" y="12"/>
                      <a:pt x="14" y="12"/>
                    </a:cubicBezTo>
                    <a:cubicBezTo>
                      <a:pt x="14" y="12"/>
                      <a:pt x="14" y="12"/>
                      <a:pt x="14" y="12"/>
                    </a:cubicBezTo>
                    <a:cubicBezTo>
                      <a:pt x="15" y="12"/>
                      <a:pt x="15" y="12"/>
                      <a:pt x="15" y="12"/>
                    </a:cubicBezTo>
                    <a:cubicBezTo>
                      <a:pt x="15" y="18"/>
                      <a:pt x="15" y="18"/>
                      <a:pt x="15" y="18"/>
                    </a:cubicBezTo>
                    <a:cubicBezTo>
                      <a:pt x="18" y="18"/>
                      <a:pt x="18" y="18"/>
                      <a:pt x="18" y="18"/>
                    </a:cubicBezTo>
                    <a:cubicBezTo>
                      <a:pt x="18" y="14"/>
                      <a:pt x="18" y="14"/>
                      <a:pt x="18" y="14"/>
                    </a:cubicBezTo>
                    <a:cubicBezTo>
                      <a:pt x="18" y="12"/>
                      <a:pt x="18" y="12"/>
                      <a:pt x="18" y="12"/>
                    </a:cubicBezTo>
                    <a:cubicBezTo>
                      <a:pt x="18" y="12"/>
                      <a:pt x="18" y="12"/>
                      <a:pt x="18" y="12"/>
                    </a:cubicBezTo>
                    <a:cubicBezTo>
                      <a:pt x="20" y="12"/>
                      <a:pt x="20" y="12"/>
                      <a:pt x="20" y="12"/>
                    </a:cubicBezTo>
                    <a:cubicBezTo>
                      <a:pt x="20" y="12"/>
                      <a:pt x="20" y="12"/>
                      <a:pt x="20" y="12"/>
                    </a:cubicBezTo>
                    <a:cubicBezTo>
                      <a:pt x="23" y="12"/>
                      <a:pt x="23" y="12"/>
                      <a:pt x="23" y="12"/>
                    </a:cubicBezTo>
                    <a:cubicBezTo>
                      <a:pt x="23" y="0"/>
                      <a:pt x="23" y="0"/>
                      <a:pt x="23" y="0"/>
                    </a:cubicBezTo>
                    <a:cubicBezTo>
                      <a:pt x="24" y="0"/>
                      <a:pt x="24" y="0"/>
                      <a:pt x="24" y="0"/>
                    </a:cubicBezTo>
                    <a:cubicBezTo>
                      <a:pt x="24" y="0"/>
                      <a:pt x="24" y="0"/>
                      <a:pt x="24" y="0"/>
                    </a:cubicBezTo>
                    <a:cubicBezTo>
                      <a:pt x="27" y="0"/>
                      <a:pt x="27" y="0"/>
                      <a:pt x="27" y="0"/>
                    </a:cubicBezTo>
                    <a:cubicBezTo>
                      <a:pt x="27" y="0"/>
                      <a:pt x="27" y="0"/>
                      <a:pt x="27" y="0"/>
                    </a:cubicBezTo>
                    <a:cubicBezTo>
                      <a:pt x="29" y="0"/>
                      <a:pt x="29" y="0"/>
                      <a:pt x="29" y="0"/>
                    </a:cubicBezTo>
                    <a:cubicBezTo>
                      <a:pt x="29" y="0"/>
                      <a:pt x="29" y="0"/>
                      <a:pt x="29" y="0"/>
                    </a:cubicBezTo>
                    <a:cubicBezTo>
                      <a:pt x="29" y="1"/>
                      <a:pt x="29" y="1"/>
                      <a:pt x="29" y="1"/>
                    </a:cubicBezTo>
                    <a:cubicBezTo>
                      <a:pt x="29" y="6"/>
                      <a:pt x="29" y="6"/>
                      <a:pt x="29" y="6"/>
                    </a:cubicBezTo>
                    <a:cubicBezTo>
                      <a:pt x="32" y="6"/>
                      <a:pt x="32" y="6"/>
                      <a:pt x="32" y="6"/>
                    </a:cubicBezTo>
                    <a:cubicBezTo>
                      <a:pt x="32" y="0"/>
                      <a:pt x="32" y="0"/>
                      <a:pt x="32" y="0"/>
                    </a:cubicBezTo>
                    <a:cubicBezTo>
                      <a:pt x="34" y="0"/>
                      <a:pt x="34" y="0"/>
                      <a:pt x="34" y="0"/>
                    </a:cubicBezTo>
                    <a:cubicBezTo>
                      <a:pt x="34" y="0"/>
                      <a:pt x="34" y="0"/>
                      <a:pt x="34" y="0"/>
                    </a:cubicBezTo>
                    <a:cubicBezTo>
                      <a:pt x="37" y="0"/>
                      <a:pt x="37" y="0"/>
                      <a:pt x="37" y="0"/>
                    </a:cubicBezTo>
                    <a:cubicBezTo>
                      <a:pt x="37" y="0"/>
                      <a:pt x="37" y="0"/>
                      <a:pt x="37" y="0"/>
                    </a:cubicBezTo>
                    <a:cubicBezTo>
                      <a:pt x="39" y="0"/>
                      <a:pt x="39" y="0"/>
                      <a:pt x="39" y="0"/>
                    </a:cubicBezTo>
                    <a:cubicBezTo>
                      <a:pt x="39" y="0"/>
                      <a:pt x="39" y="0"/>
                      <a:pt x="39" y="0"/>
                    </a:cubicBezTo>
                    <a:cubicBezTo>
                      <a:pt x="39" y="1"/>
                      <a:pt x="39" y="1"/>
                      <a:pt x="39" y="1"/>
                    </a:cubicBezTo>
                    <a:cubicBezTo>
                      <a:pt x="39" y="6"/>
                      <a:pt x="39" y="6"/>
                      <a:pt x="39" y="6"/>
                    </a:cubicBezTo>
                    <a:cubicBezTo>
                      <a:pt x="42" y="6"/>
                      <a:pt x="42" y="6"/>
                      <a:pt x="42" y="6"/>
                    </a:cubicBezTo>
                    <a:cubicBezTo>
                      <a:pt x="42" y="0"/>
                      <a:pt x="42" y="0"/>
                      <a:pt x="42" y="0"/>
                    </a:cubicBezTo>
                    <a:cubicBezTo>
                      <a:pt x="44" y="0"/>
                      <a:pt x="44" y="0"/>
                      <a:pt x="44" y="0"/>
                    </a:cubicBezTo>
                    <a:cubicBezTo>
                      <a:pt x="44" y="0"/>
                      <a:pt x="44" y="0"/>
                      <a:pt x="44" y="0"/>
                    </a:cubicBezTo>
                    <a:cubicBezTo>
                      <a:pt x="47" y="0"/>
                      <a:pt x="47" y="0"/>
                      <a:pt x="47" y="0"/>
                    </a:cubicBezTo>
                    <a:cubicBezTo>
                      <a:pt x="47" y="0"/>
                      <a:pt x="47" y="0"/>
                      <a:pt x="47" y="0"/>
                    </a:cubicBezTo>
                    <a:cubicBezTo>
                      <a:pt x="48" y="0"/>
                      <a:pt x="48" y="0"/>
                      <a:pt x="48" y="0"/>
                    </a:cubicBezTo>
                    <a:cubicBezTo>
                      <a:pt x="48" y="0"/>
                      <a:pt x="48" y="0"/>
                      <a:pt x="48" y="0"/>
                    </a:cubicBezTo>
                    <a:cubicBezTo>
                      <a:pt x="48" y="1"/>
                      <a:pt x="48" y="1"/>
                      <a:pt x="48" y="1"/>
                    </a:cubicBezTo>
                    <a:cubicBezTo>
                      <a:pt x="48" y="6"/>
                      <a:pt x="48" y="6"/>
                      <a:pt x="48" y="6"/>
                    </a:cubicBezTo>
                    <a:cubicBezTo>
                      <a:pt x="52" y="6"/>
                      <a:pt x="52" y="6"/>
                      <a:pt x="52" y="6"/>
                    </a:cubicBezTo>
                    <a:cubicBezTo>
                      <a:pt x="52" y="1"/>
                      <a:pt x="52" y="1"/>
                      <a:pt x="52" y="1"/>
                    </a:cubicBezTo>
                    <a:cubicBezTo>
                      <a:pt x="52" y="0"/>
                      <a:pt x="52" y="0"/>
                      <a:pt x="52" y="0"/>
                    </a:cubicBezTo>
                    <a:cubicBezTo>
                      <a:pt x="52" y="0"/>
                      <a:pt x="52" y="0"/>
                      <a:pt x="52" y="0"/>
                    </a:cubicBezTo>
                    <a:cubicBezTo>
                      <a:pt x="53" y="0"/>
                      <a:pt x="53" y="0"/>
                      <a:pt x="53" y="0"/>
                    </a:cubicBezTo>
                    <a:cubicBezTo>
                      <a:pt x="53" y="0"/>
                      <a:pt x="53" y="0"/>
                      <a:pt x="53" y="0"/>
                    </a:cubicBezTo>
                    <a:cubicBezTo>
                      <a:pt x="58" y="0"/>
                      <a:pt x="58" y="0"/>
                      <a:pt x="58" y="0"/>
                    </a:cubicBezTo>
                    <a:cubicBezTo>
                      <a:pt x="58" y="0"/>
                      <a:pt x="58" y="0"/>
                      <a:pt x="58" y="0"/>
                    </a:cubicBezTo>
                    <a:cubicBezTo>
                      <a:pt x="58" y="0"/>
                      <a:pt x="58" y="0"/>
                      <a:pt x="58" y="0"/>
                    </a:cubicBezTo>
                    <a:cubicBezTo>
                      <a:pt x="58" y="12"/>
                      <a:pt x="58" y="12"/>
                      <a:pt x="58" y="12"/>
                    </a:cubicBezTo>
                    <a:cubicBezTo>
                      <a:pt x="61" y="12"/>
                      <a:pt x="61" y="12"/>
                      <a:pt x="61" y="12"/>
                    </a:cubicBezTo>
                    <a:cubicBezTo>
                      <a:pt x="61" y="12"/>
                      <a:pt x="61" y="12"/>
                      <a:pt x="61" y="12"/>
                    </a:cubicBezTo>
                    <a:cubicBezTo>
                      <a:pt x="63" y="12"/>
                      <a:pt x="63" y="12"/>
                      <a:pt x="63" y="12"/>
                    </a:cubicBezTo>
                    <a:cubicBezTo>
                      <a:pt x="63" y="12"/>
                      <a:pt x="63" y="12"/>
                      <a:pt x="63" y="12"/>
                    </a:cubicBezTo>
                    <a:cubicBezTo>
                      <a:pt x="63" y="14"/>
                      <a:pt x="63" y="14"/>
                      <a:pt x="63" y="14"/>
                    </a:cubicBezTo>
                    <a:cubicBezTo>
                      <a:pt x="63" y="18"/>
                      <a:pt x="63" y="18"/>
                      <a:pt x="63" y="18"/>
                    </a:cubicBezTo>
                    <a:cubicBezTo>
                      <a:pt x="66" y="18"/>
                      <a:pt x="66" y="18"/>
                      <a:pt x="66" y="18"/>
                    </a:cubicBezTo>
                    <a:cubicBezTo>
                      <a:pt x="66" y="12"/>
                      <a:pt x="66" y="12"/>
                      <a:pt x="66" y="12"/>
                    </a:cubicBezTo>
                    <a:cubicBezTo>
                      <a:pt x="67" y="12"/>
                      <a:pt x="67" y="12"/>
                      <a:pt x="67" y="12"/>
                    </a:cubicBezTo>
                    <a:cubicBezTo>
                      <a:pt x="67" y="12"/>
                      <a:pt x="67" y="12"/>
                      <a:pt x="67" y="12"/>
                    </a:cubicBezTo>
                    <a:cubicBezTo>
                      <a:pt x="70" y="12"/>
                      <a:pt x="70" y="12"/>
                      <a:pt x="70" y="12"/>
                    </a:cubicBezTo>
                    <a:cubicBezTo>
                      <a:pt x="70" y="12"/>
                      <a:pt x="70" y="12"/>
                      <a:pt x="70" y="12"/>
                    </a:cubicBezTo>
                    <a:cubicBezTo>
                      <a:pt x="72" y="12"/>
                      <a:pt x="72" y="12"/>
                      <a:pt x="72" y="12"/>
                    </a:cubicBezTo>
                    <a:cubicBezTo>
                      <a:pt x="72" y="12"/>
                      <a:pt x="72" y="12"/>
                      <a:pt x="72" y="12"/>
                    </a:cubicBezTo>
                    <a:cubicBezTo>
                      <a:pt x="72" y="14"/>
                      <a:pt x="72" y="14"/>
                      <a:pt x="72" y="14"/>
                    </a:cubicBezTo>
                    <a:cubicBezTo>
                      <a:pt x="72" y="18"/>
                      <a:pt x="72" y="18"/>
                      <a:pt x="72" y="18"/>
                    </a:cubicBezTo>
                    <a:cubicBezTo>
                      <a:pt x="75" y="18"/>
                      <a:pt x="75" y="18"/>
                      <a:pt x="75" y="18"/>
                    </a:cubicBezTo>
                    <a:cubicBezTo>
                      <a:pt x="75" y="12"/>
                      <a:pt x="75" y="12"/>
                      <a:pt x="75" y="12"/>
                    </a:cubicBezTo>
                    <a:cubicBezTo>
                      <a:pt x="76" y="12"/>
                      <a:pt x="76" y="12"/>
                      <a:pt x="76" y="12"/>
                    </a:cubicBezTo>
                    <a:cubicBezTo>
                      <a:pt x="76" y="12"/>
                      <a:pt x="76" y="12"/>
                      <a:pt x="76" y="12"/>
                    </a:cubicBezTo>
                    <a:cubicBezTo>
                      <a:pt x="79" y="12"/>
                      <a:pt x="79" y="12"/>
                      <a:pt x="79" y="12"/>
                    </a:cubicBezTo>
                    <a:cubicBezTo>
                      <a:pt x="79" y="12"/>
                      <a:pt x="79" y="12"/>
                      <a:pt x="79" y="12"/>
                    </a:cubicBezTo>
                    <a:cubicBezTo>
                      <a:pt x="81" y="12"/>
                      <a:pt x="81" y="12"/>
                      <a:pt x="81" y="12"/>
                    </a:cubicBezTo>
                    <a:cubicBezTo>
                      <a:pt x="81" y="12"/>
                      <a:pt x="81" y="12"/>
                      <a:pt x="81" y="12"/>
                    </a:cubicBezTo>
                    <a:cubicBezTo>
                      <a:pt x="81" y="14"/>
                      <a:pt x="81" y="14"/>
                      <a:pt x="81" y="14"/>
                    </a:cubicBezTo>
                    <a:cubicBezTo>
                      <a:pt x="81" y="35"/>
                      <a:pt x="81" y="35"/>
                      <a:pt x="81" y="35"/>
                    </a:cubicBezTo>
                    <a:cubicBezTo>
                      <a:pt x="81" y="36"/>
                      <a:pt x="81" y="36"/>
                      <a:pt x="81" y="36"/>
                    </a:cubicBezTo>
                    <a:cubicBezTo>
                      <a:pt x="79" y="36"/>
                      <a:pt x="79" y="36"/>
                      <a:pt x="79" y="36"/>
                    </a:cubicBezTo>
                    <a:close/>
                    <a:moveTo>
                      <a:pt x="68" y="36"/>
                    </a:moveTo>
                    <a:cubicBezTo>
                      <a:pt x="61" y="36"/>
                      <a:pt x="61" y="36"/>
                      <a:pt x="61" y="36"/>
                    </a:cubicBezTo>
                    <a:cubicBezTo>
                      <a:pt x="61" y="39"/>
                      <a:pt x="61" y="39"/>
                      <a:pt x="61" y="39"/>
                    </a:cubicBezTo>
                    <a:cubicBezTo>
                      <a:pt x="68" y="39"/>
                      <a:pt x="68" y="39"/>
                      <a:pt x="68" y="39"/>
                    </a:cubicBezTo>
                    <a:cubicBezTo>
                      <a:pt x="68" y="36"/>
                      <a:pt x="68" y="36"/>
                      <a:pt x="68" y="36"/>
                    </a:cubicBezTo>
                    <a:close/>
                    <a:moveTo>
                      <a:pt x="23" y="14"/>
                    </a:moveTo>
                    <a:cubicBezTo>
                      <a:pt x="20" y="14"/>
                      <a:pt x="20" y="14"/>
                      <a:pt x="20" y="14"/>
                    </a:cubicBezTo>
                    <a:cubicBezTo>
                      <a:pt x="20" y="19"/>
                      <a:pt x="20" y="19"/>
                      <a:pt x="20" y="19"/>
                    </a:cubicBezTo>
                    <a:cubicBezTo>
                      <a:pt x="18" y="19"/>
                      <a:pt x="18" y="19"/>
                      <a:pt x="18" y="19"/>
                    </a:cubicBezTo>
                    <a:cubicBezTo>
                      <a:pt x="18" y="19"/>
                      <a:pt x="18" y="19"/>
                      <a:pt x="18" y="19"/>
                    </a:cubicBezTo>
                    <a:cubicBezTo>
                      <a:pt x="15" y="19"/>
                      <a:pt x="15" y="19"/>
                      <a:pt x="15" y="19"/>
                    </a:cubicBezTo>
                    <a:cubicBezTo>
                      <a:pt x="15" y="19"/>
                      <a:pt x="15" y="19"/>
                      <a:pt x="15" y="19"/>
                    </a:cubicBezTo>
                    <a:cubicBezTo>
                      <a:pt x="14" y="19"/>
                      <a:pt x="14" y="19"/>
                      <a:pt x="14" y="19"/>
                    </a:cubicBezTo>
                    <a:cubicBezTo>
                      <a:pt x="14" y="19"/>
                      <a:pt x="14" y="19"/>
                      <a:pt x="14" y="19"/>
                    </a:cubicBezTo>
                    <a:cubicBezTo>
                      <a:pt x="14" y="18"/>
                      <a:pt x="14" y="18"/>
                      <a:pt x="14" y="18"/>
                    </a:cubicBezTo>
                    <a:cubicBezTo>
                      <a:pt x="14" y="14"/>
                      <a:pt x="14" y="14"/>
                      <a:pt x="14" y="14"/>
                    </a:cubicBezTo>
                    <a:cubicBezTo>
                      <a:pt x="11" y="14"/>
                      <a:pt x="11" y="14"/>
                      <a:pt x="11" y="14"/>
                    </a:cubicBezTo>
                    <a:cubicBezTo>
                      <a:pt x="11" y="19"/>
                      <a:pt x="11" y="19"/>
                      <a:pt x="11" y="19"/>
                    </a:cubicBezTo>
                    <a:cubicBezTo>
                      <a:pt x="9" y="19"/>
                      <a:pt x="9" y="19"/>
                      <a:pt x="9" y="19"/>
                    </a:cubicBezTo>
                    <a:cubicBezTo>
                      <a:pt x="9" y="19"/>
                      <a:pt x="9" y="19"/>
                      <a:pt x="9" y="19"/>
                    </a:cubicBezTo>
                    <a:cubicBezTo>
                      <a:pt x="6" y="19"/>
                      <a:pt x="6" y="19"/>
                      <a:pt x="6" y="19"/>
                    </a:cubicBezTo>
                    <a:cubicBezTo>
                      <a:pt x="6" y="19"/>
                      <a:pt x="6" y="19"/>
                      <a:pt x="6" y="19"/>
                    </a:cubicBezTo>
                    <a:cubicBezTo>
                      <a:pt x="5" y="19"/>
                      <a:pt x="5" y="19"/>
                      <a:pt x="5" y="19"/>
                    </a:cubicBezTo>
                    <a:cubicBezTo>
                      <a:pt x="5" y="19"/>
                      <a:pt x="5" y="19"/>
                      <a:pt x="5" y="19"/>
                    </a:cubicBezTo>
                    <a:cubicBezTo>
                      <a:pt x="5" y="18"/>
                      <a:pt x="5" y="18"/>
                      <a:pt x="5" y="18"/>
                    </a:cubicBezTo>
                    <a:cubicBezTo>
                      <a:pt x="5" y="14"/>
                      <a:pt x="5" y="14"/>
                      <a:pt x="5" y="14"/>
                    </a:cubicBezTo>
                    <a:cubicBezTo>
                      <a:pt x="2" y="14"/>
                      <a:pt x="2" y="14"/>
                      <a:pt x="2" y="14"/>
                    </a:cubicBezTo>
                    <a:cubicBezTo>
                      <a:pt x="2" y="22"/>
                      <a:pt x="2" y="22"/>
                      <a:pt x="2" y="22"/>
                    </a:cubicBezTo>
                    <a:cubicBezTo>
                      <a:pt x="25" y="22"/>
                      <a:pt x="25" y="22"/>
                      <a:pt x="25" y="22"/>
                    </a:cubicBezTo>
                    <a:cubicBezTo>
                      <a:pt x="25" y="18"/>
                      <a:pt x="25" y="18"/>
                      <a:pt x="25" y="18"/>
                    </a:cubicBezTo>
                    <a:cubicBezTo>
                      <a:pt x="24" y="18"/>
                      <a:pt x="24" y="18"/>
                      <a:pt x="24" y="18"/>
                    </a:cubicBezTo>
                    <a:cubicBezTo>
                      <a:pt x="23" y="18"/>
                      <a:pt x="23" y="18"/>
                      <a:pt x="23" y="18"/>
                    </a:cubicBezTo>
                    <a:cubicBezTo>
                      <a:pt x="23" y="18"/>
                      <a:pt x="23" y="18"/>
                      <a:pt x="23" y="18"/>
                    </a:cubicBezTo>
                    <a:cubicBezTo>
                      <a:pt x="23" y="14"/>
                      <a:pt x="23" y="14"/>
                      <a:pt x="23" y="14"/>
                    </a:cubicBezTo>
                    <a:close/>
                    <a:moveTo>
                      <a:pt x="26" y="22"/>
                    </a:moveTo>
                    <a:cubicBezTo>
                      <a:pt x="26" y="18"/>
                      <a:pt x="26" y="18"/>
                      <a:pt x="26" y="18"/>
                    </a:cubicBezTo>
                    <a:cubicBezTo>
                      <a:pt x="31" y="18"/>
                      <a:pt x="31" y="18"/>
                      <a:pt x="31" y="18"/>
                    </a:cubicBezTo>
                    <a:cubicBezTo>
                      <a:pt x="32" y="18"/>
                      <a:pt x="32" y="18"/>
                      <a:pt x="32" y="18"/>
                    </a:cubicBezTo>
                    <a:cubicBezTo>
                      <a:pt x="35" y="18"/>
                      <a:pt x="35" y="18"/>
                      <a:pt x="35" y="18"/>
                    </a:cubicBezTo>
                    <a:cubicBezTo>
                      <a:pt x="35" y="22"/>
                      <a:pt x="35" y="22"/>
                      <a:pt x="35" y="22"/>
                    </a:cubicBezTo>
                    <a:cubicBezTo>
                      <a:pt x="26" y="22"/>
                      <a:pt x="26" y="22"/>
                      <a:pt x="26" y="22"/>
                    </a:cubicBezTo>
                    <a:close/>
                    <a:moveTo>
                      <a:pt x="36" y="22"/>
                    </a:moveTo>
                    <a:cubicBezTo>
                      <a:pt x="36" y="18"/>
                      <a:pt x="36" y="18"/>
                      <a:pt x="36" y="18"/>
                    </a:cubicBezTo>
                    <a:cubicBezTo>
                      <a:pt x="40" y="18"/>
                      <a:pt x="40" y="18"/>
                      <a:pt x="40" y="18"/>
                    </a:cubicBezTo>
                    <a:cubicBezTo>
                      <a:pt x="41" y="18"/>
                      <a:pt x="41" y="18"/>
                      <a:pt x="41" y="18"/>
                    </a:cubicBezTo>
                    <a:cubicBezTo>
                      <a:pt x="45" y="18"/>
                      <a:pt x="45" y="18"/>
                      <a:pt x="45" y="18"/>
                    </a:cubicBezTo>
                    <a:cubicBezTo>
                      <a:pt x="45" y="22"/>
                      <a:pt x="45" y="22"/>
                      <a:pt x="45" y="22"/>
                    </a:cubicBezTo>
                    <a:cubicBezTo>
                      <a:pt x="36" y="22"/>
                      <a:pt x="36" y="22"/>
                      <a:pt x="36" y="22"/>
                    </a:cubicBezTo>
                    <a:close/>
                    <a:moveTo>
                      <a:pt x="46" y="22"/>
                    </a:moveTo>
                    <a:cubicBezTo>
                      <a:pt x="46" y="18"/>
                      <a:pt x="46" y="18"/>
                      <a:pt x="46" y="18"/>
                    </a:cubicBezTo>
                    <a:cubicBezTo>
                      <a:pt x="49" y="18"/>
                      <a:pt x="49" y="18"/>
                      <a:pt x="49" y="18"/>
                    </a:cubicBezTo>
                    <a:cubicBezTo>
                      <a:pt x="51" y="18"/>
                      <a:pt x="51" y="18"/>
                      <a:pt x="51" y="18"/>
                    </a:cubicBezTo>
                    <a:cubicBezTo>
                      <a:pt x="54" y="18"/>
                      <a:pt x="54" y="18"/>
                      <a:pt x="54" y="18"/>
                    </a:cubicBezTo>
                    <a:cubicBezTo>
                      <a:pt x="54" y="22"/>
                      <a:pt x="54" y="22"/>
                      <a:pt x="54" y="22"/>
                    </a:cubicBezTo>
                    <a:cubicBezTo>
                      <a:pt x="46" y="22"/>
                      <a:pt x="46" y="22"/>
                      <a:pt x="46" y="22"/>
                    </a:cubicBezTo>
                    <a:close/>
                    <a:moveTo>
                      <a:pt x="57" y="59"/>
                    </a:moveTo>
                    <a:cubicBezTo>
                      <a:pt x="64" y="59"/>
                      <a:pt x="64" y="59"/>
                      <a:pt x="64" y="59"/>
                    </a:cubicBezTo>
                    <a:cubicBezTo>
                      <a:pt x="64" y="53"/>
                      <a:pt x="64" y="53"/>
                      <a:pt x="64" y="53"/>
                    </a:cubicBezTo>
                    <a:cubicBezTo>
                      <a:pt x="57" y="53"/>
                      <a:pt x="57" y="53"/>
                      <a:pt x="57" y="53"/>
                    </a:cubicBezTo>
                    <a:cubicBezTo>
                      <a:pt x="57" y="59"/>
                      <a:pt x="57" y="59"/>
                      <a:pt x="57" y="59"/>
                    </a:cubicBezTo>
                    <a:close/>
                    <a:moveTo>
                      <a:pt x="65" y="59"/>
                    </a:moveTo>
                    <a:cubicBezTo>
                      <a:pt x="68" y="59"/>
                      <a:pt x="68" y="59"/>
                      <a:pt x="68" y="59"/>
                    </a:cubicBezTo>
                    <a:cubicBezTo>
                      <a:pt x="68" y="53"/>
                      <a:pt x="68" y="53"/>
                      <a:pt x="68" y="53"/>
                    </a:cubicBezTo>
                    <a:cubicBezTo>
                      <a:pt x="65" y="53"/>
                      <a:pt x="65" y="53"/>
                      <a:pt x="65" y="53"/>
                    </a:cubicBezTo>
                    <a:cubicBezTo>
                      <a:pt x="65" y="59"/>
                      <a:pt x="65" y="59"/>
                      <a:pt x="65" y="59"/>
                    </a:cubicBezTo>
                    <a:close/>
                    <a:moveTo>
                      <a:pt x="57" y="1"/>
                    </a:moveTo>
                    <a:cubicBezTo>
                      <a:pt x="57" y="9"/>
                      <a:pt x="57" y="9"/>
                      <a:pt x="57" y="9"/>
                    </a:cubicBezTo>
                    <a:cubicBezTo>
                      <a:pt x="24" y="9"/>
                      <a:pt x="24" y="9"/>
                      <a:pt x="24" y="9"/>
                    </a:cubicBezTo>
                    <a:cubicBezTo>
                      <a:pt x="24" y="1"/>
                      <a:pt x="24" y="1"/>
                      <a:pt x="24" y="1"/>
                    </a:cubicBezTo>
                    <a:cubicBezTo>
                      <a:pt x="27" y="1"/>
                      <a:pt x="27" y="1"/>
                      <a:pt x="27" y="1"/>
                    </a:cubicBezTo>
                    <a:cubicBezTo>
                      <a:pt x="27" y="7"/>
                      <a:pt x="27" y="7"/>
                      <a:pt x="27" y="7"/>
                    </a:cubicBezTo>
                    <a:cubicBezTo>
                      <a:pt x="28" y="7"/>
                      <a:pt x="28" y="7"/>
                      <a:pt x="28" y="7"/>
                    </a:cubicBezTo>
                    <a:cubicBezTo>
                      <a:pt x="28" y="7"/>
                      <a:pt x="28" y="7"/>
                      <a:pt x="28" y="7"/>
                    </a:cubicBezTo>
                    <a:cubicBezTo>
                      <a:pt x="34" y="7"/>
                      <a:pt x="34" y="7"/>
                      <a:pt x="34" y="7"/>
                    </a:cubicBezTo>
                    <a:cubicBezTo>
                      <a:pt x="34" y="7"/>
                      <a:pt x="34" y="7"/>
                      <a:pt x="34" y="7"/>
                    </a:cubicBezTo>
                    <a:cubicBezTo>
                      <a:pt x="34" y="7"/>
                      <a:pt x="34" y="7"/>
                      <a:pt x="34" y="7"/>
                    </a:cubicBezTo>
                    <a:cubicBezTo>
                      <a:pt x="34" y="1"/>
                      <a:pt x="34" y="1"/>
                      <a:pt x="34" y="1"/>
                    </a:cubicBezTo>
                    <a:cubicBezTo>
                      <a:pt x="37" y="1"/>
                      <a:pt x="37" y="1"/>
                      <a:pt x="37" y="1"/>
                    </a:cubicBezTo>
                    <a:cubicBezTo>
                      <a:pt x="37" y="6"/>
                      <a:pt x="37" y="6"/>
                      <a:pt x="37" y="6"/>
                    </a:cubicBezTo>
                    <a:cubicBezTo>
                      <a:pt x="37" y="7"/>
                      <a:pt x="37" y="7"/>
                      <a:pt x="37" y="7"/>
                    </a:cubicBezTo>
                    <a:cubicBezTo>
                      <a:pt x="37" y="7"/>
                      <a:pt x="37" y="7"/>
                      <a:pt x="37" y="7"/>
                    </a:cubicBezTo>
                    <a:cubicBezTo>
                      <a:pt x="43" y="7"/>
                      <a:pt x="43" y="7"/>
                      <a:pt x="43" y="7"/>
                    </a:cubicBezTo>
                    <a:cubicBezTo>
                      <a:pt x="43" y="7"/>
                      <a:pt x="43" y="7"/>
                      <a:pt x="43" y="7"/>
                    </a:cubicBezTo>
                    <a:cubicBezTo>
                      <a:pt x="44" y="7"/>
                      <a:pt x="44" y="7"/>
                      <a:pt x="44" y="7"/>
                    </a:cubicBezTo>
                    <a:cubicBezTo>
                      <a:pt x="44" y="1"/>
                      <a:pt x="44" y="1"/>
                      <a:pt x="44" y="1"/>
                    </a:cubicBezTo>
                    <a:cubicBezTo>
                      <a:pt x="47" y="1"/>
                      <a:pt x="47" y="1"/>
                      <a:pt x="47" y="1"/>
                    </a:cubicBezTo>
                    <a:cubicBezTo>
                      <a:pt x="47" y="6"/>
                      <a:pt x="47" y="6"/>
                      <a:pt x="47" y="6"/>
                    </a:cubicBezTo>
                    <a:cubicBezTo>
                      <a:pt x="47" y="7"/>
                      <a:pt x="47" y="7"/>
                      <a:pt x="47" y="7"/>
                    </a:cubicBezTo>
                    <a:cubicBezTo>
                      <a:pt x="47" y="7"/>
                      <a:pt x="47" y="7"/>
                      <a:pt x="47" y="7"/>
                    </a:cubicBezTo>
                    <a:cubicBezTo>
                      <a:pt x="53" y="7"/>
                      <a:pt x="53" y="7"/>
                      <a:pt x="53" y="7"/>
                    </a:cubicBezTo>
                    <a:cubicBezTo>
                      <a:pt x="53" y="7"/>
                      <a:pt x="53" y="7"/>
                      <a:pt x="53" y="7"/>
                    </a:cubicBezTo>
                    <a:cubicBezTo>
                      <a:pt x="53" y="7"/>
                      <a:pt x="53" y="7"/>
                      <a:pt x="53" y="7"/>
                    </a:cubicBezTo>
                    <a:cubicBezTo>
                      <a:pt x="53" y="1"/>
                      <a:pt x="53" y="1"/>
                      <a:pt x="53" y="1"/>
                    </a:cubicBezTo>
                    <a:cubicBezTo>
                      <a:pt x="57" y="1"/>
                      <a:pt x="57" y="1"/>
                      <a:pt x="57" y="1"/>
                    </a:cubicBezTo>
                    <a:close/>
                    <a:moveTo>
                      <a:pt x="24" y="16"/>
                    </a:moveTo>
                    <a:cubicBezTo>
                      <a:pt x="24" y="10"/>
                      <a:pt x="24" y="10"/>
                      <a:pt x="24" y="10"/>
                    </a:cubicBezTo>
                    <a:cubicBezTo>
                      <a:pt x="31" y="10"/>
                      <a:pt x="31" y="10"/>
                      <a:pt x="31" y="10"/>
                    </a:cubicBezTo>
                    <a:cubicBezTo>
                      <a:pt x="31" y="16"/>
                      <a:pt x="31" y="16"/>
                      <a:pt x="31" y="16"/>
                    </a:cubicBezTo>
                    <a:cubicBezTo>
                      <a:pt x="24" y="16"/>
                      <a:pt x="24" y="16"/>
                      <a:pt x="24" y="16"/>
                    </a:cubicBezTo>
                    <a:close/>
                    <a:moveTo>
                      <a:pt x="32" y="16"/>
                    </a:moveTo>
                    <a:cubicBezTo>
                      <a:pt x="32" y="10"/>
                      <a:pt x="32" y="10"/>
                      <a:pt x="32" y="10"/>
                    </a:cubicBezTo>
                    <a:cubicBezTo>
                      <a:pt x="40" y="10"/>
                      <a:pt x="40" y="10"/>
                      <a:pt x="40" y="10"/>
                    </a:cubicBezTo>
                    <a:cubicBezTo>
                      <a:pt x="40" y="16"/>
                      <a:pt x="40" y="16"/>
                      <a:pt x="40" y="16"/>
                    </a:cubicBezTo>
                    <a:cubicBezTo>
                      <a:pt x="32" y="16"/>
                      <a:pt x="32" y="16"/>
                      <a:pt x="32" y="16"/>
                    </a:cubicBezTo>
                    <a:close/>
                    <a:moveTo>
                      <a:pt x="41" y="16"/>
                    </a:moveTo>
                    <a:cubicBezTo>
                      <a:pt x="41" y="10"/>
                      <a:pt x="41" y="10"/>
                      <a:pt x="41" y="10"/>
                    </a:cubicBezTo>
                    <a:cubicBezTo>
                      <a:pt x="49" y="10"/>
                      <a:pt x="49" y="10"/>
                      <a:pt x="49" y="10"/>
                    </a:cubicBezTo>
                    <a:cubicBezTo>
                      <a:pt x="49" y="16"/>
                      <a:pt x="49" y="16"/>
                      <a:pt x="49" y="16"/>
                    </a:cubicBezTo>
                    <a:cubicBezTo>
                      <a:pt x="41" y="16"/>
                      <a:pt x="41" y="16"/>
                      <a:pt x="41" y="16"/>
                    </a:cubicBezTo>
                    <a:close/>
                    <a:moveTo>
                      <a:pt x="51" y="16"/>
                    </a:moveTo>
                    <a:cubicBezTo>
                      <a:pt x="51" y="10"/>
                      <a:pt x="51" y="10"/>
                      <a:pt x="51" y="10"/>
                    </a:cubicBezTo>
                    <a:cubicBezTo>
                      <a:pt x="57" y="10"/>
                      <a:pt x="57" y="10"/>
                      <a:pt x="57" y="10"/>
                    </a:cubicBezTo>
                    <a:cubicBezTo>
                      <a:pt x="57" y="16"/>
                      <a:pt x="57" y="16"/>
                      <a:pt x="57" y="16"/>
                    </a:cubicBezTo>
                    <a:cubicBezTo>
                      <a:pt x="51" y="16"/>
                      <a:pt x="51" y="16"/>
                      <a:pt x="51" y="16"/>
                    </a:cubicBezTo>
                    <a:close/>
                    <a:moveTo>
                      <a:pt x="68" y="52"/>
                    </a:moveTo>
                    <a:cubicBezTo>
                      <a:pt x="68" y="46"/>
                      <a:pt x="68" y="46"/>
                      <a:pt x="68" y="46"/>
                    </a:cubicBezTo>
                    <a:cubicBezTo>
                      <a:pt x="62" y="46"/>
                      <a:pt x="62" y="46"/>
                      <a:pt x="62" y="46"/>
                    </a:cubicBezTo>
                    <a:cubicBezTo>
                      <a:pt x="62" y="52"/>
                      <a:pt x="62" y="52"/>
                      <a:pt x="62" y="52"/>
                    </a:cubicBezTo>
                    <a:cubicBezTo>
                      <a:pt x="68" y="52"/>
                      <a:pt x="68" y="52"/>
                      <a:pt x="68" y="52"/>
                    </a:cubicBezTo>
                    <a:close/>
                    <a:moveTo>
                      <a:pt x="68" y="45"/>
                    </a:moveTo>
                    <a:cubicBezTo>
                      <a:pt x="68" y="41"/>
                      <a:pt x="68" y="41"/>
                      <a:pt x="68" y="41"/>
                    </a:cubicBezTo>
                    <a:cubicBezTo>
                      <a:pt x="65" y="41"/>
                      <a:pt x="65" y="41"/>
                      <a:pt x="65" y="41"/>
                    </a:cubicBezTo>
                    <a:cubicBezTo>
                      <a:pt x="65" y="45"/>
                      <a:pt x="65" y="45"/>
                      <a:pt x="65" y="45"/>
                    </a:cubicBezTo>
                    <a:cubicBezTo>
                      <a:pt x="68" y="45"/>
                      <a:pt x="68" y="45"/>
                      <a:pt x="68" y="45"/>
                    </a:cubicBezTo>
                    <a:close/>
                    <a:moveTo>
                      <a:pt x="61" y="46"/>
                    </a:moveTo>
                    <a:cubicBezTo>
                      <a:pt x="61" y="52"/>
                      <a:pt x="61" y="52"/>
                      <a:pt x="61" y="52"/>
                    </a:cubicBezTo>
                    <a:cubicBezTo>
                      <a:pt x="57" y="52"/>
                      <a:pt x="57" y="52"/>
                      <a:pt x="57" y="52"/>
                    </a:cubicBezTo>
                    <a:cubicBezTo>
                      <a:pt x="57" y="46"/>
                      <a:pt x="57" y="46"/>
                      <a:pt x="57" y="46"/>
                    </a:cubicBezTo>
                    <a:cubicBezTo>
                      <a:pt x="61" y="46"/>
                      <a:pt x="61" y="46"/>
                      <a:pt x="61" y="46"/>
                    </a:cubicBezTo>
                    <a:close/>
                    <a:moveTo>
                      <a:pt x="64" y="41"/>
                    </a:moveTo>
                    <a:cubicBezTo>
                      <a:pt x="64" y="45"/>
                      <a:pt x="64" y="45"/>
                      <a:pt x="64" y="45"/>
                    </a:cubicBezTo>
                    <a:cubicBezTo>
                      <a:pt x="57" y="45"/>
                      <a:pt x="57" y="45"/>
                      <a:pt x="57" y="45"/>
                    </a:cubicBezTo>
                    <a:cubicBezTo>
                      <a:pt x="57" y="41"/>
                      <a:pt x="57" y="41"/>
                      <a:pt x="57" y="41"/>
                    </a:cubicBezTo>
                    <a:cubicBezTo>
                      <a:pt x="64" y="41"/>
                      <a:pt x="64" y="41"/>
                      <a:pt x="64"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0" name="Freeform 20"/>
              <p:cNvSpPr>
                <a:spLocks noEditPoints="1"/>
              </p:cNvSpPr>
              <p:nvPr/>
            </p:nvSpPr>
            <p:spPr bwMode="auto">
              <a:xfrm>
                <a:off x="4348163" y="1792288"/>
                <a:ext cx="441325" cy="260350"/>
              </a:xfrm>
              <a:custGeom>
                <a:avLst/>
                <a:gdLst>
                  <a:gd name="T0" fmla="*/ 97 w 278"/>
                  <a:gd name="T1" fmla="*/ 0 h 164"/>
                  <a:gd name="T2" fmla="*/ 0 w 278"/>
                  <a:gd name="T3" fmla="*/ 7 h 164"/>
                  <a:gd name="T4" fmla="*/ 0 w 278"/>
                  <a:gd name="T5" fmla="*/ 0 h 164"/>
                  <a:gd name="T6" fmla="*/ 278 w 278"/>
                  <a:gd name="T7" fmla="*/ 0 h 164"/>
                  <a:gd name="T8" fmla="*/ 180 w 278"/>
                  <a:gd name="T9" fmla="*/ 7 h 164"/>
                  <a:gd name="T10" fmla="*/ 180 w 278"/>
                  <a:gd name="T11" fmla="*/ 0 h 164"/>
                  <a:gd name="T12" fmla="*/ 45 w 278"/>
                  <a:gd name="T13" fmla="*/ 59 h 164"/>
                  <a:gd name="T14" fmla="*/ 2 w 278"/>
                  <a:gd name="T15" fmla="*/ 64 h 164"/>
                  <a:gd name="T16" fmla="*/ 2 w 278"/>
                  <a:gd name="T17" fmla="*/ 59 h 164"/>
                  <a:gd name="T18" fmla="*/ 275 w 278"/>
                  <a:gd name="T19" fmla="*/ 59 h 164"/>
                  <a:gd name="T20" fmla="*/ 232 w 278"/>
                  <a:gd name="T21" fmla="*/ 64 h 164"/>
                  <a:gd name="T22" fmla="*/ 232 w 278"/>
                  <a:gd name="T23" fmla="*/ 59 h 164"/>
                  <a:gd name="T24" fmla="*/ 69 w 278"/>
                  <a:gd name="T25" fmla="*/ 102 h 164"/>
                  <a:gd name="T26" fmla="*/ 7 w 278"/>
                  <a:gd name="T27" fmla="*/ 109 h 164"/>
                  <a:gd name="T28" fmla="*/ 7 w 278"/>
                  <a:gd name="T29" fmla="*/ 102 h 164"/>
                  <a:gd name="T30" fmla="*/ 164 w 278"/>
                  <a:gd name="T31" fmla="*/ 102 h 164"/>
                  <a:gd name="T32" fmla="*/ 114 w 278"/>
                  <a:gd name="T33" fmla="*/ 109 h 164"/>
                  <a:gd name="T34" fmla="*/ 114 w 278"/>
                  <a:gd name="T35" fmla="*/ 102 h 164"/>
                  <a:gd name="T36" fmla="*/ 270 w 278"/>
                  <a:gd name="T37" fmla="*/ 102 h 164"/>
                  <a:gd name="T38" fmla="*/ 206 w 278"/>
                  <a:gd name="T39" fmla="*/ 109 h 164"/>
                  <a:gd name="T40" fmla="*/ 206 w 278"/>
                  <a:gd name="T41" fmla="*/ 102 h 164"/>
                  <a:gd name="T42" fmla="*/ 81 w 278"/>
                  <a:gd name="T43" fmla="*/ 159 h 164"/>
                  <a:gd name="T44" fmla="*/ 111 w 278"/>
                  <a:gd name="T45" fmla="*/ 133 h 164"/>
                  <a:gd name="T46" fmla="*/ 114 w 278"/>
                  <a:gd name="T47" fmla="*/ 133 h 164"/>
                  <a:gd name="T48" fmla="*/ 185 w 278"/>
                  <a:gd name="T49" fmla="*/ 159 h 164"/>
                  <a:gd name="T50" fmla="*/ 164 w 278"/>
                  <a:gd name="T51" fmla="*/ 131 h 164"/>
                  <a:gd name="T52" fmla="*/ 164 w 278"/>
                  <a:gd name="T53" fmla="*/ 133 h 164"/>
                  <a:gd name="T54" fmla="*/ 166 w 278"/>
                  <a:gd name="T55" fmla="*/ 133 h 164"/>
                  <a:gd name="T56" fmla="*/ 194 w 278"/>
                  <a:gd name="T57" fmla="*/ 159 h 164"/>
                  <a:gd name="T58" fmla="*/ 261 w 278"/>
                  <a:gd name="T59" fmla="*/ 164 h 164"/>
                  <a:gd name="T60" fmla="*/ 16 w 278"/>
                  <a:gd name="T61" fmla="*/ 159 h 164"/>
                  <a:gd name="T62" fmla="*/ 114 w 278"/>
                  <a:gd name="T63" fmla="*/ 131 h 164"/>
                  <a:gd name="T64" fmla="*/ 114 w 278"/>
                  <a:gd name="T65" fmla="*/ 133 h 164"/>
                  <a:gd name="T66" fmla="*/ 114 w 278"/>
                  <a:gd name="T67" fmla="*/ 13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78" h="164">
                    <a:moveTo>
                      <a:pt x="0" y="0"/>
                    </a:moveTo>
                    <a:lnTo>
                      <a:pt x="97" y="0"/>
                    </a:lnTo>
                    <a:lnTo>
                      <a:pt x="97" y="7"/>
                    </a:lnTo>
                    <a:lnTo>
                      <a:pt x="0" y="7"/>
                    </a:lnTo>
                    <a:lnTo>
                      <a:pt x="0" y="0"/>
                    </a:lnTo>
                    <a:lnTo>
                      <a:pt x="0" y="0"/>
                    </a:lnTo>
                    <a:close/>
                    <a:moveTo>
                      <a:pt x="180" y="0"/>
                    </a:moveTo>
                    <a:lnTo>
                      <a:pt x="278" y="0"/>
                    </a:lnTo>
                    <a:lnTo>
                      <a:pt x="278" y="7"/>
                    </a:lnTo>
                    <a:lnTo>
                      <a:pt x="180" y="7"/>
                    </a:lnTo>
                    <a:lnTo>
                      <a:pt x="180" y="0"/>
                    </a:lnTo>
                    <a:lnTo>
                      <a:pt x="180" y="0"/>
                    </a:lnTo>
                    <a:close/>
                    <a:moveTo>
                      <a:pt x="2" y="59"/>
                    </a:moveTo>
                    <a:lnTo>
                      <a:pt x="45" y="59"/>
                    </a:lnTo>
                    <a:lnTo>
                      <a:pt x="45" y="64"/>
                    </a:lnTo>
                    <a:lnTo>
                      <a:pt x="2" y="64"/>
                    </a:lnTo>
                    <a:lnTo>
                      <a:pt x="2" y="59"/>
                    </a:lnTo>
                    <a:lnTo>
                      <a:pt x="2" y="59"/>
                    </a:lnTo>
                    <a:close/>
                    <a:moveTo>
                      <a:pt x="232" y="59"/>
                    </a:moveTo>
                    <a:lnTo>
                      <a:pt x="275" y="59"/>
                    </a:lnTo>
                    <a:lnTo>
                      <a:pt x="275" y="64"/>
                    </a:lnTo>
                    <a:lnTo>
                      <a:pt x="232" y="64"/>
                    </a:lnTo>
                    <a:lnTo>
                      <a:pt x="232" y="59"/>
                    </a:lnTo>
                    <a:lnTo>
                      <a:pt x="232" y="59"/>
                    </a:lnTo>
                    <a:close/>
                    <a:moveTo>
                      <a:pt x="7" y="102"/>
                    </a:moveTo>
                    <a:lnTo>
                      <a:pt x="69" y="102"/>
                    </a:lnTo>
                    <a:lnTo>
                      <a:pt x="69" y="109"/>
                    </a:lnTo>
                    <a:lnTo>
                      <a:pt x="7" y="109"/>
                    </a:lnTo>
                    <a:lnTo>
                      <a:pt x="7" y="102"/>
                    </a:lnTo>
                    <a:lnTo>
                      <a:pt x="7" y="102"/>
                    </a:lnTo>
                    <a:close/>
                    <a:moveTo>
                      <a:pt x="114" y="102"/>
                    </a:moveTo>
                    <a:lnTo>
                      <a:pt x="164" y="102"/>
                    </a:lnTo>
                    <a:lnTo>
                      <a:pt x="164" y="109"/>
                    </a:lnTo>
                    <a:lnTo>
                      <a:pt x="114" y="109"/>
                    </a:lnTo>
                    <a:lnTo>
                      <a:pt x="114" y="102"/>
                    </a:lnTo>
                    <a:lnTo>
                      <a:pt x="114" y="102"/>
                    </a:lnTo>
                    <a:close/>
                    <a:moveTo>
                      <a:pt x="206" y="102"/>
                    </a:moveTo>
                    <a:lnTo>
                      <a:pt x="270" y="102"/>
                    </a:lnTo>
                    <a:lnTo>
                      <a:pt x="270" y="109"/>
                    </a:lnTo>
                    <a:lnTo>
                      <a:pt x="206" y="109"/>
                    </a:lnTo>
                    <a:lnTo>
                      <a:pt x="206" y="102"/>
                    </a:lnTo>
                    <a:lnTo>
                      <a:pt x="206" y="102"/>
                    </a:lnTo>
                    <a:close/>
                    <a:moveTo>
                      <a:pt x="16" y="159"/>
                    </a:moveTo>
                    <a:lnTo>
                      <a:pt x="81" y="159"/>
                    </a:lnTo>
                    <a:lnTo>
                      <a:pt x="107" y="133"/>
                    </a:lnTo>
                    <a:lnTo>
                      <a:pt x="111" y="133"/>
                    </a:lnTo>
                    <a:lnTo>
                      <a:pt x="111" y="133"/>
                    </a:lnTo>
                    <a:lnTo>
                      <a:pt x="114" y="133"/>
                    </a:lnTo>
                    <a:lnTo>
                      <a:pt x="88" y="159"/>
                    </a:lnTo>
                    <a:lnTo>
                      <a:pt x="185" y="159"/>
                    </a:lnTo>
                    <a:lnTo>
                      <a:pt x="159" y="131"/>
                    </a:lnTo>
                    <a:lnTo>
                      <a:pt x="164" y="131"/>
                    </a:lnTo>
                    <a:lnTo>
                      <a:pt x="164" y="133"/>
                    </a:lnTo>
                    <a:lnTo>
                      <a:pt x="164" y="133"/>
                    </a:lnTo>
                    <a:lnTo>
                      <a:pt x="166" y="133"/>
                    </a:lnTo>
                    <a:lnTo>
                      <a:pt x="166" y="133"/>
                    </a:lnTo>
                    <a:lnTo>
                      <a:pt x="168" y="133"/>
                    </a:lnTo>
                    <a:lnTo>
                      <a:pt x="194" y="159"/>
                    </a:lnTo>
                    <a:lnTo>
                      <a:pt x="261" y="159"/>
                    </a:lnTo>
                    <a:lnTo>
                      <a:pt x="261" y="164"/>
                    </a:lnTo>
                    <a:lnTo>
                      <a:pt x="16" y="164"/>
                    </a:lnTo>
                    <a:lnTo>
                      <a:pt x="16" y="159"/>
                    </a:lnTo>
                    <a:lnTo>
                      <a:pt x="16" y="159"/>
                    </a:lnTo>
                    <a:close/>
                    <a:moveTo>
                      <a:pt x="114" y="131"/>
                    </a:moveTo>
                    <a:lnTo>
                      <a:pt x="116" y="131"/>
                    </a:lnTo>
                    <a:lnTo>
                      <a:pt x="114" y="133"/>
                    </a:lnTo>
                    <a:lnTo>
                      <a:pt x="114" y="131"/>
                    </a:lnTo>
                    <a:lnTo>
                      <a:pt x="114" y="1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1" name="Freeform 21"/>
              <p:cNvSpPr>
                <a:spLocks noEditPoints="1"/>
              </p:cNvSpPr>
              <p:nvPr/>
            </p:nvSpPr>
            <p:spPr bwMode="auto">
              <a:xfrm>
                <a:off x="4295776" y="1660525"/>
                <a:ext cx="546100" cy="508000"/>
              </a:xfrm>
              <a:custGeom>
                <a:avLst/>
                <a:gdLst>
                  <a:gd name="T0" fmla="*/ 31 w 145"/>
                  <a:gd name="T1" fmla="*/ 0 h 135"/>
                  <a:gd name="T2" fmla="*/ 0 w 145"/>
                  <a:gd name="T3" fmla="*/ 27 h 135"/>
                  <a:gd name="T4" fmla="*/ 14 w 145"/>
                  <a:gd name="T5" fmla="*/ 45 h 135"/>
                  <a:gd name="T6" fmla="*/ 14 w 145"/>
                  <a:gd name="T7" fmla="*/ 63 h 135"/>
                  <a:gd name="T8" fmla="*/ 33 w 145"/>
                  <a:gd name="T9" fmla="*/ 116 h 135"/>
                  <a:gd name="T10" fmla="*/ 61 w 145"/>
                  <a:gd name="T11" fmla="*/ 125 h 135"/>
                  <a:gd name="T12" fmla="*/ 73 w 145"/>
                  <a:gd name="T13" fmla="*/ 135 h 135"/>
                  <a:gd name="T14" fmla="*/ 83 w 145"/>
                  <a:gd name="T15" fmla="*/ 126 h 135"/>
                  <a:gd name="T16" fmla="*/ 112 w 145"/>
                  <a:gd name="T17" fmla="*/ 116 h 135"/>
                  <a:gd name="T18" fmla="*/ 131 w 145"/>
                  <a:gd name="T19" fmla="*/ 63 h 135"/>
                  <a:gd name="T20" fmla="*/ 131 w 145"/>
                  <a:gd name="T21" fmla="*/ 46 h 135"/>
                  <a:gd name="T22" fmla="*/ 145 w 145"/>
                  <a:gd name="T23" fmla="*/ 27 h 135"/>
                  <a:gd name="T24" fmla="*/ 115 w 145"/>
                  <a:gd name="T25" fmla="*/ 0 h 135"/>
                  <a:gd name="T26" fmla="*/ 73 w 145"/>
                  <a:gd name="T27" fmla="*/ 14 h 135"/>
                  <a:gd name="T28" fmla="*/ 31 w 145"/>
                  <a:gd name="T29" fmla="*/ 0 h 135"/>
                  <a:gd name="T30" fmla="*/ 31 w 145"/>
                  <a:gd name="T31" fmla="*/ 4 h 135"/>
                  <a:gd name="T32" fmla="*/ 6 w 145"/>
                  <a:gd name="T33" fmla="*/ 26 h 135"/>
                  <a:gd name="T34" fmla="*/ 16 w 145"/>
                  <a:gd name="T35" fmla="*/ 38 h 135"/>
                  <a:gd name="T36" fmla="*/ 17 w 145"/>
                  <a:gd name="T37" fmla="*/ 51 h 135"/>
                  <a:gd name="T38" fmla="*/ 17 w 145"/>
                  <a:gd name="T39" fmla="*/ 64 h 135"/>
                  <a:gd name="T40" fmla="*/ 34 w 145"/>
                  <a:gd name="T41" fmla="*/ 113 h 135"/>
                  <a:gd name="T42" fmla="*/ 60 w 145"/>
                  <a:gd name="T43" fmla="*/ 122 h 135"/>
                  <a:gd name="T44" fmla="*/ 73 w 145"/>
                  <a:gd name="T45" fmla="*/ 130 h 135"/>
                  <a:gd name="T46" fmla="*/ 83 w 145"/>
                  <a:gd name="T47" fmla="*/ 123 h 135"/>
                  <a:gd name="T48" fmla="*/ 111 w 145"/>
                  <a:gd name="T49" fmla="*/ 113 h 135"/>
                  <a:gd name="T50" fmla="*/ 128 w 145"/>
                  <a:gd name="T51" fmla="*/ 63 h 135"/>
                  <a:gd name="T52" fmla="*/ 128 w 145"/>
                  <a:gd name="T53" fmla="*/ 52 h 135"/>
                  <a:gd name="T54" fmla="*/ 129 w 145"/>
                  <a:gd name="T55" fmla="*/ 38 h 135"/>
                  <a:gd name="T56" fmla="*/ 139 w 145"/>
                  <a:gd name="T57" fmla="*/ 26 h 135"/>
                  <a:gd name="T58" fmla="*/ 114 w 145"/>
                  <a:gd name="T59" fmla="*/ 4 h 135"/>
                  <a:gd name="T60" fmla="*/ 73 w 145"/>
                  <a:gd name="T61" fmla="*/ 16 h 135"/>
                  <a:gd name="T62" fmla="*/ 31 w 145"/>
                  <a:gd name="T63" fmla="*/ 4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5">
                    <a:moveTo>
                      <a:pt x="31" y="0"/>
                    </a:moveTo>
                    <a:cubicBezTo>
                      <a:pt x="0" y="27"/>
                      <a:pt x="0" y="27"/>
                      <a:pt x="0" y="27"/>
                    </a:cubicBezTo>
                    <a:cubicBezTo>
                      <a:pt x="9" y="28"/>
                      <a:pt x="14" y="37"/>
                      <a:pt x="14" y="45"/>
                    </a:cubicBezTo>
                    <a:cubicBezTo>
                      <a:pt x="14" y="63"/>
                      <a:pt x="14" y="63"/>
                      <a:pt x="14" y="63"/>
                    </a:cubicBezTo>
                    <a:cubicBezTo>
                      <a:pt x="14" y="80"/>
                      <a:pt x="15" y="109"/>
                      <a:pt x="33" y="116"/>
                    </a:cubicBezTo>
                    <a:cubicBezTo>
                      <a:pt x="36" y="117"/>
                      <a:pt x="53" y="121"/>
                      <a:pt x="61" y="125"/>
                    </a:cubicBezTo>
                    <a:cubicBezTo>
                      <a:pt x="70" y="130"/>
                      <a:pt x="71" y="135"/>
                      <a:pt x="73" y="135"/>
                    </a:cubicBezTo>
                    <a:cubicBezTo>
                      <a:pt x="74" y="134"/>
                      <a:pt x="76" y="130"/>
                      <a:pt x="83" y="126"/>
                    </a:cubicBezTo>
                    <a:cubicBezTo>
                      <a:pt x="92" y="122"/>
                      <a:pt x="107" y="118"/>
                      <a:pt x="112" y="116"/>
                    </a:cubicBezTo>
                    <a:cubicBezTo>
                      <a:pt x="130" y="109"/>
                      <a:pt x="131" y="80"/>
                      <a:pt x="131" y="63"/>
                    </a:cubicBezTo>
                    <a:cubicBezTo>
                      <a:pt x="131" y="46"/>
                      <a:pt x="131" y="46"/>
                      <a:pt x="131" y="46"/>
                    </a:cubicBezTo>
                    <a:cubicBezTo>
                      <a:pt x="131" y="38"/>
                      <a:pt x="136" y="28"/>
                      <a:pt x="145" y="27"/>
                    </a:cubicBezTo>
                    <a:cubicBezTo>
                      <a:pt x="115" y="0"/>
                      <a:pt x="115" y="0"/>
                      <a:pt x="115" y="0"/>
                    </a:cubicBezTo>
                    <a:cubicBezTo>
                      <a:pt x="100" y="9"/>
                      <a:pt x="90" y="13"/>
                      <a:pt x="73" y="14"/>
                    </a:cubicBezTo>
                    <a:cubicBezTo>
                      <a:pt x="55" y="14"/>
                      <a:pt x="45" y="10"/>
                      <a:pt x="31" y="0"/>
                    </a:cubicBezTo>
                    <a:close/>
                    <a:moveTo>
                      <a:pt x="31" y="4"/>
                    </a:moveTo>
                    <a:cubicBezTo>
                      <a:pt x="6" y="26"/>
                      <a:pt x="6" y="26"/>
                      <a:pt x="6" y="26"/>
                    </a:cubicBezTo>
                    <a:cubicBezTo>
                      <a:pt x="7" y="26"/>
                      <a:pt x="13" y="29"/>
                      <a:pt x="16" y="38"/>
                    </a:cubicBezTo>
                    <a:cubicBezTo>
                      <a:pt x="17" y="42"/>
                      <a:pt x="17" y="47"/>
                      <a:pt x="17" y="51"/>
                    </a:cubicBezTo>
                    <a:cubicBezTo>
                      <a:pt x="17" y="56"/>
                      <a:pt x="17" y="60"/>
                      <a:pt x="17" y="64"/>
                    </a:cubicBezTo>
                    <a:cubicBezTo>
                      <a:pt x="17" y="79"/>
                      <a:pt x="18" y="106"/>
                      <a:pt x="34" y="113"/>
                    </a:cubicBezTo>
                    <a:cubicBezTo>
                      <a:pt x="37" y="115"/>
                      <a:pt x="53" y="118"/>
                      <a:pt x="60" y="122"/>
                    </a:cubicBezTo>
                    <a:cubicBezTo>
                      <a:pt x="70" y="126"/>
                      <a:pt x="72" y="130"/>
                      <a:pt x="73" y="130"/>
                    </a:cubicBezTo>
                    <a:cubicBezTo>
                      <a:pt x="74" y="129"/>
                      <a:pt x="76" y="126"/>
                      <a:pt x="83" y="123"/>
                    </a:cubicBezTo>
                    <a:cubicBezTo>
                      <a:pt x="91" y="119"/>
                      <a:pt x="106" y="115"/>
                      <a:pt x="111" y="113"/>
                    </a:cubicBezTo>
                    <a:cubicBezTo>
                      <a:pt x="127" y="107"/>
                      <a:pt x="127" y="79"/>
                      <a:pt x="128" y="63"/>
                    </a:cubicBezTo>
                    <a:cubicBezTo>
                      <a:pt x="128" y="52"/>
                      <a:pt x="128" y="52"/>
                      <a:pt x="128" y="52"/>
                    </a:cubicBezTo>
                    <a:cubicBezTo>
                      <a:pt x="128" y="47"/>
                      <a:pt x="127" y="43"/>
                      <a:pt x="129" y="38"/>
                    </a:cubicBezTo>
                    <a:cubicBezTo>
                      <a:pt x="131" y="33"/>
                      <a:pt x="134" y="28"/>
                      <a:pt x="139" y="26"/>
                    </a:cubicBezTo>
                    <a:cubicBezTo>
                      <a:pt x="114" y="4"/>
                      <a:pt x="114" y="4"/>
                      <a:pt x="114" y="4"/>
                    </a:cubicBezTo>
                    <a:cubicBezTo>
                      <a:pt x="100" y="13"/>
                      <a:pt x="90" y="16"/>
                      <a:pt x="73" y="16"/>
                    </a:cubicBezTo>
                    <a:cubicBezTo>
                      <a:pt x="56" y="16"/>
                      <a:pt x="45" y="13"/>
                      <a:pt x="3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2" name="Freeform 22"/>
              <p:cNvSpPr>
                <a:spLocks noEditPoints="1"/>
              </p:cNvSpPr>
              <p:nvPr/>
            </p:nvSpPr>
            <p:spPr bwMode="auto">
              <a:xfrm>
                <a:off x="4373563" y="1701800"/>
                <a:ext cx="388938" cy="430213"/>
              </a:xfrm>
              <a:custGeom>
                <a:avLst/>
                <a:gdLst>
                  <a:gd name="T0" fmla="*/ 226 w 245"/>
                  <a:gd name="T1" fmla="*/ 17 h 271"/>
                  <a:gd name="T2" fmla="*/ 233 w 245"/>
                  <a:gd name="T3" fmla="*/ 31 h 271"/>
                  <a:gd name="T4" fmla="*/ 219 w 245"/>
                  <a:gd name="T5" fmla="*/ 40 h 271"/>
                  <a:gd name="T6" fmla="*/ 207 w 245"/>
                  <a:gd name="T7" fmla="*/ 31 h 271"/>
                  <a:gd name="T8" fmla="*/ 212 w 245"/>
                  <a:gd name="T9" fmla="*/ 17 h 271"/>
                  <a:gd name="T10" fmla="*/ 219 w 245"/>
                  <a:gd name="T11" fmla="*/ 0 h 271"/>
                  <a:gd name="T12" fmla="*/ 131 w 245"/>
                  <a:gd name="T13" fmla="*/ 240 h 271"/>
                  <a:gd name="T14" fmla="*/ 136 w 245"/>
                  <a:gd name="T15" fmla="*/ 254 h 271"/>
                  <a:gd name="T16" fmla="*/ 121 w 245"/>
                  <a:gd name="T17" fmla="*/ 263 h 271"/>
                  <a:gd name="T18" fmla="*/ 110 w 245"/>
                  <a:gd name="T19" fmla="*/ 254 h 271"/>
                  <a:gd name="T20" fmla="*/ 114 w 245"/>
                  <a:gd name="T21" fmla="*/ 240 h 271"/>
                  <a:gd name="T22" fmla="*/ 121 w 245"/>
                  <a:gd name="T23" fmla="*/ 223 h 271"/>
                  <a:gd name="T24" fmla="*/ 126 w 245"/>
                  <a:gd name="T25" fmla="*/ 242 h 271"/>
                  <a:gd name="T26" fmla="*/ 129 w 245"/>
                  <a:gd name="T27" fmla="*/ 252 h 271"/>
                  <a:gd name="T28" fmla="*/ 121 w 245"/>
                  <a:gd name="T29" fmla="*/ 256 h 271"/>
                  <a:gd name="T30" fmla="*/ 114 w 245"/>
                  <a:gd name="T31" fmla="*/ 252 h 271"/>
                  <a:gd name="T32" fmla="*/ 117 w 245"/>
                  <a:gd name="T33" fmla="*/ 242 h 271"/>
                  <a:gd name="T34" fmla="*/ 121 w 245"/>
                  <a:gd name="T35" fmla="*/ 235 h 271"/>
                  <a:gd name="T36" fmla="*/ 34 w 245"/>
                  <a:gd name="T37" fmla="*/ 17 h 271"/>
                  <a:gd name="T38" fmla="*/ 38 w 245"/>
                  <a:gd name="T39" fmla="*/ 31 h 271"/>
                  <a:gd name="T40" fmla="*/ 27 w 245"/>
                  <a:gd name="T41" fmla="*/ 40 h 271"/>
                  <a:gd name="T42" fmla="*/ 15 w 245"/>
                  <a:gd name="T43" fmla="*/ 31 h 271"/>
                  <a:gd name="T44" fmla="*/ 19 w 245"/>
                  <a:gd name="T45" fmla="*/ 17 h 271"/>
                  <a:gd name="T46" fmla="*/ 27 w 245"/>
                  <a:gd name="T47" fmla="*/ 0 h 271"/>
                  <a:gd name="T48" fmla="*/ 31 w 245"/>
                  <a:gd name="T49" fmla="*/ 22 h 271"/>
                  <a:gd name="T50" fmla="*/ 34 w 245"/>
                  <a:gd name="T51" fmla="*/ 29 h 271"/>
                  <a:gd name="T52" fmla="*/ 27 w 245"/>
                  <a:gd name="T53" fmla="*/ 33 h 271"/>
                  <a:gd name="T54" fmla="*/ 19 w 245"/>
                  <a:gd name="T55" fmla="*/ 29 h 271"/>
                  <a:gd name="T56" fmla="*/ 22 w 245"/>
                  <a:gd name="T57" fmla="*/ 22 h 271"/>
                  <a:gd name="T58" fmla="*/ 27 w 245"/>
                  <a:gd name="T59" fmla="*/ 12 h 271"/>
                  <a:gd name="T60" fmla="*/ 224 w 245"/>
                  <a:gd name="T61" fmla="*/ 22 h 271"/>
                  <a:gd name="T62" fmla="*/ 226 w 245"/>
                  <a:gd name="T63" fmla="*/ 29 h 271"/>
                  <a:gd name="T64" fmla="*/ 219 w 245"/>
                  <a:gd name="T65" fmla="*/ 33 h 271"/>
                  <a:gd name="T66" fmla="*/ 212 w 245"/>
                  <a:gd name="T67" fmla="*/ 29 h 271"/>
                  <a:gd name="T68" fmla="*/ 214 w 245"/>
                  <a:gd name="T69" fmla="*/ 22 h 271"/>
                  <a:gd name="T70" fmla="*/ 219 w 245"/>
                  <a:gd name="T71" fmla="*/ 12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5" h="271">
                    <a:moveTo>
                      <a:pt x="219" y="0"/>
                    </a:moveTo>
                    <a:lnTo>
                      <a:pt x="226" y="17"/>
                    </a:lnTo>
                    <a:lnTo>
                      <a:pt x="245" y="19"/>
                    </a:lnTo>
                    <a:lnTo>
                      <a:pt x="233" y="31"/>
                    </a:lnTo>
                    <a:lnTo>
                      <a:pt x="235" y="48"/>
                    </a:lnTo>
                    <a:lnTo>
                      <a:pt x="219" y="40"/>
                    </a:lnTo>
                    <a:lnTo>
                      <a:pt x="205" y="48"/>
                    </a:lnTo>
                    <a:lnTo>
                      <a:pt x="207" y="31"/>
                    </a:lnTo>
                    <a:lnTo>
                      <a:pt x="193" y="19"/>
                    </a:lnTo>
                    <a:lnTo>
                      <a:pt x="212" y="17"/>
                    </a:lnTo>
                    <a:lnTo>
                      <a:pt x="219" y="0"/>
                    </a:lnTo>
                    <a:lnTo>
                      <a:pt x="219" y="0"/>
                    </a:lnTo>
                    <a:close/>
                    <a:moveTo>
                      <a:pt x="121" y="223"/>
                    </a:moveTo>
                    <a:lnTo>
                      <a:pt x="131" y="240"/>
                    </a:lnTo>
                    <a:lnTo>
                      <a:pt x="148" y="242"/>
                    </a:lnTo>
                    <a:lnTo>
                      <a:pt x="136" y="254"/>
                    </a:lnTo>
                    <a:lnTo>
                      <a:pt x="138" y="271"/>
                    </a:lnTo>
                    <a:lnTo>
                      <a:pt x="121" y="263"/>
                    </a:lnTo>
                    <a:lnTo>
                      <a:pt x="107" y="271"/>
                    </a:lnTo>
                    <a:lnTo>
                      <a:pt x="110" y="254"/>
                    </a:lnTo>
                    <a:lnTo>
                      <a:pt x="98" y="242"/>
                    </a:lnTo>
                    <a:lnTo>
                      <a:pt x="114" y="240"/>
                    </a:lnTo>
                    <a:lnTo>
                      <a:pt x="121" y="223"/>
                    </a:lnTo>
                    <a:lnTo>
                      <a:pt x="121" y="223"/>
                    </a:lnTo>
                    <a:close/>
                    <a:moveTo>
                      <a:pt x="121" y="235"/>
                    </a:moveTo>
                    <a:lnTo>
                      <a:pt x="126" y="242"/>
                    </a:lnTo>
                    <a:lnTo>
                      <a:pt x="136" y="244"/>
                    </a:lnTo>
                    <a:lnTo>
                      <a:pt x="129" y="252"/>
                    </a:lnTo>
                    <a:lnTo>
                      <a:pt x="131" y="261"/>
                    </a:lnTo>
                    <a:lnTo>
                      <a:pt x="121" y="256"/>
                    </a:lnTo>
                    <a:lnTo>
                      <a:pt x="112" y="261"/>
                    </a:lnTo>
                    <a:lnTo>
                      <a:pt x="114" y="252"/>
                    </a:lnTo>
                    <a:lnTo>
                      <a:pt x="107" y="244"/>
                    </a:lnTo>
                    <a:lnTo>
                      <a:pt x="117" y="242"/>
                    </a:lnTo>
                    <a:lnTo>
                      <a:pt x="121" y="235"/>
                    </a:lnTo>
                    <a:lnTo>
                      <a:pt x="121" y="235"/>
                    </a:lnTo>
                    <a:close/>
                    <a:moveTo>
                      <a:pt x="27" y="0"/>
                    </a:moveTo>
                    <a:lnTo>
                      <a:pt x="34" y="17"/>
                    </a:lnTo>
                    <a:lnTo>
                      <a:pt x="53" y="19"/>
                    </a:lnTo>
                    <a:lnTo>
                      <a:pt x="38" y="31"/>
                    </a:lnTo>
                    <a:lnTo>
                      <a:pt x="41" y="48"/>
                    </a:lnTo>
                    <a:lnTo>
                      <a:pt x="27" y="40"/>
                    </a:lnTo>
                    <a:lnTo>
                      <a:pt x="10" y="48"/>
                    </a:lnTo>
                    <a:lnTo>
                      <a:pt x="15" y="31"/>
                    </a:lnTo>
                    <a:lnTo>
                      <a:pt x="0" y="19"/>
                    </a:lnTo>
                    <a:lnTo>
                      <a:pt x="19" y="17"/>
                    </a:lnTo>
                    <a:lnTo>
                      <a:pt x="27" y="0"/>
                    </a:lnTo>
                    <a:lnTo>
                      <a:pt x="27" y="0"/>
                    </a:lnTo>
                    <a:close/>
                    <a:moveTo>
                      <a:pt x="27" y="12"/>
                    </a:moveTo>
                    <a:lnTo>
                      <a:pt x="31" y="22"/>
                    </a:lnTo>
                    <a:lnTo>
                      <a:pt x="41" y="22"/>
                    </a:lnTo>
                    <a:lnTo>
                      <a:pt x="34" y="29"/>
                    </a:lnTo>
                    <a:lnTo>
                      <a:pt x="36" y="38"/>
                    </a:lnTo>
                    <a:lnTo>
                      <a:pt x="27" y="33"/>
                    </a:lnTo>
                    <a:lnTo>
                      <a:pt x="17" y="38"/>
                    </a:lnTo>
                    <a:lnTo>
                      <a:pt x="19" y="29"/>
                    </a:lnTo>
                    <a:lnTo>
                      <a:pt x="12" y="22"/>
                    </a:lnTo>
                    <a:lnTo>
                      <a:pt x="22" y="22"/>
                    </a:lnTo>
                    <a:lnTo>
                      <a:pt x="27" y="12"/>
                    </a:lnTo>
                    <a:lnTo>
                      <a:pt x="27" y="12"/>
                    </a:lnTo>
                    <a:close/>
                    <a:moveTo>
                      <a:pt x="219" y="12"/>
                    </a:moveTo>
                    <a:lnTo>
                      <a:pt x="224" y="22"/>
                    </a:lnTo>
                    <a:lnTo>
                      <a:pt x="233" y="22"/>
                    </a:lnTo>
                    <a:lnTo>
                      <a:pt x="226" y="29"/>
                    </a:lnTo>
                    <a:lnTo>
                      <a:pt x="228" y="38"/>
                    </a:lnTo>
                    <a:lnTo>
                      <a:pt x="219" y="33"/>
                    </a:lnTo>
                    <a:lnTo>
                      <a:pt x="209" y="38"/>
                    </a:lnTo>
                    <a:lnTo>
                      <a:pt x="212" y="29"/>
                    </a:lnTo>
                    <a:lnTo>
                      <a:pt x="205" y="22"/>
                    </a:lnTo>
                    <a:lnTo>
                      <a:pt x="214" y="22"/>
                    </a:lnTo>
                    <a:lnTo>
                      <a:pt x="219" y="12"/>
                    </a:lnTo>
                    <a:lnTo>
                      <a:pt x="21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3" name="Freeform 23"/>
              <p:cNvSpPr>
                <a:spLocks noEditPoints="1"/>
              </p:cNvSpPr>
              <p:nvPr/>
            </p:nvSpPr>
            <p:spPr bwMode="auto">
              <a:xfrm>
                <a:off x="4392613" y="2220913"/>
                <a:ext cx="350838" cy="79375"/>
              </a:xfrm>
              <a:custGeom>
                <a:avLst/>
                <a:gdLst>
                  <a:gd name="T0" fmla="*/ 11 w 93"/>
                  <a:gd name="T1" fmla="*/ 4 h 21"/>
                  <a:gd name="T2" fmla="*/ 11 w 93"/>
                  <a:gd name="T3" fmla="*/ 4 h 21"/>
                  <a:gd name="T4" fmla="*/ 11 w 93"/>
                  <a:gd name="T5" fmla="*/ 2 h 21"/>
                  <a:gd name="T6" fmla="*/ 29 w 93"/>
                  <a:gd name="T7" fmla="*/ 3 h 21"/>
                  <a:gd name="T8" fmla="*/ 28 w 93"/>
                  <a:gd name="T9" fmla="*/ 8 h 21"/>
                  <a:gd name="T10" fmla="*/ 38 w 93"/>
                  <a:gd name="T11" fmla="*/ 7 h 21"/>
                  <a:gd name="T12" fmla="*/ 37 w 93"/>
                  <a:gd name="T13" fmla="*/ 5 h 21"/>
                  <a:gd name="T14" fmla="*/ 33 w 93"/>
                  <a:gd name="T15" fmla="*/ 4 h 21"/>
                  <a:gd name="T16" fmla="*/ 39 w 93"/>
                  <a:gd name="T17" fmla="*/ 1 h 21"/>
                  <a:gd name="T18" fmla="*/ 63 w 93"/>
                  <a:gd name="T19" fmla="*/ 3 h 21"/>
                  <a:gd name="T20" fmla="*/ 65 w 93"/>
                  <a:gd name="T21" fmla="*/ 8 h 21"/>
                  <a:gd name="T22" fmla="*/ 71 w 93"/>
                  <a:gd name="T23" fmla="*/ 10 h 21"/>
                  <a:gd name="T24" fmla="*/ 65 w 93"/>
                  <a:gd name="T25" fmla="*/ 2 h 21"/>
                  <a:gd name="T26" fmla="*/ 88 w 93"/>
                  <a:gd name="T27" fmla="*/ 12 h 21"/>
                  <a:gd name="T28" fmla="*/ 87 w 93"/>
                  <a:gd name="T29" fmla="*/ 11 h 21"/>
                  <a:gd name="T30" fmla="*/ 87 w 93"/>
                  <a:gd name="T31" fmla="*/ 5 h 21"/>
                  <a:gd name="T32" fmla="*/ 83 w 93"/>
                  <a:gd name="T33" fmla="*/ 18 h 21"/>
                  <a:gd name="T34" fmla="*/ 80 w 93"/>
                  <a:gd name="T35" fmla="*/ 11 h 21"/>
                  <a:gd name="T36" fmla="*/ 78 w 93"/>
                  <a:gd name="T37" fmla="*/ 11 h 21"/>
                  <a:gd name="T38" fmla="*/ 75 w 93"/>
                  <a:gd name="T39" fmla="*/ 19 h 21"/>
                  <a:gd name="T40" fmla="*/ 93 w 93"/>
                  <a:gd name="T41" fmla="*/ 20 h 21"/>
                  <a:gd name="T42" fmla="*/ 85 w 93"/>
                  <a:gd name="T43" fmla="*/ 12 h 21"/>
                  <a:gd name="T44" fmla="*/ 55 w 93"/>
                  <a:gd name="T45" fmla="*/ 2 h 21"/>
                  <a:gd name="T46" fmla="*/ 50 w 93"/>
                  <a:gd name="T47" fmla="*/ 7 h 21"/>
                  <a:gd name="T48" fmla="*/ 50 w 93"/>
                  <a:gd name="T49" fmla="*/ 15 h 21"/>
                  <a:gd name="T50" fmla="*/ 57 w 93"/>
                  <a:gd name="T51" fmla="*/ 10 h 21"/>
                  <a:gd name="T52" fmla="*/ 53 w 93"/>
                  <a:gd name="T53" fmla="*/ 14 h 21"/>
                  <a:gd name="T54" fmla="*/ 57 w 93"/>
                  <a:gd name="T55" fmla="*/ 14 h 21"/>
                  <a:gd name="T56" fmla="*/ 57 w 93"/>
                  <a:gd name="T57" fmla="*/ 9 h 21"/>
                  <a:gd name="T58" fmla="*/ 55 w 93"/>
                  <a:gd name="T59" fmla="*/ 7 h 21"/>
                  <a:gd name="T60" fmla="*/ 62 w 93"/>
                  <a:gd name="T61" fmla="*/ 11 h 21"/>
                  <a:gd name="T62" fmla="*/ 62 w 93"/>
                  <a:gd name="T63" fmla="*/ 11 h 21"/>
                  <a:gd name="T64" fmla="*/ 62 w 93"/>
                  <a:gd name="T65" fmla="*/ 14 h 21"/>
                  <a:gd name="T66" fmla="*/ 39 w 93"/>
                  <a:gd name="T67" fmla="*/ 11 h 21"/>
                  <a:gd name="T68" fmla="*/ 36 w 93"/>
                  <a:gd name="T69" fmla="*/ 10 h 21"/>
                  <a:gd name="T70" fmla="*/ 34 w 93"/>
                  <a:gd name="T71" fmla="*/ 12 h 21"/>
                  <a:gd name="T72" fmla="*/ 34 w 93"/>
                  <a:gd name="T73" fmla="*/ 13 h 21"/>
                  <a:gd name="T74" fmla="*/ 26 w 93"/>
                  <a:gd name="T75" fmla="*/ 17 h 21"/>
                  <a:gd name="T76" fmla="*/ 44 w 93"/>
                  <a:gd name="T77" fmla="*/ 15 h 21"/>
                  <a:gd name="T78" fmla="*/ 35 w 93"/>
                  <a:gd name="T79" fmla="*/ 12 h 21"/>
                  <a:gd name="T80" fmla="*/ 7 w 93"/>
                  <a:gd name="T81" fmla="*/ 6 h 21"/>
                  <a:gd name="T82" fmla="*/ 12 w 93"/>
                  <a:gd name="T83" fmla="*/ 8 h 21"/>
                  <a:gd name="T84" fmla="*/ 10 w 93"/>
                  <a:gd name="T85" fmla="*/ 8 h 21"/>
                  <a:gd name="T86" fmla="*/ 13 w 93"/>
                  <a:gd name="T87" fmla="*/ 5 h 21"/>
                  <a:gd name="T88" fmla="*/ 5 w 93"/>
                  <a:gd name="T89" fmla="*/ 7 h 21"/>
                  <a:gd name="T90" fmla="*/ 6 w 93"/>
                  <a:gd name="T91" fmla="*/ 9 h 21"/>
                  <a:gd name="T92" fmla="*/ 4 w 93"/>
                  <a:gd name="T93" fmla="*/ 11 h 21"/>
                  <a:gd name="T94" fmla="*/ 8 w 93"/>
                  <a:gd name="T95" fmla="*/ 11 h 21"/>
                  <a:gd name="T96" fmla="*/ 0 w 93"/>
                  <a:gd name="T97" fmla="*/ 16 h 21"/>
                  <a:gd name="T98" fmla="*/ 18 w 93"/>
                  <a:gd name="T99" fmla="*/ 14 h 21"/>
                  <a:gd name="T100" fmla="*/ 14 w 93"/>
                  <a:gd name="T101" fmla="*/ 13 h 21"/>
                  <a:gd name="T102" fmla="*/ 12 w 93"/>
                  <a:gd name="T103" fmla="*/ 11 h 21"/>
                  <a:gd name="T104" fmla="*/ 10 w 93"/>
                  <a:gd name="T105" fmla="*/ 14 h 21"/>
                  <a:gd name="T106" fmla="*/ 14 w 93"/>
                  <a:gd name="T107" fmla="*/ 10 h 21"/>
                  <a:gd name="T108" fmla="*/ 10 w 93"/>
                  <a:gd name="T109" fmla="*/ 9 h 21"/>
                  <a:gd name="T110" fmla="*/ 6 w 93"/>
                  <a:gd name="T111" fmla="*/ 14 h 21"/>
                  <a:gd name="T112" fmla="*/ 7 w 93"/>
                  <a:gd name="T113" fmla="*/ 17 h 21"/>
                  <a:gd name="T114" fmla="*/ 7 w 93"/>
                  <a:gd name="T115" fmla="*/ 21 h 21"/>
                  <a:gd name="T116" fmla="*/ 14 w 93"/>
                  <a:gd name="T117" fmla="*/ 20 h 21"/>
                  <a:gd name="T118" fmla="*/ 15 w 93"/>
                  <a:gd name="T119" fmla="*/ 16 h 21"/>
                  <a:gd name="T120" fmla="*/ 12 w 93"/>
                  <a:gd name="T121" fmla="*/ 17 h 21"/>
                  <a:gd name="T122" fmla="*/ 7 w 93"/>
                  <a:gd name="T123" fmla="*/ 18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3" h="21">
                    <a:moveTo>
                      <a:pt x="11" y="2"/>
                    </a:moveTo>
                    <a:cubicBezTo>
                      <a:pt x="11" y="2"/>
                      <a:pt x="11" y="2"/>
                      <a:pt x="11" y="3"/>
                    </a:cubicBezTo>
                    <a:cubicBezTo>
                      <a:pt x="11" y="3"/>
                      <a:pt x="11" y="3"/>
                      <a:pt x="11" y="3"/>
                    </a:cubicBezTo>
                    <a:cubicBezTo>
                      <a:pt x="11" y="3"/>
                      <a:pt x="11" y="4"/>
                      <a:pt x="11" y="4"/>
                    </a:cubicBezTo>
                    <a:cubicBezTo>
                      <a:pt x="10" y="4"/>
                      <a:pt x="10" y="5"/>
                      <a:pt x="10" y="5"/>
                    </a:cubicBezTo>
                    <a:cubicBezTo>
                      <a:pt x="9" y="5"/>
                      <a:pt x="9" y="5"/>
                      <a:pt x="9" y="5"/>
                    </a:cubicBezTo>
                    <a:cubicBezTo>
                      <a:pt x="9" y="5"/>
                      <a:pt x="10" y="5"/>
                      <a:pt x="10" y="5"/>
                    </a:cubicBezTo>
                    <a:cubicBezTo>
                      <a:pt x="10" y="5"/>
                      <a:pt x="11" y="5"/>
                      <a:pt x="11" y="4"/>
                    </a:cubicBezTo>
                    <a:cubicBezTo>
                      <a:pt x="12" y="4"/>
                      <a:pt x="12" y="4"/>
                      <a:pt x="12" y="4"/>
                    </a:cubicBezTo>
                    <a:cubicBezTo>
                      <a:pt x="12" y="4"/>
                      <a:pt x="13" y="4"/>
                      <a:pt x="13" y="3"/>
                    </a:cubicBezTo>
                    <a:cubicBezTo>
                      <a:pt x="13" y="3"/>
                      <a:pt x="14" y="3"/>
                      <a:pt x="13" y="3"/>
                    </a:cubicBezTo>
                    <a:cubicBezTo>
                      <a:pt x="13" y="2"/>
                      <a:pt x="12" y="2"/>
                      <a:pt x="11" y="2"/>
                    </a:cubicBezTo>
                    <a:close/>
                    <a:moveTo>
                      <a:pt x="38" y="1"/>
                    </a:moveTo>
                    <a:cubicBezTo>
                      <a:pt x="38" y="1"/>
                      <a:pt x="38" y="1"/>
                      <a:pt x="37" y="1"/>
                    </a:cubicBezTo>
                    <a:cubicBezTo>
                      <a:pt x="36" y="1"/>
                      <a:pt x="33" y="2"/>
                      <a:pt x="29" y="2"/>
                    </a:cubicBezTo>
                    <a:cubicBezTo>
                      <a:pt x="28" y="2"/>
                      <a:pt x="28" y="3"/>
                      <a:pt x="29" y="3"/>
                    </a:cubicBezTo>
                    <a:cubicBezTo>
                      <a:pt x="30" y="3"/>
                      <a:pt x="31" y="3"/>
                      <a:pt x="32" y="3"/>
                    </a:cubicBezTo>
                    <a:cubicBezTo>
                      <a:pt x="32" y="3"/>
                      <a:pt x="32" y="4"/>
                      <a:pt x="32" y="5"/>
                    </a:cubicBezTo>
                    <a:cubicBezTo>
                      <a:pt x="31" y="6"/>
                      <a:pt x="30" y="7"/>
                      <a:pt x="29" y="8"/>
                    </a:cubicBezTo>
                    <a:cubicBezTo>
                      <a:pt x="29" y="8"/>
                      <a:pt x="29" y="8"/>
                      <a:pt x="28" y="8"/>
                    </a:cubicBezTo>
                    <a:cubicBezTo>
                      <a:pt x="28" y="8"/>
                      <a:pt x="28" y="9"/>
                      <a:pt x="28" y="9"/>
                    </a:cubicBezTo>
                    <a:cubicBezTo>
                      <a:pt x="28" y="9"/>
                      <a:pt x="29" y="10"/>
                      <a:pt x="29" y="10"/>
                    </a:cubicBezTo>
                    <a:cubicBezTo>
                      <a:pt x="29" y="10"/>
                      <a:pt x="29" y="10"/>
                      <a:pt x="30" y="9"/>
                    </a:cubicBezTo>
                    <a:cubicBezTo>
                      <a:pt x="30" y="9"/>
                      <a:pt x="33" y="8"/>
                      <a:pt x="38" y="7"/>
                    </a:cubicBezTo>
                    <a:cubicBezTo>
                      <a:pt x="38" y="7"/>
                      <a:pt x="38" y="7"/>
                      <a:pt x="38" y="7"/>
                    </a:cubicBezTo>
                    <a:cubicBezTo>
                      <a:pt x="38" y="8"/>
                      <a:pt x="39" y="8"/>
                      <a:pt x="39" y="8"/>
                    </a:cubicBezTo>
                    <a:cubicBezTo>
                      <a:pt x="40" y="8"/>
                      <a:pt x="40" y="7"/>
                      <a:pt x="39" y="6"/>
                    </a:cubicBezTo>
                    <a:cubicBezTo>
                      <a:pt x="39" y="5"/>
                      <a:pt x="38" y="5"/>
                      <a:pt x="37" y="5"/>
                    </a:cubicBezTo>
                    <a:cubicBezTo>
                      <a:pt x="35" y="4"/>
                      <a:pt x="35" y="4"/>
                      <a:pt x="36" y="5"/>
                    </a:cubicBezTo>
                    <a:cubicBezTo>
                      <a:pt x="36" y="5"/>
                      <a:pt x="36" y="6"/>
                      <a:pt x="37" y="7"/>
                    </a:cubicBezTo>
                    <a:cubicBezTo>
                      <a:pt x="34" y="7"/>
                      <a:pt x="32" y="8"/>
                      <a:pt x="30" y="8"/>
                    </a:cubicBezTo>
                    <a:cubicBezTo>
                      <a:pt x="31" y="7"/>
                      <a:pt x="32" y="6"/>
                      <a:pt x="33" y="4"/>
                    </a:cubicBezTo>
                    <a:cubicBezTo>
                      <a:pt x="34" y="4"/>
                      <a:pt x="34" y="4"/>
                      <a:pt x="34" y="4"/>
                    </a:cubicBezTo>
                    <a:cubicBezTo>
                      <a:pt x="35" y="4"/>
                      <a:pt x="35" y="3"/>
                      <a:pt x="33" y="3"/>
                    </a:cubicBezTo>
                    <a:cubicBezTo>
                      <a:pt x="36" y="2"/>
                      <a:pt x="38" y="2"/>
                      <a:pt x="39" y="2"/>
                    </a:cubicBezTo>
                    <a:cubicBezTo>
                      <a:pt x="39" y="2"/>
                      <a:pt x="39" y="1"/>
                      <a:pt x="39" y="1"/>
                    </a:cubicBezTo>
                    <a:cubicBezTo>
                      <a:pt x="39" y="1"/>
                      <a:pt x="38" y="1"/>
                      <a:pt x="38" y="1"/>
                    </a:cubicBezTo>
                    <a:close/>
                    <a:moveTo>
                      <a:pt x="63" y="0"/>
                    </a:moveTo>
                    <a:cubicBezTo>
                      <a:pt x="63" y="0"/>
                      <a:pt x="63" y="1"/>
                      <a:pt x="63" y="1"/>
                    </a:cubicBezTo>
                    <a:cubicBezTo>
                      <a:pt x="63" y="1"/>
                      <a:pt x="63" y="2"/>
                      <a:pt x="63" y="3"/>
                    </a:cubicBezTo>
                    <a:cubicBezTo>
                      <a:pt x="62" y="7"/>
                      <a:pt x="61" y="9"/>
                      <a:pt x="59" y="11"/>
                    </a:cubicBezTo>
                    <a:cubicBezTo>
                      <a:pt x="59" y="11"/>
                      <a:pt x="59" y="11"/>
                      <a:pt x="59" y="11"/>
                    </a:cubicBezTo>
                    <a:cubicBezTo>
                      <a:pt x="61" y="10"/>
                      <a:pt x="62" y="8"/>
                      <a:pt x="63" y="5"/>
                    </a:cubicBezTo>
                    <a:cubicBezTo>
                      <a:pt x="64" y="5"/>
                      <a:pt x="64" y="6"/>
                      <a:pt x="65" y="8"/>
                    </a:cubicBezTo>
                    <a:cubicBezTo>
                      <a:pt x="66" y="9"/>
                      <a:pt x="66" y="9"/>
                      <a:pt x="66" y="10"/>
                    </a:cubicBezTo>
                    <a:cubicBezTo>
                      <a:pt x="66" y="10"/>
                      <a:pt x="67" y="11"/>
                      <a:pt x="69" y="11"/>
                    </a:cubicBezTo>
                    <a:cubicBezTo>
                      <a:pt x="69" y="11"/>
                      <a:pt x="69" y="11"/>
                      <a:pt x="70" y="11"/>
                    </a:cubicBezTo>
                    <a:cubicBezTo>
                      <a:pt x="70" y="11"/>
                      <a:pt x="71" y="11"/>
                      <a:pt x="71" y="10"/>
                    </a:cubicBezTo>
                    <a:cubicBezTo>
                      <a:pt x="71" y="10"/>
                      <a:pt x="71" y="10"/>
                      <a:pt x="71" y="10"/>
                    </a:cubicBezTo>
                    <a:cubicBezTo>
                      <a:pt x="68" y="8"/>
                      <a:pt x="66" y="7"/>
                      <a:pt x="65" y="5"/>
                    </a:cubicBezTo>
                    <a:cubicBezTo>
                      <a:pt x="64" y="5"/>
                      <a:pt x="64" y="4"/>
                      <a:pt x="64" y="4"/>
                    </a:cubicBezTo>
                    <a:cubicBezTo>
                      <a:pt x="64" y="3"/>
                      <a:pt x="64" y="2"/>
                      <a:pt x="65" y="2"/>
                    </a:cubicBezTo>
                    <a:cubicBezTo>
                      <a:pt x="65" y="2"/>
                      <a:pt x="65" y="2"/>
                      <a:pt x="65" y="1"/>
                    </a:cubicBezTo>
                    <a:cubicBezTo>
                      <a:pt x="64" y="1"/>
                      <a:pt x="64" y="1"/>
                      <a:pt x="63" y="0"/>
                    </a:cubicBezTo>
                    <a:close/>
                    <a:moveTo>
                      <a:pt x="85" y="12"/>
                    </a:moveTo>
                    <a:cubicBezTo>
                      <a:pt x="86" y="12"/>
                      <a:pt x="87" y="12"/>
                      <a:pt x="88" y="12"/>
                    </a:cubicBezTo>
                    <a:cubicBezTo>
                      <a:pt x="89" y="12"/>
                      <a:pt x="89" y="12"/>
                      <a:pt x="89" y="12"/>
                    </a:cubicBezTo>
                    <a:cubicBezTo>
                      <a:pt x="90" y="12"/>
                      <a:pt x="90" y="12"/>
                      <a:pt x="91" y="11"/>
                    </a:cubicBezTo>
                    <a:cubicBezTo>
                      <a:pt x="91" y="11"/>
                      <a:pt x="90" y="11"/>
                      <a:pt x="90" y="11"/>
                    </a:cubicBezTo>
                    <a:cubicBezTo>
                      <a:pt x="89" y="10"/>
                      <a:pt x="88" y="11"/>
                      <a:pt x="87" y="11"/>
                    </a:cubicBezTo>
                    <a:cubicBezTo>
                      <a:pt x="86" y="11"/>
                      <a:pt x="86" y="11"/>
                      <a:pt x="85" y="11"/>
                    </a:cubicBezTo>
                    <a:cubicBezTo>
                      <a:pt x="86" y="9"/>
                      <a:pt x="86" y="7"/>
                      <a:pt x="86" y="7"/>
                    </a:cubicBezTo>
                    <a:cubicBezTo>
                      <a:pt x="86" y="6"/>
                      <a:pt x="86" y="6"/>
                      <a:pt x="86" y="6"/>
                    </a:cubicBezTo>
                    <a:cubicBezTo>
                      <a:pt x="86" y="5"/>
                      <a:pt x="87" y="5"/>
                      <a:pt x="87" y="5"/>
                    </a:cubicBezTo>
                    <a:cubicBezTo>
                      <a:pt x="86" y="5"/>
                      <a:pt x="85" y="4"/>
                      <a:pt x="84" y="4"/>
                    </a:cubicBezTo>
                    <a:cubicBezTo>
                      <a:pt x="84" y="4"/>
                      <a:pt x="84" y="4"/>
                      <a:pt x="84" y="5"/>
                    </a:cubicBezTo>
                    <a:cubicBezTo>
                      <a:pt x="84" y="5"/>
                      <a:pt x="84" y="6"/>
                      <a:pt x="84" y="6"/>
                    </a:cubicBezTo>
                    <a:cubicBezTo>
                      <a:pt x="84" y="8"/>
                      <a:pt x="84" y="12"/>
                      <a:pt x="83" y="18"/>
                    </a:cubicBezTo>
                    <a:cubicBezTo>
                      <a:pt x="80" y="18"/>
                      <a:pt x="80" y="18"/>
                      <a:pt x="80" y="18"/>
                    </a:cubicBezTo>
                    <a:cubicBezTo>
                      <a:pt x="80" y="18"/>
                      <a:pt x="80" y="17"/>
                      <a:pt x="80" y="16"/>
                    </a:cubicBezTo>
                    <a:cubicBezTo>
                      <a:pt x="80" y="14"/>
                      <a:pt x="80" y="12"/>
                      <a:pt x="80" y="12"/>
                    </a:cubicBezTo>
                    <a:cubicBezTo>
                      <a:pt x="80" y="12"/>
                      <a:pt x="80" y="11"/>
                      <a:pt x="80" y="11"/>
                    </a:cubicBezTo>
                    <a:cubicBezTo>
                      <a:pt x="80" y="11"/>
                      <a:pt x="80" y="11"/>
                      <a:pt x="80" y="11"/>
                    </a:cubicBezTo>
                    <a:cubicBezTo>
                      <a:pt x="80" y="10"/>
                      <a:pt x="79" y="10"/>
                      <a:pt x="78" y="9"/>
                    </a:cubicBezTo>
                    <a:cubicBezTo>
                      <a:pt x="78" y="9"/>
                      <a:pt x="78" y="10"/>
                      <a:pt x="78" y="10"/>
                    </a:cubicBezTo>
                    <a:cubicBezTo>
                      <a:pt x="78" y="11"/>
                      <a:pt x="78" y="11"/>
                      <a:pt x="78" y="11"/>
                    </a:cubicBezTo>
                    <a:cubicBezTo>
                      <a:pt x="79" y="12"/>
                      <a:pt x="79" y="15"/>
                      <a:pt x="78" y="18"/>
                    </a:cubicBezTo>
                    <a:cubicBezTo>
                      <a:pt x="77" y="18"/>
                      <a:pt x="76" y="18"/>
                      <a:pt x="74" y="18"/>
                    </a:cubicBezTo>
                    <a:cubicBezTo>
                      <a:pt x="74" y="18"/>
                      <a:pt x="73" y="18"/>
                      <a:pt x="74" y="18"/>
                    </a:cubicBezTo>
                    <a:cubicBezTo>
                      <a:pt x="74" y="19"/>
                      <a:pt x="74" y="19"/>
                      <a:pt x="75" y="19"/>
                    </a:cubicBezTo>
                    <a:cubicBezTo>
                      <a:pt x="78" y="19"/>
                      <a:pt x="81" y="19"/>
                      <a:pt x="84" y="19"/>
                    </a:cubicBezTo>
                    <a:cubicBezTo>
                      <a:pt x="85" y="19"/>
                      <a:pt x="87" y="19"/>
                      <a:pt x="88" y="20"/>
                    </a:cubicBezTo>
                    <a:cubicBezTo>
                      <a:pt x="89" y="20"/>
                      <a:pt x="91" y="20"/>
                      <a:pt x="92" y="20"/>
                    </a:cubicBezTo>
                    <a:cubicBezTo>
                      <a:pt x="93" y="20"/>
                      <a:pt x="93" y="20"/>
                      <a:pt x="93" y="20"/>
                    </a:cubicBezTo>
                    <a:cubicBezTo>
                      <a:pt x="93" y="19"/>
                      <a:pt x="92" y="18"/>
                      <a:pt x="91" y="18"/>
                    </a:cubicBezTo>
                    <a:cubicBezTo>
                      <a:pt x="91" y="18"/>
                      <a:pt x="90" y="18"/>
                      <a:pt x="89" y="18"/>
                    </a:cubicBezTo>
                    <a:cubicBezTo>
                      <a:pt x="87" y="18"/>
                      <a:pt x="85" y="18"/>
                      <a:pt x="84" y="18"/>
                    </a:cubicBezTo>
                    <a:cubicBezTo>
                      <a:pt x="85" y="12"/>
                      <a:pt x="85" y="12"/>
                      <a:pt x="85" y="12"/>
                    </a:cubicBezTo>
                    <a:close/>
                    <a:moveTo>
                      <a:pt x="55" y="2"/>
                    </a:moveTo>
                    <a:cubicBezTo>
                      <a:pt x="56" y="3"/>
                      <a:pt x="57" y="4"/>
                      <a:pt x="58" y="4"/>
                    </a:cubicBezTo>
                    <a:cubicBezTo>
                      <a:pt x="59" y="3"/>
                      <a:pt x="59" y="3"/>
                      <a:pt x="58" y="2"/>
                    </a:cubicBezTo>
                    <a:cubicBezTo>
                      <a:pt x="56" y="1"/>
                      <a:pt x="55" y="1"/>
                      <a:pt x="55" y="2"/>
                    </a:cubicBezTo>
                    <a:close/>
                    <a:moveTo>
                      <a:pt x="59" y="5"/>
                    </a:moveTo>
                    <a:cubicBezTo>
                      <a:pt x="59" y="5"/>
                      <a:pt x="58" y="5"/>
                      <a:pt x="57" y="5"/>
                    </a:cubicBezTo>
                    <a:cubicBezTo>
                      <a:pt x="55" y="6"/>
                      <a:pt x="52" y="6"/>
                      <a:pt x="50" y="6"/>
                    </a:cubicBezTo>
                    <a:cubicBezTo>
                      <a:pt x="50" y="6"/>
                      <a:pt x="50" y="6"/>
                      <a:pt x="50" y="7"/>
                    </a:cubicBezTo>
                    <a:cubicBezTo>
                      <a:pt x="51" y="7"/>
                      <a:pt x="51" y="7"/>
                      <a:pt x="52" y="8"/>
                    </a:cubicBezTo>
                    <a:cubicBezTo>
                      <a:pt x="52" y="8"/>
                      <a:pt x="53" y="7"/>
                      <a:pt x="55" y="7"/>
                    </a:cubicBezTo>
                    <a:cubicBezTo>
                      <a:pt x="55" y="9"/>
                      <a:pt x="53" y="12"/>
                      <a:pt x="50" y="15"/>
                    </a:cubicBezTo>
                    <a:cubicBezTo>
                      <a:pt x="49" y="15"/>
                      <a:pt x="49" y="15"/>
                      <a:pt x="50" y="15"/>
                    </a:cubicBezTo>
                    <a:cubicBezTo>
                      <a:pt x="50" y="15"/>
                      <a:pt x="51" y="15"/>
                      <a:pt x="51" y="15"/>
                    </a:cubicBezTo>
                    <a:cubicBezTo>
                      <a:pt x="53" y="13"/>
                      <a:pt x="55" y="12"/>
                      <a:pt x="55" y="10"/>
                    </a:cubicBezTo>
                    <a:cubicBezTo>
                      <a:pt x="55" y="10"/>
                      <a:pt x="55" y="10"/>
                      <a:pt x="56" y="10"/>
                    </a:cubicBezTo>
                    <a:cubicBezTo>
                      <a:pt x="56" y="10"/>
                      <a:pt x="57" y="10"/>
                      <a:pt x="57" y="10"/>
                    </a:cubicBezTo>
                    <a:cubicBezTo>
                      <a:pt x="57" y="11"/>
                      <a:pt x="57" y="12"/>
                      <a:pt x="56" y="13"/>
                    </a:cubicBezTo>
                    <a:cubicBezTo>
                      <a:pt x="56" y="14"/>
                      <a:pt x="55" y="15"/>
                      <a:pt x="55" y="15"/>
                    </a:cubicBezTo>
                    <a:cubicBezTo>
                      <a:pt x="55" y="15"/>
                      <a:pt x="55" y="15"/>
                      <a:pt x="54" y="15"/>
                    </a:cubicBezTo>
                    <a:cubicBezTo>
                      <a:pt x="54" y="14"/>
                      <a:pt x="53" y="14"/>
                      <a:pt x="53" y="14"/>
                    </a:cubicBezTo>
                    <a:cubicBezTo>
                      <a:pt x="54" y="15"/>
                      <a:pt x="54" y="16"/>
                      <a:pt x="54" y="16"/>
                    </a:cubicBezTo>
                    <a:cubicBezTo>
                      <a:pt x="54" y="16"/>
                      <a:pt x="54" y="17"/>
                      <a:pt x="54" y="17"/>
                    </a:cubicBezTo>
                    <a:cubicBezTo>
                      <a:pt x="55" y="17"/>
                      <a:pt x="55" y="17"/>
                      <a:pt x="56" y="16"/>
                    </a:cubicBezTo>
                    <a:cubicBezTo>
                      <a:pt x="57" y="15"/>
                      <a:pt x="57" y="15"/>
                      <a:pt x="57" y="14"/>
                    </a:cubicBezTo>
                    <a:cubicBezTo>
                      <a:pt x="58" y="12"/>
                      <a:pt x="58" y="11"/>
                      <a:pt x="58" y="11"/>
                    </a:cubicBezTo>
                    <a:cubicBezTo>
                      <a:pt x="59" y="10"/>
                      <a:pt x="59" y="10"/>
                      <a:pt x="59" y="10"/>
                    </a:cubicBezTo>
                    <a:cubicBezTo>
                      <a:pt x="58" y="10"/>
                      <a:pt x="58" y="9"/>
                      <a:pt x="58" y="9"/>
                    </a:cubicBezTo>
                    <a:cubicBezTo>
                      <a:pt x="57" y="9"/>
                      <a:pt x="57" y="9"/>
                      <a:pt x="57" y="9"/>
                    </a:cubicBezTo>
                    <a:cubicBezTo>
                      <a:pt x="57" y="9"/>
                      <a:pt x="56" y="9"/>
                      <a:pt x="56" y="9"/>
                    </a:cubicBezTo>
                    <a:cubicBezTo>
                      <a:pt x="56" y="9"/>
                      <a:pt x="56" y="8"/>
                      <a:pt x="56" y="8"/>
                    </a:cubicBezTo>
                    <a:cubicBezTo>
                      <a:pt x="56" y="8"/>
                      <a:pt x="56" y="8"/>
                      <a:pt x="56" y="8"/>
                    </a:cubicBezTo>
                    <a:cubicBezTo>
                      <a:pt x="56" y="8"/>
                      <a:pt x="56" y="7"/>
                      <a:pt x="55" y="7"/>
                    </a:cubicBezTo>
                    <a:cubicBezTo>
                      <a:pt x="57" y="6"/>
                      <a:pt x="58" y="6"/>
                      <a:pt x="59" y="6"/>
                    </a:cubicBezTo>
                    <a:cubicBezTo>
                      <a:pt x="60" y="6"/>
                      <a:pt x="60" y="6"/>
                      <a:pt x="60" y="6"/>
                    </a:cubicBezTo>
                    <a:cubicBezTo>
                      <a:pt x="60" y="5"/>
                      <a:pt x="59" y="5"/>
                      <a:pt x="59" y="5"/>
                    </a:cubicBezTo>
                    <a:close/>
                    <a:moveTo>
                      <a:pt x="62" y="11"/>
                    </a:moveTo>
                    <a:cubicBezTo>
                      <a:pt x="62" y="11"/>
                      <a:pt x="62" y="11"/>
                      <a:pt x="62" y="11"/>
                    </a:cubicBezTo>
                    <a:cubicBezTo>
                      <a:pt x="63" y="12"/>
                      <a:pt x="64" y="13"/>
                      <a:pt x="64" y="13"/>
                    </a:cubicBezTo>
                    <a:cubicBezTo>
                      <a:pt x="65" y="13"/>
                      <a:pt x="65" y="12"/>
                      <a:pt x="64" y="11"/>
                    </a:cubicBezTo>
                    <a:cubicBezTo>
                      <a:pt x="63" y="11"/>
                      <a:pt x="62" y="10"/>
                      <a:pt x="62" y="11"/>
                    </a:cubicBezTo>
                    <a:close/>
                    <a:moveTo>
                      <a:pt x="61" y="15"/>
                    </a:moveTo>
                    <a:cubicBezTo>
                      <a:pt x="62" y="16"/>
                      <a:pt x="63" y="17"/>
                      <a:pt x="64" y="18"/>
                    </a:cubicBezTo>
                    <a:cubicBezTo>
                      <a:pt x="65" y="17"/>
                      <a:pt x="65" y="17"/>
                      <a:pt x="65" y="16"/>
                    </a:cubicBezTo>
                    <a:cubicBezTo>
                      <a:pt x="64" y="15"/>
                      <a:pt x="63" y="15"/>
                      <a:pt x="62" y="14"/>
                    </a:cubicBezTo>
                    <a:cubicBezTo>
                      <a:pt x="61" y="14"/>
                      <a:pt x="61" y="14"/>
                      <a:pt x="61" y="15"/>
                    </a:cubicBezTo>
                    <a:close/>
                    <a:moveTo>
                      <a:pt x="35" y="12"/>
                    </a:moveTo>
                    <a:cubicBezTo>
                      <a:pt x="36" y="12"/>
                      <a:pt x="37" y="12"/>
                      <a:pt x="38" y="12"/>
                    </a:cubicBezTo>
                    <a:cubicBezTo>
                      <a:pt x="39" y="12"/>
                      <a:pt x="39" y="12"/>
                      <a:pt x="39" y="11"/>
                    </a:cubicBezTo>
                    <a:cubicBezTo>
                      <a:pt x="39" y="11"/>
                      <a:pt x="39" y="11"/>
                      <a:pt x="38" y="11"/>
                    </a:cubicBezTo>
                    <a:cubicBezTo>
                      <a:pt x="38" y="11"/>
                      <a:pt x="38" y="11"/>
                      <a:pt x="37" y="11"/>
                    </a:cubicBezTo>
                    <a:cubicBezTo>
                      <a:pt x="37" y="11"/>
                      <a:pt x="36" y="11"/>
                      <a:pt x="35" y="11"/>
                    </a:cubicBezTo>
                    <a:cubicBezTo>
                      <a:pt x="35" y="11"/>
                      <a:pt x="35" y="10"/>
                      <a:pt x="36" y="10"/>
                    </a:cubicBezTo>
                    <a:cubicBezTo>
                      <a:pt x="36" y="10"/>
                      <a:pt x="36" y="10"/>
                      <a:pt x="35" y="10"/>
                    </a:cubicBezTo>
                    <a:cubicBezTo>
                      <a:pt x="34" y="9"/>
                      <a:pt x="34" y="9"/>
                      <a:pt x="33" y="9"/>
                    </a:cubicBezTo>
                    <a:cubicBezTo>
                      <a:pt x="33" y="9"/>
                      <a:pt x="33" y="9"/>
                      <a:pt x="33" y="9"/>
                    </a:cubicBezTo>
                    <a:cubicBezTo>
                      <a:pt x="34" y="10"/>
                      <a:pt x="34" y="11"/>
                      <a:pt x="34" y="12"/>
                    </a:cubicBezTo>
                    <a:cubicBezTo>
                      <a:pt x="33" y="12"/>
                      <a:pt x="33" y="12"/>
                      <a:pt x="32" y="12"/>
                    </a:cubicBezTo>
                    <a:cubicBezTo>
                      <a:pt x="31" y="12"/>
                      <a:pt x="30" y="12"/>
                      <a:pt x="30" y="12"/>
                    </a:cubicBezTo>
                    <a:cubicBezTo>
                      <a:pt x="29" y="13"/>
                      <a:pt x="30" y="13"/>
                      <a:pt x="31" y="13"/>
                    </a:cubicBezTo>
                    <a:cubicBezTo>
                      <a:pt x="32" y="13"/>
                      <a:pt x="33" y="13"/>
                      <a:pt x="34" y="13"/>
                    </a:cubicBezTo>
                    <a:cubicBezTo>
                      <a:pt x="34" y="16"/>
                      <a:pt x="34" y="16"/>
                      <a:pt x="34" y="16"/>
                    </a:cubicBezTo>
                    <a:cubicBezTo>
                      <a:pt x="32" y="16"/>
                      <a:pt x="30" y="16"/>
                      <a:pt x="27" y="16"/>
                    </a:cubicBezTo>
                    <a:cubicBezTo>
                      <a:pt x="27" y="17"/>
                      <a:pt x="27" y="17"/>
                      <a:pt x="27" y="17"/>
                    </a:cubicBezTo>
                    <a:cubicBezTo>
                      <a:pt x="26" y="17"/>
                      <a:pt x="26" y="17"/>
                      <a:pt x="26" y="17"/>
                    </a:cubicBezTo>
                    <a:cubicBezTo>
                      <a:pt x="26" y="17"/>
                      <a:pt x="27" y="17"/>
                      <a:pt x="28" y="17"/>
                    </a:cubicBezTo>
                    <a:cubicBezTo>
                      <a:pt x="28" y="17"/>
                      <a:pt x="28" y="17"/>
                      <a:pt x="28" y="17"/>
                    </a:cubicBezTo>
                    <a:cubicBezTo>
                      <a:pt x="33" y="16"/>
                      <a:pt x="38" y="16"/>
                      <a:pt x="43" y="16"/>
                    </a:cubicBezTo>
                    <a:cubicBezTo>
                      <a:pt x="44" y="16"/>
                      <a:pt x="44" y="16"/>
                      <a:pt x="44" y="15"/>
                    </a:cubicBezTo>
                    <a:cubicBezTo>
                      <a:pt x="44" y="15"/>
                      <a:pt x="43" y="14"/>
                      <a:pt x="42" y="14"/>
                    </a:cubicBezTo>
                    <a:cubicBezTo>
                      <a:pt x="42" y="14"/>
                      <a:pt x="41" y="14"/>
                      <a:pt x="41" y="14"/>
                    </a:cubicBezTo>
                    <a:cubicBezTo>
                      <a:pt x="39" y="15"/>
                      <a:pt x="38" y="15"/>
                      <a:pt x="35" y="15"/>
                    </a:cubicBezTo>
                    <a:cubicBezTo>
                      <a:pt x="35" y="12"/>
                      <a:pt x="35" y="12"/>
                      <a:pt x="35" y="12"/>
                    </a:cubicBezTo>
                    <a:close/>
                    <a:moveTo>
                      <a:pt x="5" y="4"/>
                    </a:moveTo>
                    <a:cubicBezTo>
                      <a:pt x="5" y="4"/>
                      <a:pt x="5" y="4"/>
                      <a:pt x="5" y="4"/>
                    </a:cubicBezTo>
                    <a:cubicBezTo>
                      <a:pt x="5" y="4"/>
                      <a:pt x="5" y="5"/>
                      <a:pt x="6" y="5"/>
                    </a:cubicBezTo>
                    <a:cubicBezTo>
                      <a:pt x="6" y="6"/>
                      <a:pt x="6" y="6"/>
                      <a:pt x="7" y="6"/>
                    </a:cubicBezTo>
                    <a:cubicBezTo>
                      <a:pt x="7" y="5"/>
                      <a:pt x="7" y="5"/>
                      <a:pt x="7" y="5"/>
                    </a:cubicBezTo>
                    <a:cubicBezTo>
                      <a:pt x="7" y="4"/>
                      <a:pt x="6" y="4"/>
                      <a:pt x="5" y="4"/>
                    </a:cubicBezTo>
                    <a:close/>
                    <a:moveTo>
                      <a:pt x="10" y="9"/>
                    </a:moveTo>
                    <a:cubicBezTo>
                      <a:pt x="11" y="9"/>
                      <a:pt x="12" y="9"/>
                      <a:pt x="12" y="8"/>
                    </a:cubicBezTo>
                    <a:cubicBezTo>
                      <a:pt x="13" y="8"/>
                      <a:pt x="13" y="8"/>
                      <a:pt x="12" y="8"/>
                    </a:cubicBezTo>
                    <a:cubicBezTo>
                      <a:pt x="11" y="8"/>
                      <a:pt x="11" y="8"/>
                      <a:pt x="11" y="8"/>
                    </a:cubicBezTo>
                    <a:cubicBezTo>
                      <a:pt x="10" y="8"/>
                      <a:pt x="10" y="8"/>
                      <a:pt x="10" y="8"/>
                    </a:cubicBezTo>
                    <a:cubicBezTo>
                      <a:pt x="10" y="8"/>
                      <a:pt x="10" y="8"/>
                      <a:pt x="10" y="8"/>
                    </a:cubicBezTo>
                    <a:cubicBezTo>
                      <a:pt x="10" y="8"/>
                      <a:pt x="10" y="7"/>
                      <a:pt x="10" y="7"/>
                    </a:cubicBezTo>
                    <a:cubicBezTo>
                      <a:pt x="10" y="7"/>
                      <a:pt x="10" y="7"/>
                      <a:pt x="9" y="7"/>
                    </a:cubicBezTo>
                    <a:cubicBezTo>
                      <a:pt x="11" y="6"/>
                      <a:pt x="13" y="6"/>
                      <a:pt x="13" y="6"/>
                    </a:cubicBezTo>
                    <a:cubicBezTo>
                      <a:pt x="14" y="6"/>
                      <a:pt x="14" y="6"/>
                      <a:pt x="13" y="5"/>
                    </a:cubicBezTo>
                    <a:cubicBezTo>
                      <a:pt x="13" y="5"/>
                      <a:pt x="13" y="5"/>
                      <a:pt x="12" y="5"/>
                    </a:cubicBezTo>
                    <a:cubicBezTo>
                      <a:pt x="12" y="5"/>
                      <a:pt x="12" y="5"/>
                      <a:pt x="12" y="5"/>
                    </a:cubicBezTo>
                    <a:cubicBezTo>
                      <a:pt x="10" y="6"/>
                      <a:pt x="7" y="6"/>
                      <a:pt x="5" y="7"/>
                    </a:cubicBezTo>
                    <a:cubicBezTo>
                      <a:pt x="4" y="7"/>
                      <a:pt x="4" y="7"/>
                      <a:pt x="5" y="7"/>
                    </a:cubicBezTo>
                    <a:cubicBezTo>
                      <a:pt x="5" y="7"/>
                      <a:pt x="5" y="7"/>
                      <a:pt x="6" y="7"/>
                    </a:cubicBezTo>
                    <a:cubicBezTo>
                      <a:pt x="6" y="7"/>
                      <a:pt x="7" y="7"/>
                      <a:pt x="7" y="7"/>
                    </a:cubicBezTo>
                    <a:cubicBezTo>
                      <a:pt x="8" y="7"/>
                      <a:pt x="8" y="8"/>
                      <a:pt x="8" y="9"/>
                    </a:cubicBezTo>
                    <a:cubicBezTo>
                      <a:pt x="7" y="9"/>
                      <a:pt x="7" y="9"/>
                      <a:pt x="6" y="9"/>
                    </a:cubicBezTo>
                    <a:cubicBezTo>
                      <a:pt x="5" y="9"/>
                      <a:pt x="6" y="9"/>
                      <a:pt x="6" y="9"/>
                    </a:cubicBezTo>
                    <a:cubicBezTo>
                      <a:pt x="7" y="9"/>
                      <a:pt x="7" y="9"/>
                      <a:pt x="8" y="9"/>
                    </a:cubicBezTo>
                    <a:cubicBezTo>
                      <a:pt x="8" y="11"/>
                      <a:pt x="8" y="11"/>
                      <a:pt x="8" y="11"/>
                    </a:cubicBezTo>
                    <a:cubicBezTo>
                      <a:pt x="7" y="11"/>
                      <a:pt x="5" y="11"/>
                      <a:pt x="4" y="11"/>
                    </a:cubicBezTo>
                    <a:cubicBezTo>
                      <a:pt x="4" y="11"/>
                      <a:pt x="4" y="12"/>
                      <a:pt x="4" y="12"/>
                    </a:cubicBezTo>
                    <a:cubicBezTo>
                      <a:pt x="5" y="12"/>
                      <a:pt x="5" y="12"/>
                      <a:pt x="6" y="12"/>
                    </a:cubicBezTo>
                    <a:cubicBezTo>
                      <a:pt x="7" y="12"/>
                      <a:pt x="7" y="12"/>
                      <a:pt x="8" y="12"/>
                    </a:cubicBezTo>
                    <a:cubicBezTo>
                      <a:pt x="8" y="11"/>
                      <a:pt x="8" y="11"/>
                      <a:pt x="8" y="11"/>
                    </a:cubicBezTo>
                    <a:cubicBezTo>
                      <a:pt x="9" y="14"/>
                      <a:pt x="9" y="14"/>
                      <a:pt x="9" y="14"/>
                    </a:cubicBezTo>
                    <a:cubicBezTo>
                      <a:pt x="8" y="14"/>
                      <a:pt x="8" y="15"/>
                      <a:pt x="8" y="15"/>
                    </a:cubicBezTo>
                    <a:cubicBezTo>
                      <a:pt x="4" y="15"/>
                      <a:pt x="1" y="15"/>
                      <a:pt x="0" y="15"/>
                    </a:cubicBezTo>
                    <a:cubicBezTo>
                      <a:pt x="0" y="16"/>
                      <a:pt x="0" y="16"/>
                      <a:pt x="0" y="16"/>
                    </a:cubicBezTo>
                    <a:cubicBezTo>
                      <a:pt x="1" y="16"/>
                      <a:pt x="1" y="16"/>
                      <a:pt x="2" y="17"/>
                    </a:cubicBezTo>
                    <a:cubicBezTo>
                      <a:pt x="2" y="17"/>
                      <a:pt x="2" y="16"/>
                      <a:pt x="2" y="16"/>
                    </a:cubicBezTo>
                    <a:cubicBezTo>
                      <a:pt x="4" y="16"/>
                      <a:pt x="7" y="15"/>
                      <a:pt x="13" y="14"/>
                    </a:cubicBezTo>
                    <a:cubicBezTo>
                      <a:pt x="14" y="14"/>
                      <a:pt x="16" y="14"/>
                      <a:pt x="18" y="14"/>
                    </a:cubicBezTo>
                    <a:cubicBezTo>
                      <a:pt x="18" y="14"/>
                      <a:pt x="18" y="14"/>
                      <a:pt x="18" y="14"/>
                    </a:cubicBezTo>
                    <a:cubicBezTo>
                      <a:pt x="19" y="14"/>
                      <a:pt x="19" y="14"/>
                      <a:pt x="19" y="13"/>
                    </a:cubicBezTo>
                    <a:cubicBezTo>
                      <a:pt x="18" y="13"/>
                      <a:pt x="17" y="13"/>
                      <a:pt x="17" y="13"/>
                    </a:cubicBezTo>
                    <a:cubicBezTo>
                      <a:pt x="16" y="13"/>
                      <a:pt x="16" y="13"/>
                      <a:pt x="14" y="13"/>
                    </a:cubicBezTo>
                    <a:cubicBezTo>
                      <a:pt x="13" y="14"/>
                      <a:pt x="13" y="14"/>
                      <a:pt x="13" y="14"/>
                    </a:cubicBezTo>
                    <a:cubicBezTo>
                      <a:pt x="13" y="13"/>
                      <a:pt x="14" y="12"/>
                      <a:pt x="14" y="12"/>
                    </a:cubicBezTo>
                    <a:cubicBezTo>
                      <a:pt x="14" y="12"/>
                      <a:pt x="14" y="12"/>
                      <a:pt x="14" y="11"/>
                    </a:cubicBezTo>
                    <a:cubicBezTo>
                      <a:pt x="13" y="11"/>
                      <a:pt x="13" y="11"/>
                      <a:pt x="12" y="11"/>
                    </a:cubicBezTo>
                    <a:cubicBezTo>
                      <a:pt x="12" y="11"/>
                      <a:pt x="12" y="11"/>
                      <a:pt x="12" y="12"/>
                    </a:cubicBezTo>
                    <a:cubicBezTo>
                      <a:pt x="12" y="12"/>
                      <a:pt x="12" y="12"/>
                      <a:pt x="12" y="12"/>
                    </a:cubicBezTo>
                    <a:cubicBezTo>
                      <a:pt x="12" y="13"/>
                      <a:pt x="12" y="14"/>
                      <a:pt x="12" y="14"/>
                    </a:cubicBezTo>
                    <a:cubicBezTo>
                      <a:pt x="10" y="14"/>
                      <a:pt x="10" y="14"/>
                      <a:pt x="10" y="14"/>
                    </a:cubicBezTo>
                    <a:cubicBezTo>
                      <a:pt x="10" y="11"/>
                      <a:pt x="10" y="11"/>
                      <a:pt x="10" y="11"/>
                    </a:cubicBezTo>
                    <a:cubicBezTo>
                      <a:pt x="10" y="11"/>
                      <a:pt x="11" y="11"/>
                      <a:pt x="12" y="11"/>
                    </a:cubicBezTo>
                    <a:cubicBezTo>
                      <a:pt x="13" y="11"/>
                      <a:pt x="14" y="11"/>
                      <a:pt x="14" y="10"/>
                    </a:cubicBezTo>
                    <a:cubicBezTo>
                      <a:pt x="15" y="10"/>
                      <a:pt x="15" y="10"/>
                      <a:pt x="14" y="10"/>
                    </a:cubicBezTo>
                    <a:cubicBezTo>
                      <a:pt x="14" y="10"/>
                      <a:pt x="14" y="10"/>
                      <a:pt x="13" y="10"/>
                    </a:cubicBezTo>
                    <a:cubicBezTo>
                      <a:pt x="13" y="10"/>
                      <a:pt x="13" y="10"/>
                      <a:pt x="12" y="10"/>
                    </a:cubicBezTo>
                    <a:cubicBezTo>
                      <a:pt x="11" y="10"/>
                      <a:pt x="10" y="10"/>
                      <a:pt x="10" y="10"/>
                    </a:cubicBezTo>
                    <a:cubicBezTo>
                      <a:pt x="10" y="9"/>
                      <a:pt x="10" y="9"/>
                      <a:pt x="10" y="9"/>
                    </a:cubicBezTo>
                    <a:close/>
                    <a:moveTo>
                      <a:pt x="7" y="13"/>
                    </a:moveTo>
                    <a:cubicBezTo>
                      <a:pt x="7" y="13"/>
                      <a:pt x="6" y="12"/>
                      <a:pt x="5" y="12"/>
                    </a:cubicBezTo>
                    <a:cubicBezTo>
                      <a:pt x="5" y="12"/>
                      <a:pt x="5" y="13"/>
                      <a:pt x="5" y="13"/>
                    </a:cubicBezTo>
                    <a:cubicBezTo>
                      <a:pt x="6" y="14"/>
                      <a:pt x="6" y="14"/>
                      <a:pt x="6" y="14"/>
                    </a:cubicBezTo>
                    <a:cubicBezTo>
                      <a:pt x="7" y="14"/>
                      <a:pt x="7" y="14"/>
                      <a:pt x="7" y="13"/>
                    </a:cubicBezTo>
                    <a:close/>
                    <a:moveTo>
                      <a:pt x="13" y="16"/>
                    </a:moveTo>
                    <a:cubicBezTo>
                      <a:pt x="13" y="16"/>
                      <a:pt x="12" y="16"/>
                      <a:pt x="11" y="16"/>
                    </a:cubicBezTo>
                    <a:cubicBezTo>
                      <a:pt x="9" y="17"/>
                      <a:pt x="8" y="17"/>
                      <a:pt x="7" y="17"/>
                    </a:cubicBezTo>
                    <a:cubicBezTo>
                      <a:pt x="6" y="17"/>
                      <a:pt x="6" y="17"/>
                      <a:pt x="5" y="17"/>
                    </a:cubicBezTo>
                    <a:cubicBezTo>
                      <a:pt x="5" y="17"/>
                      <a:pt x="5" y="17"/>
                      <a:pt x="5" y="17"/>
                    </a:cubicBezTo>
                    <a:cubicBezTo>
                      <a:pt x="6" y="18"/>
                      <a:pt x="6" y="18"/>
                      <a:pt x="6" y="19"/>
                    </a:cubicBezTo>
                    <a:cubicBezTo>
                      <a:pt x="6" y="20"/>
                      <a:pt x="6" y="20"/>
                      <a:pt x="7" y="21"/>
                    </a:cubicBezTo>
                    <a:cubicBezTo>
                      <a:pt x="7" y="21"/>
                      <a:pt x="7" y="21"/>
                      <a:pt x="7" y="21"/>
                    </a:cubicBezTo>
                    <a:cubicBezTo>
                      <a:pt x="7" y="21"/>
                      <a:pt x="8" y="21"/>
                      <a:pt x="7" y="21"/>
                    </a:cubicBezTo>
                    <a:cubicBezTo>
                      <a:pt x="8" y="21"/>
                      <a:pt x="8" y="21"/>
                      <a:pt x="9" y="20"/>
                    </a:cubicBezTo>
                    <a:cubicBezTo>
                      <a:pt x="12" y="20"/>
                      <a:pt x="14" y="20"/>
                      <a:pt x="14" y="20"/>
                    </a:cubicBezTo>
                    <a:cubicBezTo>
                      <a:pt x="14" y="20"/>
                      <a:pt x="15" y="20"/>
                      <a:pt x="14" y="19"/>
                    </a:cubicBezTo>
                    <a:cubicBezTo>
                      <a:pt x="14" y="19"/>
                      <a:pt x="14" y="19"/>
                      <a:pt x="14" y="19"/>
                    </a:cubicBezTo>
                    <a:cubicBezTo>
                      <a:pt x="14" y="18"/>
                      <a:pt x="14" y="17"/>
                      <a:pt x="15" y="17"/>
                    </a:cubicBezTo>
                    <a:cubicBezTo>
                      <a:pt x="15" y="17"/>
                      <a:pt x="15" y="17"/>
                      <a:pt x="15" y="16"/>
                    </a:cubicBezTo>
                    <a:cubicBezTo>
                      <a:pt x="14" y="16"/>
                      <a:pt x="13" y="16"/>
                      <a:pt x="13" y="16"/>
                    </a:cubicBezTo>
                    <a:close/>
                    <a:moveTo>
                      <a:pt x="7" y="18"/>
                    </a:moveTo>
                    <a:cubicBezTo>
                      <a:pt x="7" y="18"/>
                      <a:pt x="7" y="18"/>
                      <a:pt x="8" y="18"/>
                    </a:cubicBezTo>
                    <a:cubicBezTo>
                      <a:pt x="9" y="17"/>
                      <a:pt x="11" y="17"/>
                      <a:pt x="12" y="17"/>
                    </a:cubicBezTo>
                    <a:cubicBezTo>
                      <a:pt x="12" y="17"/>
                      <a:pt x="13" y="17"/>
                      <a:pt x="13" y="18"/>
                    </a:cubicBezTo>
                    <a:cubicBezTo>
                      <a:pt x="13" y="18"/>
                      <a:pt x="12" y="19"/>
                      <a:pt x="12" y="19"/>
                    </a:cubicBezTo>
                    <a:cubicBezTo>
                      <a:pt x="7" y="20"/>
                      <a:pt x="7" y="20"/>
                      <a:pt x="7" y="20"/>
                    </a:cubicBezTo>
                    <a:cubicBezTo>
                      <a:pt x="7" y="18"/>
                      <a:pt x="7" y="18"/>
                      <a:pt x="7"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4" name="Freeform 24"/>
              <p:cNvSpPr>
                <a:spLocks noEditPoints="1"/>
              </p:cNvSpPr>
              <p:nvPr/>
            </p:nvSpPr>
            <p:spPr bwMode="auto">
              <a:xfrm>
                <a:off x="4200526" y="1946275"/>
                <a:ext cx="735013" cy="388938"/>
              </a:xfrm>
              <a:custGeom>
                <a:avLst/>
                <a:gdLst>
                  <a:gd name="T0" fmla="*/ 152 w 195"/>
                  <a:gd name="T1" fmla="*/ 59 h 103"/>
                  <a:gd name="T2" fmla="*/ 160 w 195"/>
                  <a:gd name="T3" fmla="*/ 39 h 103"/>
                  <a:gd name="T4" fmla="*/ 168 w 195"/>
                  <a:gd name="T5" fmla="*/ 23 h 103"/>
                  <a:gd name="T6" fmla="*/ 167 w 195"/>
                  <a:gd name="T7" fmla="*/ 0 h 103"/>
                  <a:gd name="T8" fmla="*/ 193 w 195"/>
                  <a:gd name="T9" fmla="*/ 9 h 103"/>
                  <a:gd name="T10" fmla="*/ 189 w 195"/>
                  <a:gd name="T11" fmla="*/ 30 h 103"/>
                  <a:gd name="T12" fmla="*/ 178 w 195"/>
                  <a:gd name="T13" fmla="*/ 69 h 103"/>
                  <a:gd name="T14" fmla="*/ 174 w 195"/>
                  <a:gd name="T15" fmla="*/ 83 h 103"/>
                  <a:gd name="T16" fmla="*/ 158 w 195"/>
                  <a:gd name="T17" fmla="*/ 94 h 103"/>
                  <a:gd name="T18" fmla="*/ 147 w 195"/>
                  <a:gd name="T19" fmla="*/ 103 h 103"/>
                  <a:gd name="T20" fmla="*/ 42 w 195"/>
                  <a:gd name="T21" fmla="*/ 101 h 103"/>
                  <a:gd name="T22" fmla="*/ 31 w 195"/>
                  <a:gd name="T23" fmla="*/ 79 h 103"/>
                  <a:gd name="T24" fmla="*/ 17 w 195"/>
                  <a:gd name="T25" fmla="*/ 78 h 103"/>
                  <a:gd name="T26" fmla="*/ 3 w 195"/>
                  <a:gd name="T27" fmla="*/ 34 h 103"/>
                  <a:gd name="T28" fmla="*/ 6 w 195"/>
                  <a:gd name="T29" fmla="*/ 15 h 103"/>
                  <a:gd name="T30" fmla="*/ 24 w 195"/>
                  <a:gd name="T31" fmla="*/ 7 h 103"/>
                  <a:gd name="T32" fmla="*/ 28 w 195"/>
                  <a:gd name="T33" fmla="*/ 15 h 103"/>
                  <a:gd name="T34" fmla="*/ 24 w 195"/>
                  <a:gd name="T35" fmla="*/ 39 h 103"/>
                  <a:gd name="T36" fmla="*/ 47 w 195"/>
                  <a:gd name="T37" fmla="*/ 54 h 103"/>
                  <a:gd name="T38" fmla="*/ 44 w 195"/>
                  <a:gd name="T39" fmla="*/ 72 h 103"/>
                  <a:gd name="T40" fmla="*/ 149 w 195"/>
                  <a:gd name="T41" fmla="*/ 99 h 103"/>
                  <a:gd name="T42" fmla="*/ 45 w 195"/>
                  <a:gd name="T43" fmla="*/ 74 h 103"/>
                  <a:gd name="T44" fmla="*/ 49 w 195"/>
                  <a:gd name="T45" fmla="*/ 100 h 103"/>
                  <a:gd name="T46" fmla="*/ 43 w 195"/>
                  <a:gd name="T47" fmla="*/ 89 h 103"/>
                  <a:gd name="T48" fmla="*/ 40 w 195"/>
                  <a:gd name="T49" fmla="*/ 60 h 103"/>
                  <a:gd name="T50" fmla="*/ 23 w 195"/>
                  <a:gd name="T51" fmla="*/ 41 h 103"/>
                  <a:gd name="T52" fmla="*/ 28 w 195"/>
                  <a:gd name="T53" fmla="*/ 77 h 103"/>
                  <a:gd name="T54" fmla="*/ 37 w 195"/>
                  <a:gd name="T55" fmla="*/ 89 h 103"/>
                  <a:gd name="T56" fmla="*/ 21 w 195"/>
                  <a:gd name="T57" fmla="*/ 41 h 103"/>
                  <a:gd name="T58" fmla="*/ 26 w 195"/>
                  <a:gd name="T59" fmla="*/ 16 h 103"/>
                  <a:gd name="T60" fmla="*/ 5 w 195"/>
                  <a:gd name="T61" fmla="*/ 34 h 103"/>
                  <a:gd name="T62" fmla="*/ 6 w 195"/>
                  <a:gd name="T63" fmla="*/ 49 h 103"/>
                  <a:gd name="T64" fmla="*/ 20 w 195"/>
                  <a:gd name="T65" fmla="*/ 69 h 103"/>
                  <a:gd name="T66" fmla="*/ 26 w 195"/>
                  <a:gd name="T67" fmla="*/ 78 h 103"/>
                  <a:gd name="T68" fmla="*/ 20 w 195"/>
                  <a:gd name="T69" fmla="*/ 46 h 103"/>
                  <a:gd name="T70" fmla="*/ 15 w 195"/>
                  <a:gd name="T71" fmla="*/ 19 h 103"/>
                  <a:gd name="T72" fmla="*/ 8 w 195"/>
                  <a:gd name="T73" fmla="*/ 27 h 103"/>
                  <a:gd name="T74" fmla="*/ 13 w 195"/>
                  <a:gd name="T75" fmla="*/ 4 h 103"/>
                  <a:gd name="T76" fmla="*/ 8 w 195"/>
                  <a:gd name="T77" fmla="*/ 13 h 103"/>
                  <a:gd name="T78" fmla="*/ 151 w 195"/>
                  <a:gd name="T79" fmla="*/ 100 h 103"/>
                  <a:gd name="T80" fmla="*/ 154 w 195"/>
                  <a:gd name="T81" fmla="*/ 73 h 103"/>
                  <a:gd name="T82" fmla="*/ 158 w 195"/>
                  <a:gd name="T83" fmla="*/ 41 h 103"/>
                  <a:gd name="T84" fmla="*/ 167 w 195"/>
                  <a:gd name="T85" fmla="*/ 67 h 103"/>
                  <a:gd name="T86" fmla="*/ 160 w 195"/>
                  <a:gd name="T87" fmla="*/ 80 h 103"/>
                  <a:gd name="T88" fmla="*/ 151 w 195"/>
                  <a:gd name="T89" fmla="*/ 100 h 103"/>
                  <a:gd name="T90" fmla="*/ 171 w 195"/>
                  <a:gd name="T91" fmla="*/ 23 h 103"/>
                  <a:gd name="T92" fmla="*/ 179 w 195"/>
                  <a:gd name="T93" fmla="*/ 22 h 103"/>
                  <a:gd name="T94" fmla="*/ 189 w 195"/>
                  <a:gd name="T95" fmla="*/ 49 h 103"/>
                  <a:gd name="T96" fmla="*/ 187 w 195"/>
                  <a:gd name="T97" fmla="*/ 51 h 103"/>
                  <a:gd name="T98" fmla="*/ 173 w 195"/>
                  <a:gd name="T99" fmla="*/ 80 h 103"/>
                  <a:gd name="T100" fmla="*/ 173 w 195"/>
                  <a:gd name="T101" fmla="*/ 56 h 103"/>
                  <a:gd name="T102" fmla="*/ 187 w 195"/>
                  <a:gd name="T103" fmla="*/ 27 h 103"/>
                  <a:gd name="T104" fmla="*/ 187 w 195"/>
                  <a:gd name="T105" fmla="*/ 15 h 103"/>
                  <a:gd name="T106" fmla="*/ 172 w 195"/>
                  <a:gd name="T107" fmla="*/ 9 h 103"/>
                  <a:gd name="T108" fmla="*/ 189 w 195"/>
                  <a:gd name="T109" fmla="*/ 13 h 103"/>
                  <a:gd name="T110" fmla="*/ 175 w 195"/>
                  <a:gd name="T111" fmla="*/ 1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95" h="103">
                    <a:moveTo>
                      <a:pt x="151" y="72"/>
                    </a:moveTo>
                    <a:cubicBezTo>
                      <a:pt x="154" y="69"/>
                      <a:pt x="154" y="67"/>
                      <a:pt x="154" y="65"/>
                    </a:cubicBezTo>
                    <a:cubicBezTo>
                      <a:pt x="154" y="62"/>
                      <a:pt x="153" y="61"/>
                      <a:pt x="152" y="59"/>
                    </a:cubicBezTo>
                    <a:cubicBezTo>
                      <a:pt x="150" y="57"/>
                      <a:pt x="149" y="56"/>
                      <a:pt x="148" y="54"/>
                    </a:cubicBezTo>
                    <a:cubicBezTo>
                      <a:pt x="148" y="52"/>
                      <a:pt x="148" y="50"/>
                      <a:pt x="149" y="47"/>
                    </a:cubicBezTo>
                    <a:cubicBezTo>
                      <a:pt x="150" y="42"/>
                      <a:pt x="155" y="39"/>
                      <a:pt x="160" y="39"/>
                    </a:cubicBezTo>
                    <a:cubicBezTo>
                      <a:pt x="171" y="39"/>
                      <a:pt x="171" y="39"/>
                      <a:pt x="171" y="39"/>
                    </a:cubicBezTo>
                    <a:cubicBezTo>
                      <a:pt x="172" y="33"/>
                      <a:pt x="172" y="33"/>
                      <a:pt x="172" y="33"/>
                    </a:cubicBezTo>
                    <a:cubicBezTo>
                      <a:pt x="172" y="29"/>
                      <a:pt x="170" y="26"/>
                      <a:pt x="168" y="23"/>
                    </a:cubicBezTo>
                    <a:cubicBezTo>
                      <a:pt x="167" y="20"/>
                      <a:pt x="167" y="18"/>
                      <a:pt x="167" y="15"/>
                    </a:cubicBezTo>
                    <a:cubicBezTo>
                      <a:pt x="167" y="0"/>
                      <a:pt x="167" y="0"/>
                      <a:pt x="167" y="0"/>
                    </a:cubicBezTo>
                    <a:cubicBezTo>
                      <a:pt x="167" y="0"/>
                      <a:pt x="167" y="0"/>
                      <a:pt x="167" y="0"/>
                    </a:cubicBezTo>
                    <a:cubicBezTo>
                      <a:pt x="168" y="3"/>
                      <a:pt x="170" y="5"/>
                      <a:pt x="171" y="7"/>
                    </a:cubicBezTo>
                    <a:cubicBezTo>
                      <a:pt x="173" y="4"/>
                      <a:pt x="177" y="2"/>
                      <a:pt x="182" y="2"/>
                    </a:cubicBezTo>
                    <a:cubicBezTo>
                      <a:pt x="188" y="2"/>
                      <a:pt x="193" y="5"/>
                      <a:pt x="193" y="9"/>
                    </a:cubicBezTo>
                    <a:cubicBezTo>
                      <a:pt x="193" y="11"/>
                      <a:pt x="192" y="13"/>
                      <a:pt x="189" y="15"/>
                    </a:cubicBezTo>
                    <a:cubicBezTo>
                      <a:pt x="189" y="30"/>
                      <a:pt x="189" y="30"/>
                      <a:pt x="189" y="30"/>
                    </a:cubicBezTo>
                    <a:cubicBezTo>
                      <a:pt x="189" y="30"/>
                      <a:pt x="189" y="30"/>
                      <a:pt x="189" y="30"/>
                    </a:cubicBezTo>
                    <a:cubicBezTo>
                      <a:pt x="190" y="31"/>
                      <a:pt x="191" y="32"/>
                      <a:pt x="192" y="34"/>
                    </a:cubicBezTo>
                    <a:cubicBezTo>
                      <a:pt x="194" y="37"/>
                      <a:pt x="195" y="40"/>
                      <a:pt x="194" y="43"/>
                    </a:cubicBezTo>
                    <a:cubicBezTo>
                      <a:pt x="192" y="52"/>
                      <a:pt x="178" y="60"/>
                      <a:pt x="178" y="69"/>
                    </a:cubicBezTo>
                    <a:cubicBezTo>
                      <a:pt x="178" y="71"/>
                      <a:pt x="178" y="75"/>
                      <a:pt x="178" y="78"/>
                    </a:cubicBezTo>
                    <a:cubicBezTo>
                      <a:pt x="178" y="80"/>
                      <a:pt x="178" y="81"/>
                      <a:pt x="177" y="82"/>
                    </a:cubicBezTo>
                    <a:cubicBezTo>
                      <a:pt x="177" y="83"/>
                      <a:pt x="175" y="83"/>
                      <a:pt x="174" y="83"/>
                    </a:cubicBezTo>
                    <a:cubicBezTo>
                      <a:pt x="171" y="82"/>
                      <a:pt x="167" y="78"/>
                      <a:pt x="165" y="79"/>
                    </a:cubicBezTo>
                    <a:cubicBezTo>
                      <a:pt x="162" y="80"/>
                      <a:pt x="162" y="82"/>
                      <a:pt x="161" y="84"/>
                    </a:cubicBezTo>
                    <a:cubicBezTo>
                      <a:pt x="161" y="88"/>
                      <a:pt x="160" y="91"/>
                      <a:pt x="158" y="94"/>
                    </a:cubicBezTo>
                    <a:cubicBezTo>
                      <a:pt x="157" y="97"/>
                      <a:pt x="155" y="99"/>
                      <a:pt x="154" y="101"/>
                    </a:cubicBezTo>
                    <a:cubicBezTo>
                      <a:pt x="153" y="102"/>
                      <a:pt x="152" y="103"/>
                      <a:pt x="151" y="103"/>
                    </a:cubicBezTo>
                    <a:cubicBezTo>
                      <a:pt x="150" y="103"/>
                      <a:pt x="148" y="103"/>
                      <a:pt x="147" y="103"/>
                    </a:cubicBezTo>
                    <a:cubicBezTo>
                      <a:pt x="116" y="94"/>
                      <a:pt x="79" y="94"/>
                      <a:pt x="48" y="103"/>
                    </a:cubicBezTo>
                    <a:cubicBezTo>
                      <a:pt x="47" y="103"/>
                      <a:pt x="46" y="103"/>
                      <a:pt x="45" y="103"/>
                    </a:cubicBezTo>
                    <a:cubicBezTo>
                      <a:pt x="44" y="103"/>
                      <a:pt x="43" y="102"/>
                      <a:pt x="42" y="101"/>
                    </a:cubicBezTo>
                    <a:cubicBezTo>
                      <a:pt x="40" y="99"/>
                      <a:pt x="39" y="97"/>
                      <a:pt x="37" y="94"/>
                    </a:cubicBezTo>
                    <a:cubicBezTo>
                      <a:pt x="36" y="91"/>
                      <a:pt x="35" y="88"/>
                      <a:pt x="34" y="84"/>
                    </a:cubicBezTo>
                    <a:cubicBezTo>
                      <a:pt x="34" y="82"/>
                      <a:pt x="33" y="80"/>
                      <a:pt x="31" y="79"/>
                    </a:cubicBezTo>
                    <a:cubicBezTo>
                      <a:pt x="28" y="78"/>
                      <a:pt x="24" y="82"/>
                      <a:pt x="21" y="83"/>
                    </a:cubicBezTo>
                    <a:cubicBezTo>
                      <a:pt x="20" y="83"/>
                      <a:pt x="19" y="83"/>
                      <a:pt x="18" y="82"/>
                    </a:cubicBezTo>
                    <a:cubicBezTo>
                      <a:pt x="18" y="81"/>
                      <a:pt x="18" y="80"/>
                      <a:pt x="17" y="78"/>
                    </a:cubicBezTo>
                    <a:cubicBezTo>
                      <a:pt x="17" y="75"/>
                      <a:pt x="17" y="71"/>
                      <a:pt x="17" y="69"/>
                    </a:cubicBezTo>
                    <a:cubicBezTo>
                      <a:pt x="17" y="60"/>
                      <a:pt x="3" y="52"/>
                      <a:pt x="1" y="43"/>
                    </a:cubicBezTo>
                    <a:cubicBezTo>
                      <a:pt x="0" y="40"/>
                      <a:pt x="1" y="37"/>
                      <a:pt x="3" y="34"/>
                    </a:cubicBezTo>
                    <a:cubicBezTo>
                      <a:pt x="4" y="32"/>
                      <a:pt x="5" y="31"/>
                      <a:pt x="6" y="30"/>
                    </a:cubicBezTo>
                    <a:cubicBezTo>
                      <a:pt x="6" y="30"/>
                      <a:pt x="6" y="30"/>
                      <a:pt x="6" y="30"/>
                    </a:cubicBezTo>
                    <a:cubicBezTo>
                      <a:pt x="6" y="15"/>
                      <a:pt x="6" y="15"/>
                      <a:pt x="6" y="15"/>
                    </a:cubicBezTo>
                    <a:cubicBezTo>
                      <a:pt x="3" y="13"/>
                      <a:pt x="2" y="11"/>
                      <a:pt x="2" y="9"/>
                    </a:cubicBezTo>
                    <a:cubicBezTo>
                      <a:pt x="2" y="5"/>
                      <a:pt x="7" y="2"/>
                      <a:pt x="13" y="2"/>
                    </a:cubicBezTo>
                    <a:cubicBezTo>
                      <a:pt x="18" y="2"/>
                      <a:pt x="22" y="4"/>
                      <a:pt x="24" y="7"/>
                    </a:cubicBezTo>
                    <a:cubicBezTo>
                      <a:pt x="25" y="5"/>
                      <a:pt x="27" y="3"/>
                      <a:pt x="28" y="0"/>
                    </a:cubicBezTo>
                    <a:cubicBezTo>
                      <a:pt x="28" y="0"/>
                      <a:pt x="28" y="0"/>
                      <a:pt x="28" y="0"/>
                    </a:cubicBezTo>
                    <a:cubicBezTo>
                      <a:pt x="28" y="15"/>
                      <a:pt x="28" y="15"/>
                      <a:pt x="28" y="15"/>
                    </a:cubicBezTo>
                    <a:cubicBezTo>
                      <a:pt x="28" y="18"/>
                      <a:pt x="28" y="20"/>
                      <a:pt x="27" y="23"/>
                    </a:cubicBezTo>
                    <a:cubicBezTo>
                      <a:pt x="25" y="26"/>
                      <a:pt x="24" y="29"/>
                      <a:pt x="24" y="33"/>
                    </a:cubicBezTo>
                    <a:cubicBezTo>
                      <a:pt x="24" y="39"/>
                      <a:pt x="24" y="39"/>
                      <a:pt x="24" y="39"/>
                    </a:cubicBezTo>
                    <a:cubicBezTo>
                      <a:pt x="35" y="39"/>
                      <a:pt x="35" y="39"/>
                      <a:pt x="35" y="39"/>
                    </a:cubicBezTo>
                    <a:cubicBezTo>
                      <a:pt x="40" y="39"/>
                      <a:pt x="45" y="42"/>
                      <a:pt x="46" y="47"/>
                    </a:cubicBezTo>
                    <a:cubicBezTo>
                      <a:pt x="47" y="50"/>
                      <a:pt x="47" y="52"/>
                      <a:pt x="47" y="54"/>
                    </a:cubicBezTo>
                    <a:cubicBezTo>
                      <a:pt x="46" y="56"/>
                      <a:pt x="45" y="57"/>
                      <a:pt x="43" y="59"/>
                    </a:cubicBezTo>
                    <a:cubicBezTo>
                      <a:pt x="42" y="61"/>
                      <a:pt x="41" y="62"/>
                      <a:pt x="41" y="65"/>
                    </a:cubicBezTo>
                    <a:cubicBezTo>
                      <a:pt x="41" y="67"/>
                      <a:pt x="41" y="69"/>
                      <a:pt x="44" y="72"/>
                    </a:cubicBezTo>
                    <a:cubicBezTo>
                      <a:pt x="82" y="64"/>
                      <a:pt x="112" y="64"/>
                      <a:pt x="151" y="72"/>
                    </a:cubicBezTo>
                    <a:close/>
                    <a:moveTo>
                      <a:pt x="146" y="100"/>
                    </a:moveTo>
                    <a:cubicBezTo>
                      <a:pt x="148" y="101"/>
                      <a:pt x="149" y="101"/>
                      <a:pt x="149" y="99"/>
                    </a:cubicBezTo>
                    <a:cubicBezTo>
                      <a:pt x="151" y="93"/>
                      <a:pt x="149" y="85"/>
                      <a:pt x="149" y="79"/>
                    </a:cubicBezTo>
                    <a:cubicBezTo>
                      <a:pt x="149" y="77"/>
                      <a:pt x="149" y="76"/>
                      <a:pt x="150" y="74"/>
                    </a:cubicBezTo>
                    <a:cubicBezTo>
                      <a:pt x="114" y="66"/>
                      <a:pt x="81" y="66"/>
                      <a:pt x="45" y="74"/>
                    </a:cubicBezTo>
                    <a:cubicBezTo>
                      <a:pt x="46" y="76"/>
                      <a:pt x="46" y="77"/>
                      <a:pt x="46" y="79"/>
                    </a:cubicBezTo>
                    <a:cubicBezTo>
                      <a:pt x="46" y="85"/>
                      <a:pt x="44" y="93"/>
                      <a:pt x="46" y="99"/>
                    </a:cubicBezTo>
                    <a:cubicBezTo>
                      <a:pt x="46" y="101"/>
                      <a:pt x="48" y="101"/>
                      <a:pt x="49" y="100"/>
                    </a:cubicBezTo>
                    <a:cubicBezTo>
                      <a:pt x="80" y="92"/>
                      <a:pt x="115" y="92"/>
                      <a:pt x="146" y="100"/>
                    </a:cubicBezTo>
                    <a:close/>
                    <a:moveTo>
                      <a:pt x="44" y="100"/>
                    </a:moveTo>
                    <a:cubicBezTo>
                      <a:pt x="43" y="97"/>
                      <a:pt x="43" y="93"/>
                      <a:pt x="43" y="89"/>
                    </a:cubicBezTo>
                    <a:cubicBezTo>
                      <a:pt x="43" y="84"/>
                      <a:pt x="44" y="80"/>
                      <a:pt x="44" y="77"/>
                    </a:cubicBezTo>
                    <a:cubicBezTo>
                      <a:pt x="43" y="75"/>
                      <a:pt x="42" y="74"/>
                      <a:pt x="41" y="73"/>
                    </a:cubicBezTo>
                    <a:cubicBezTo>
                      <a:pt x="38" y="69"/>
                      <a:pt x="37" y="64"/>
                      <a:pt x="40" y="60"/>
                    </a:cubicBezTo>
                    <a:cubicBezTo>
                      <a:pt x="42" y="57"/>
                      <a:pt x="45" y="55"/>
                      <a:pt x="45" y="52"/>
                    </a:cubicBezTo>
                    <a:cubicBezTo>
                      <a:pt x="45" y="49"/>
                      <a:pt x="44" y="43"/>
                      <a:pt x="37" y="41"/>
                    </a:cubicBezTo>
                    <a:cubicBezTo>
                      <a:pt x="23" y="41"/>
                      <a:pt x="23" y="41"/>
                      <a:pt x="23" y="41"/>
                    </a:cubicBezTo>
                    <a:cubicBezTo>
                      <a:pt x="22" y="44"/>
                      <a:pt x="22" y="50"/>
                      <a:pt x="23" y="53"/>
                    </a:cubicBezTo>
                    <a:cubicBezTo>
                      <a:pt x="25" y="57"/>
                      <a:pt x="28" y="61"/>
                      <a:pt x="28" y="67"/>
                    </a:cubicBezTo>
                    <a:cubicBezTo>
                      <a:pt x="28" y="77"/>
                      <a:pt x="28" y="77"/>
                      <a:pt x="28" y="77"/>
                    </a:cubicBezTo>
                    <a:cubicBezTo>
                      <a:pt x="29" y="77"/>
                      <a:pt x="29" y="77"/>
                      <a:pt x="29" y="77"/>
                    </a:cubicBezTo>
                    <a:cubicBezTo>
                      <a:pt x="29" y="77"/>
                      <a:pt x="33" y="75"/>
                      <a:pt x="35" y="80"/>
                    </a:cubicBezTo>
                    <a:cubicBezTo>
                      <a:pt x="36" y="82"/>
                      <a:pt x="36" y="86"/>
                      <a:pt x="37" y="89"/>
                    </a:cubicBezTo>
                    <a:cubicBezTo>
                      <a:pt x="38" y="92"/>
                      <a:pt x="40" y="95"/>
                      <a:pt x="41" y="97"/>
                    </a:cubicBezTo>
                    <a:cubicBezTo>
                      <a:pt x="42" y="98"/>
                      <a:pt x="43" y="100"/>
                      <a:pt x="44" y="100"/>
                    </a:cubicBezTo>
                    <a:close/>
                    <a:moveTo>
                      <a:pt x="21" y="41"/>
                    </a:moveTo>
                    <a:cubicBezTo>
                      <a:pt x="21" y="40"/>
                      <a:pt x="21" y="34"/>
                      <a:pt x="21" y="31"/>
                    </a:cubicBezTo>
                    <a:cubicBezTo>
                      <a:pt x="22" y="28"/>
                      <a:pt x="23" y="25"/>
                      <a:pt x="25" y="23"/>
                    </a:cubicBezTo>
                    <a:cubicBezTo>
                      <a:pt x="26" y="20"/>
                      <a:pt x="26" y="18"/>
                      <a:pt x="26" y="16"/>
                    </a:cubicBezTo>
                    <a:cubicBezTo>
                      <a:pt x="26" y="13"/>
                      <a:pt x="26" y="10"/>
                      <a:pt x="26" y="7"/>
                    </a:cubicBezTo>
                    <a:cubicBezTo>
                      <a:pt x="26" y="7"/>
                      <a:pt x="22" y="14"/>
                      <a:pt x="16" y="22"/>
                    </a:cubicBezTo>
                    <a:cubicBezTo>
                      <a:pt x="13" y="26"/>
                      <a:pt x="8" y="30"/>
                      <a:pt x="5" y="34"/>
                    </a:cubicBezTo>
                    <a:cubicBezTo>
                      <a:pt x="4" y="37"/>
                      <a:pt x="2" y="41"/>
                      <a:pt x="4" y="45"/>
                    </a:cubicBezTo>
                    <a:cubicBezTo>
                      <a:pt x="5" y="46"/>
                      <a:pt x="5" y="48"/>
                      <a:pt x="6" y="49"/>
                    </a:cubicBezTo>
                    <a:cubicBezTo>
                      <a:pt x="6" y="49"/>
                      <a:pt x="6" y="49"/>
                      <a:pt x="6" y="49"/>
                    </a:cubicBezTo>
                    <a:cubicBezTo>
                      <a:pt x="6" y="49"/>
                      <a:pt x="15" y="49"/>
                      <a:pt x="21" y="41"/>
                    </a:cubicBezTo>
                    <a:close/>
                    <a:moveTo>
                      <a:pt x="8" y="51"/>
                    </a:moveTo>
                    <a:cubicBezTo>
                      <a:pt x="13" y="56"/>
                      <a:pt x="19" y="62"/>
                      <a:pt x="20" y="69"/>
                    </a:cubicBezTo>
                    <a:cubicBezTo>
                      <a:pt x="20" y="71"/>
                      <a:pt x="19" y="80"/>
                      <a:pt x="20" y="80"/>
                    </a:cubicBezTo>
                    <a:cubicBezTo>
                      <a:pt x="20" y="81"/>
                      <a:pt x="21" y="81"/>
                      <a:pt x="22" y="80"/>
                    </a:cubicBezTo>
                    <a:cubicBezTo>
                      <a:pt x="22" y="80"/>
                      <a:pt x="24" y="79"/>
                      <a:pt x="26" y="78"/>
                    </a:cubicBezTo>
                    <a:cubicBezTo>
                      <a:pt x="26" y="76"/>
                      <a:pt x="26" y="72"/>
                      <a:pt x="26" y="67"/>
                    </a:cubicBezTo>
                    <a:cubicBezTo>
                      <a:pt x="26" y="64"/>
                      <a:pt x="24" y="59"/>
                      <a:pt x="22" y="56"/>
                    </a:cubicBezTo>
                    <a:cubicBezTo>
                      <a:pt x="20" y="53"/>
                      <a:pt x="20" y="49"/>
                      <a:pt x="20" y="46"/>
                    </a:cubicBezTo>
                    <a:cubicBezTo>
                      <a:pt x="20" y="46"/>
                      <a:pt x="14" y="50"/>
                      <a:pt x="8" y="51"/>
                    </a:cubicBezTo>
                    <a:close/>
                    <a:moveTo>
                      <a:pt x="8" y="27"/>
                    </a:moveTo>
                    <a:cubicBezTo>
                      <a:pt x="11" y="24"/>
                      <a:pt x="13" y="22"/>
                      <a:pt x="15" y="19"/>
                    </a:cubicBezTo>
                    <a:cubicBezTo>
                      <a:pt x="16" y="18"/>
                      <a:pt x="17" y="17"/>
                      <a:pt x="18" y="15"/>
                    </a:cubicBezTo>
                    <a:cubicBezTo>
                      <a:pt x="8" y="15"/>
                      <a:pt x="8" y="15"/>
                      <a:pt x="8" y="15"/>
                    </a:cubicBezTo>
                    <a:cubicBezTo>
                      <a:pt x="8" y="27"/>
                      <a:pt x="8" y="27"/>
                      <a:pt x="8" y="27"/>
                    </a:cubicBezTo>
                    <a:close/>
                    <a:moveTo>
                      <a:pt x="20" y="13"/>
                    </a:moveTo>
                    <a:cubicBezTo>
                      <a:pt x="21" y="12"/>
                      <a:pt x="22" y="10"/>
                      <a:pt x="23" y="9"/>
                    </a:cubicBezTo>
                    <a:cubicBezTo>
                      <a:pt x="22" y="6"/>
                      <a:pt x="18" y="4"/>
                      <a:pt x="13" y="4"/>
                    </a:cubicBezTo>
                    <a:cubicBezTo>
                      <a:pt x="8" y="4"/>
                      <a:pt x="4" y="6"/>
                      <a:pt x="4" y="9"/>
                    </a:cubicBezTo>
                    <a:cubicBezTo>
                      <a:pt x="4" y="11"/>
                      <a:pt x="5" y="12"/>
                      <a:pt x="7" y="13"/>
                    </a:cubicBezTo>
                    <a:cubicBezTo>
                      <a:pt x="7" y="13"/>
                      <a:pt x="8" y="13"/>
                      <a:pt x="8" y="13"/>
                    </a:cubicBezTo>
                    <a:cubicBezTo>
                      <a:pt x="19" y="13"/>
                      <a:pt x="19" y="13"/>
                      <a:pt x="19" y="13"/>
                    </a:cubicBezTo>
                    <a:cubicBezTo>
                      <a:pt x="20" y="13"/>
                      <a:pt x="20" y="13"/>
                      <a:pt x="20" y="13"/>
                    </a:cubicBezTo>
                    <a:close/>
                    <a:moveTo>
                      <a:pt x="151" y="100"/>
                    </a:moveTo>
                    <a:cubicBezTo>
                      <a:pt x="153" y="97"/>
                      <a:pt x="152" y="93"/>
                      <a:pt x="152" y="89"/>
                    </a:cubicBezTo>
                    <a:cubicBezTo>
                      <a:pt x="152" y="84"/>
                      <a:pt x="151" y="80"/>
                      <a:pt x="152" y="77"/>
                    </a:cubicBezTo>
                    <a:cubicBezTo>
                      <a:pt x="152" y="75"/>
                      <a:pt x="153" y="74"/>
                      <a:pt x="154" y="73"/>
                    </a:cubicBezTo>
                    <a:cubicBezTo>
                      <a:pt x="157" y="69"/>
                      <a:pt x="158" y="64"/>
                      <a:pt x="155" y="60"/>
                    </a:cubicBezTo>
                    <a:cubicBezTo>
                      <a:pt x="153" y="57"/>
                      <a:pt x="150" y="55"/>
                      <a:pt x="150" y="52"/>
                    </a:cubicBezTo>
                    <a:cubicBezTo>
                      <a:pt x="150" y="49"/>
                      <a:pt x="151" y="43"/>
                      <a:pt x="158" y="41"/>
                    </a:cubicBezTo>
                    <a:cubicBezTo>
                      <a:pt x="172" y="41"/>
                      <a:pt x="172" y="41"/>
                      <a:pt x="172" y="41"/>
                    </a:cubicBezTo>
                    <a:cubicBezTo>
                      <a:pt x="173" y="44"/>
                      <a:pt x="174" y="50"/>
                      <a:pt x="172" y="53"/>
                    </a:cubicBezTo>
                    <a:cubicBezTo>
                      <a:pt x="170" y="57"/>
                      <a:pt x="167" y="61"/>
                      <a:pt x="167" y="67"/>
                    </a:cubicBezTo>
                    <a:cubicBezTo>
                      <a:pt x="167" y="77"/>
                      <a:pt x="167" y="77"/>
                      <a:pt x="167" y="77"/>
                    </a:cubicBezTo>
                    <a:cubicBezTo>
                      <a:pt x="167" y="77"/>
                      <a:pt x="166" y="77"/>
                      <a:pt x="166" y="77"/>
                    </a:cubicBezTo>
                    <a:cubicBezTo>
                      <a:pt x="166" y="77"/>
                      <a:pt x="162" y="75"/>
                      <a:pt x="160" y="80"/>
                    </a:cubicBezTo>
                    <a:cubicBezTo>
                      <a:pt x="159" y="82"/>
                      <a:pt x="159" y="86"/>
                      <a:pt x="158" y="89"/>
                    </a:cubicBezTo>
                    <a:cubicBezTo>
                      <a:pt x="157" y="92"/>
                      <a:pt x="155" y="95"/>
                      <a:pt x="154" y="97"/>
                    </a:cubicBezTo>
                    <a:cubicBezTo>
                      <a:pt x="153" y="98"/>
                      <a:pt x="152" y="100"/>
                      <a:pt x="151" y="100"/>
                    </a:cubicBezTo>
                    <a:close/>
                    <a:moveTo>
                      <a:pt x="174" y="41"/>
                    </a:moveTo>
                    <a:cubicBezTo>
                      <a:pt x="174" y="40"/>
                      <a:pt x="174" y="34"/>
                      <a:pt x="174" y="31"/>
                    </a:cubicBezTo>
                    <a:cubicBezTo>
                      <a:pt x="174" y="28"/>
                      <a:pt x="172" y="25"/>
                      <a:pt x="171" y="23"/>
                    </a:cubicBezTo>
                    <a:cubicBezTo>
                      <a:pt x="170" y="20"/>
                      <a:pt x="169" y="18"/>
                      <a:pt x="169" y="16"/>
                    </a:cubicBezTo>
                    <a:cubicBezTo>
                      <a:pt x="169" y="13"/>
                      <a:pt x="169" y="10"/>
                      <a:pt x="169" y="7"/>
                    </a:cubicBezTo>
                    <a:cubicBezTo>
                      <a:pt x="169" y="7"/>
                      <a:pt x="173" y="14"/>
                      <a:pt x="179" y="22"/>
                    </a:cubicBezTo>
                    <a:cubicBezTo>
                      <a:pt x="183" y="26"/>
                      <a:pt x="187" y="30"/>
                      <a:pt x="190" y="34"/>
                    </a:cubicBezTo>
                    <a:cubicBezTo>
                      <a:pt x="192" y="37"/>
                      <a:pt x="193" y="41"/>
                      <a:pt x="191" y="45"/>
                    </a:cubicBezTo>
                    <a:cubicBezTo>
                      <a:pt x="191" y="46"/>
                      <a:pt x="190" y="48"/>
                      <a:pt x="189" y="49"/>
                    </a:cubicBezTo>
                    <a:cubicBezTo>
                      <a:pt x="189" y="49"/>
                      <a:pt x="189" y="49"/>
                      <a:pt x="189" y="49"/>
                    </a:cubicBezTo>
                    <a:cubicBezTo>
                      <a:pt x="189" y="49"/>
                      <a:pt x="180" y="49"/>
                      <a:pt x="174" y="41"/>
                    </a:cubicBezTo>
                    <a:close/>
                    <a:moveTo>
                      <a:pt x="187" y="51"/>
                    </a:moveTo>
                    <a:cubicBezTo>
                      <a:pt x="182" y="56"/>
                      <a:pt x="176" y="62"/>
                      <a:pt x="176" y="69"/>
                    </a:cubicBezTo>
                    <a:cubicBezTo>
                      <a:pt x="176" y="71"/>
                      <a:pt x="176" y="80"/>
                      <a:pt x="175" y="80"/>
                    </a:cubicBezTo>
                    <a:cubicBezTo>
                      <a:pt x="175" y="81"/>
                      <a:pt x="174" y="81"/>
                      <a:pt x="173" y="80"/>
                    </a:cubicBezTo>
                    <a:cubicBezTo>
                      <a:pt x="173" y="80"/>
                      <a:pt x="171" y="79"/>
                      <a:pt x="169" y="78"/>
                    </a:cubicBezTo>
                    <a:cubicBezTo>
                      <a:pt x="169" y="76"/>
                      <a:pt x="169" y="72"/>
                      <a:pt x="169" y="67"/>
                    </a:cubicBezTo>
                    <a:cubicBezTo>
                      <a:pt x="169" y="64"/>
                      <a:pt x="171" y="59"/>
                      <a:pt x="173" y="56"/>
                    </a:cubicBezTo>
                    <a:cubicBezTo>
                      <a:pt x="175" y="53"/>
                      <a:pt x="176" y="49"/>
                      <a:pt x="175" y="46"/>
                    </a:cubicBezTo>
                    <a:cubicBezTo>
                      <a:pt x="175" y="46"/>
                      <a:pt x="181" y="50"/>
                      <a:pt x="187" y="51"/>
                    </a:cubicBezTo>
                    <a:close/>
                    <a:moveTo>
                      <a:pt x="187" y="27"/>
                    </a:moveTo>
                    <a:cubicBezTo>
                      <a:pt x="184" y="24"/>
                      <a:pt x="182" y="22"/>
                      <a:pt x="180" y="19"/>
                    </a:cubicBezTo>
                    <a:cubicBezTo>
                      <a:pt x="179" y="18"/>
                      <a:pt x="178" y="17"/>
                      <a:pt x="177" y="15"/>
                    </a:cubicBezTo>
                    <a:cubicBezTo>
                      <a:pt x="187" y="15"/>
                      <a:pt x="187" y="15"/>
                      <a:pt x="187" y="15"/>
                    </a:cubicBezTo>
                    <a:cubicBezTo>
                      <a:pt x="187" y="27"/>
                      <a:pt x="187" y="27"/>
                      <a:pt x="187" y="27"/>
                    </a:cubicBezTo>
                    <a:close/>
                    <a:moveTo>
                      <a:pt x="175" y="13"/>
                    </a:moveTo>
                    <a:cubicBezTo>
                      <a:pt x="174" y="12"/>
                      <a:pt x="173" y="10"/>
                      <a:pt x="172" y="9"/>
                    </a:cubicBezTo>
                    <a:cubicBezTo>
                      <a:pt x="173" y="6"/>
                      <a:pt x="177" y="4"/>
                      <a:pt x="182" y="4"/>
                    </a:cubicBezTo>
                    <a:cubicBezTo>
                      <a:pt x="187" y="4"/>
                      <a:pt x="191" y="6"/>
                      <a:pt x="191" y="9"/>
                    </a:cubicBezTo>
                    <a:cubicBezTo>
                      <a:pt x="191" y="11"/>
                      <a:pt x="190" y="12"/>
                      <a:pt x="189" y="13"/>
                    </a:cubicBezTo>
                    <a:cubicBezTo>
                      <a:pt x="188" y="13"/>
                      <a:pt x="187" y="13"/>
                      <a:pt x="187" y="13"/>
                    </a:cubicBezTo>
                    <a:cubicBezTo>
                      <a:pt x="176" y="13"/>
                      <a:pt x="176" y="13"/>
                      <a:pt x="176" y="13"/>
                    </a:cubicBezTo>
                    <a:cubicBezTo>
                      <a:pt x="176" y="13"/>
                      <a:pt x="175" y="13"/>
                      <a:pt x="17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grpSp>
        <p:nvGrpSpPr>
          <p:cNvPr id="2" name="组合 1"/>
          <p:cNvGrpSpPr/>
          <p:nvPr userDrawn="1"/>
        </p:nvGrpSpPr>
        <p:grpSpPr>
          <a:xfrm>
            <a:off x="7949829" y="160869"/>
            <a:ext cx="819654" cy="692361"/>
            <a:chOff x="2992437" y="0"/>
            <a:chExt cx="2543175" cy="2148217"/>
          </a:xfrm>
          <a:solidFill>
            <a:schemeClr val="accent1"/>
          </a:solidFill>
        </p:grpSpPr>
        <p:grpSp>
          <p:nvGrpSpPr>
            <p:cNvPr id="3" name="组合 2"/>
            <p:cNvGrpSpPr/>
            <p:nvPr/>
          </p:nvGrpSpPr>
          <p:grpSpPr>
            <a:xfrm>
              <a:off x="2992437" y="1183017"/>
              <a:ext cx="2543175" cy="965200"/>
              <a:chOff x="3297238" y="2879725"/>
              <a:chExt cx="2543175" cy="965200"/>
            </a:xfrm>
            <a:grpFill/>
          </p:grpSpPr>
          <p:sp>
            <p:nvSpPr>
              <p:cNvPr id="15" name="Freeform 5"/>
              <p:cNvSpPr/>
              <p:nvPr/>
            </p:nvSpPr>
            <p:spPr bwMode="auto">
              <a:xfrm>
                <a:off x="3303588" y="2997200"/>
                <a:ext cx="573088" cy="647700"/>
              </a:xfrm>
              <a:custGeom>
                <a:avLst/>
                <a:gdLst>
                  <a:gd name="T0" fmla="*/ 139 w 152"/>
                  <a:gd name="T1" fmla="*/ 70 h 172"/>
                  <a:gd name="T2" fmla="*/ 120 w 152"/>
                  <a:gd name="T3" fmla="*/ 78 h 172"/>
                  <a:gd name="T4" fmla="*/ 130 w 152"/>
                  <a:gd name="T5" fmla="*/ 91 h 172"/>
                  <a:gd name="T6" fmla="*/ 124 w 152"/>
                  <a:gd name="T7" fmla="*/ 118 h 172"/>
                  <a:gd name="T8" fmla="*/ 136 w 152"/>
                  <a:gd name="T9" fmla="*/ 123 h 172"/>
                  <a:gd name="T10" fmla="*/ 140 w 152"/>
                  <a:gd name="T11" fmla="*/ 137 h 172"/>
                  <a:gd name="T12" fmla="*/ 139 w 152"/>
                  <a:gd name="T13" fmla="*/ 155 h 172"/>
                  <a:gd name="T14" fmla="*/ 119 w 152"/>
                  <a:gd name="T15" fmla="*/ 149 h 172"/>
                  <a:gd name="T16" fmla="*/ 94 w 152"/>
                  <a:gd name="T17" fmla="*/ 136 h 172"/>
                  <a:gd name="T18" fmla="*/ 73 w 152"/>
                  <a:gd name="T19" fmla="*/ 134 h 172"/>
                  <a:gd name="T20" fmla="*/ 69 w 152"/>
                  <a:gd name="T21" fmla="*/ 118 h 172"/>
                  <a:gd name="T22" fmla="*/ 93 w 152"/>
                  <a:gd name="T23" fmla="*/ 110 h 172"/>
                  <a:gd name="T24" fmla="*/ 105 w 152"/>
                  <a:gd name="T25" fmla="*/ 106 h 172"/>
                  <a:gd name="T26" fmla="*/ 110 w 152"/>
                  <a:gd name="T27" fmla="*/ 100 h 172"/>
                  <a:gd name="T28" fmla="*/ 98 w 152"/>
                  <a:gd name="T29" fmla="*/ 100 h 172"/>
                  <a:gd name="T30" fmla="*/ 86 w 152"/>
                  <a:gd name="T31" fmla="*/ 108 h 172"/>
                  <a:gd name="T32" fmla="*/ 81 w 152"/>
                  <a:gd name="T33" fmla="*/ 89 h 172"/>
                  <a:gd name="T34" fmla="*/ 100 w 152"/>
                  <a:gd name="T35" fmla="*/ 72 h 172"/>
                  <a:gd name="T36" fmla="*/ 123 w 152"/>
                  <a:gd name="T37" fmla="*/ 60 h 172"/>
                  <a:gd name="T38" fmla="*/ 110 w 152"/>
                  <a:gd name="T39" fmla="*/ 55 h 172"/>
                  <a:gd name="T40" fmla="*/ 90 w 152"/>
                  <a:gd name="T41" fmla="*/ 70 h 172"/>
                  <a:gd name="T42" fmla="*/ 79 w 152"/>
                  <a:gd name="T43" fmla="*/ 80 h 172"/>
                  <a:gd name="T44" fmla="*/ 67 w 152"/>
                  <a:gd name="T45" fmla="*/ 71 h 172"/>
                  <a:gd name="T46" fmla="*/ 73 w 152"/>
                  <a:gd name="T47" fmla="*/ 58 h 172"/>
                  <a:gd name="T48" fmla="*/ 87 w 152"/>
                  <a:gd name="T49" fmla="*/ 38 h 172"/>
                  <a:gd name="T50" fmla="*/ 91 w 152"/>
                  <a:gd name="T51" fmla="*/ 27 h 172"/>
                  <a:gd name="T52" fmla="*/ 80 w 152"/>
                  <a:gd name="T53" fmla="*/ 31 h 172"/>
                  <a:gd name="T54" fmla="*/ 59 w 152"/>
                  <a:gd name="T55" fmla="*/ 37 h 172"/>
                  <a:gd name="T56" fmla="*/ 53 w 152"/>
                  <a:gd name="T57" fmla="*/ 59 h 172"/>
                  <a:gd name="T58" fmla="*/ 49 w 152"/>
                  <a:gd name="T59" fmla="*/ 76 h 172"/>
                  <a:gd name="T60" fmla="*/ 43 w 152"/>
                  <a:gd name="T61" fmla="*/ 92 h 172"/>
                  <a:gd name="T62" fmla="*/ 40 w 152"/>
                  <a:gd name="T63" fmla="*/ 102 h 172"/>
                  <a:gd name="T64" fmla="*/ 36 w 152"/>
                  <a:gd name="T65" fmla="*/ 117 h 172"/>
                  <a:gd name="T66" fmla="*/ 32 w 152"/>
                  <a:gd name="T67" fmla="*/ 128 h 172"/>
                  <a:gd name="T68" fmla="*/ 21 w 152"/>
                  <a:gd name="T69" fmla="*/ 154 h 172"/>
                  <a:gd name="T70" fmla="*/ 12 w 152"/>
                  <a:gd name="T71" fmla="*/ 167 h 172"/>
                  <a:gd name="T72" fmla="*/ 0 w 152"/>
                  <a:gd name="T73" fmla="*/ 164 h 172"/>
                  <a:gd name="T74" fmla="*/ 11 w 152"/>
                  <a:gd name="T75" fmla="*/ 138 h 172"/>
                  <a:gd name="T76" fmla="*/ 18 w 152"/>
                  <a:gd name="T77" fmla="*/ 119 h 172"/>
                  <a:gd name="T78" fmla="*/ 24 w 152"/>
                  <a:gd name="T79" fmla="*/ 101 h 172"/>
                  <a:gd name="T80" fmla="*/ 27 w 152"/>
                  <a:gd name="T81" fmla="*/ 91 h 172"/>
                  <a:gd name="T82" fmla="*/ 31 w 152"/>
                  <a:gd name="T83" fmla="*/ 75 h 172"/>
                  <a:gd name="T84" fmla="*/ 37 w 152"/>
                  <a:gd name="T85" fmla="*/ 47 h 172"/>
                  <a:gd name="T86" fmla="*/ 42 w 152"/>
                  <a:gd name="T87" fmla="*/ 29 h 172"/>
                  <a:gd name="T88" fmla="*/ 61 w 152"/>
                  <a:gd name="T89" fmla="*/ 19 h 172"/>
                  <a:gd name="T90" fmla="*/ 79 w 152"/>
                  <a:gd name="T91" fmla="*/ 9 h 172"/>
                  <a:gd name="T92" fmla="*/ 93 w 152"/>
                  <a:gd name="T93" fmla="*/ 7 h 172"/>
                  <a:gd name="T94" fmla="*/ 104 w 152"/>
                  <a:gd name="T95" fmla="*/ 2 h 172"/>
                  <a:gd name="T96" fmla="*/ 119 w 152"/>
                  <a:gd name="T97" fmla="*/ 3 h 172"/>
                  <a:gd name="T98" fmla="*/ 132 w 152"/>
                  <a:gd name="T99" fmla="*/ 2 h 172"/>
                  <a:gd name="T100" fmla="*/ 129 w 152"/>
                  <a:gd name="T101" fmla="*/ 14 h 172"/>
                  <a:gd name="T102" fmla="*/ 112 w 152"/>
                  <a:gd name="T103" fmla="*/ 34 h 172"/>
                  <a:gd name="T104" fmla="*/ 123 w 152"/>
                  <a:gd name="T105" fmla="*/ 33 h 172"/>
                  <a:gd name="T106" fmla="*/ 150 w 152"/>
                  <a:gd name="T107" fmla="*/ 4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2" h="172">
                    <a:moveTo>
                      <a:pt x="151" y="50"/>
                    </a:moveTo>
                    <a:cubicBezTo>
                      <a:pt x="151" y="53"/>
                      <a:pt x="150" y="56"/>
                      <a:pt x="149" y="60"/>
                    </a:cubicBezTo>
                    <a:cubicBezTo>
                      <a:pt x="149" y="60"/>
                      <a:pt x="149" y="61"/>
                      <a:pt x="149" y="61"/>
                    </a:cubicBezTo>
                    <a:cubicBezTo>
                      <a:pt x="148" y="62"/>
                      <a:pt x="148" y="62"/>
                      <a:pt x="148" y="63"/>
                    </a:cubicBezTo>
                    <a:cubicBezTo>
                      <a:pt x="147" y="64"/>
                      <a:pt x="147" y="65"/>
                      <a:pt x="146" y="66"/>
                    </a:cubicBezTo>
                    <a:cubicBezTo>
                      <a:pt x="145" y="67"/>
                      <a:pt x="141" y="70"/>
                      <a:pt x="139" y="70"/>
                    </a:cubicBezTo>
                    <a:cubicBezTo>
                      <a:pt x="139" y="70"/>
                      <a:pt x="138" y="71"/>
                      <a:pt x="138" y="71"/>
                    </a:cubicBezTo>
                    <a:cubicBezTo>
                      <a:pt x="136" y="71"/>
                      <a:pt x="134" y="71"/>
                      <a:pt x="132" y="72"/>
                    </a:cubicBezTo>
                    <a:cubicBezTo>
                      <a:pt x="130" y="72"/>
                      <a:pt x="129" y="72"/>
                      <a:pt x="128" y="72"/>
                    </a:cubicBezTo>
                    <a:cubicBezTo>
                      <a:pt x="127" y="73"/>
                      <a:pt x="125" y="73"/>
                      <a:pt x="124" y="74"/>
                    </a:cubicBezTo>
                    <a:cubicBezTo>
                      <a:pt x="123" y="75"/>
                      <a:pt x="122" y="76"/>
                      <a:pt x="121" y="77"/>
                    </a:cubicBezTo>
                    <a:cubicBezTo>
                      <a:pt x="120" y="77"/>
                      <a:pt x="120" y="77"/>
                      <a:pt x="120" y="78"/>
                    </a:cubicBezTo>
                    <a:cubicBezTo>
                      <a:pt x="119" y="79"/>
                      <a:pt x="116" y="80"/>
                      <a:pt x="117" y="83"/>
                    </a:cubicBezTo>
                    <a:cubicBezTo>
                      <a:pt x="118" y="83"/>
                      <a:pt x="118" y="83"/>
                      <a:pt x="118" y="84"/>
                    </a:cubicBezTo>
                    <a:cubicBezTo>
                      <a:pt x="119" y="84"/>
                      <a:pt x="120" y="85"/>
                      <a:pt x="121" y="85"/>
                    </a:cubicBezTo>
                    <a:cubicBezTo>
                      <a:pt x="121" y="85"/>
                      <a:pt x="121" y="85"/>
                      <a:pt x="122" y="86"/>
                    </a:cubicBezTo>
                    <a:cubicBezTo>
                      <a:pt x="123" y="86"/>
                      <a:pt x="125" y="87"/>
                      <a:pt x="128" y="89"/>
                    </a:cubicBezTo>
                    <a:cubicBezTo>
                      <a:pt x="129" y="90"/>
                      <a:pt x="129" y="91"/>
                      <a:pt x="130" y="91"/>
                    </a:cubicBezTo>
                    <a:cubicBezTo>
                      <a:pt x="130" y="92"/>
                      <a:pt x="130" y="93"/>
                      <a:pt x="131" y="95"/>
                    </a:cubicBezTo>
                    <a:cubicBezTo>
                      <a:pt x="131" y="98"/>
                      <a:pt x="131" y="102"/>
                      <a:pt x="131" y="106"/>
                    </a:cubicBezTo>
                    <a:cubicBezTo>
                      <a:pt x="130" y="106"/>
                      <a:pt x="130" y="106"/>
                      <a:pt x="130" y="107"/>
                    </a:cubicBezTo>
                    <a:cubicBezTo>
                      <a:pt x="130" y="107"/>
                      <a:pt x="130" y="108"/>
                      <a:pt x="130" y="109"/>
                    </a:cubicBezTo>
                    <a:cubicBezTo>
                      <a:pt x="129" y="110"/>
                      <a:pt x="128" y="111"/>
                      <a:pt x="127" y="113"/>
                    </a:cubicBezTo>
                    <a:cubicBezTo>
                      <a:pt x="126" y="114"/>
                      <a:pt x="125" y="116"/>
                      <a:pt x="124" y="118"/>
                    </a:cubicBezTo>
                    <a:cubicBezTo>
                      <a:pt x="124" y="118"/>
                      <a:pt x="123" y="118"/>
                      <a:pt x="123" y="119"/>
                    </a:cubicBezTo>
                    <a:cubicBezTo>
                      <a:pt x="124" y="120"/>
                      <a:pt x="126" y="119"/>
                      <a:pt x="128" y="120"/>
                    </a:cubicBezTo>
                    <a:cubicBezTo>
                      <a:pt x="128" y="120"/>
                      <a:pt x="129" y="120"/>
                      <a:pt x="130" y="120"/>
                    </a:cubicBezTo>
                    <a:cubicBezTo>
                      <a:pt x="131" y="121"/>
                      <a:pt x="132" y="121"/>
                      <a:pt x="132" y="121"/>
                    </a:cubicBezTo>
                    <a:cubicBezTo>
                      <a:pt x="134" y="122"/>
                      <a:pt x="133" y="122"/>
                      <a:pt x="134" y="122"/>
                    </a:cubicBezTo>
                    <a:cubicBezTo>
                      <a:pt x="135" y="123"/>
                      <a:pt x="135" y="123"/>
                      <a:pt x="136" y="123"/>
                    </a:cubicBezTo>
                    <a:cubicBezTo>
                      <a:pt x="136" y="124"/>
                      <a:pt x="137" y="124"/>
                      <a:pt x="138" y="124"/>
                    </a:cubicBezTo>
                    <a:cubicBezTo>
                      <a:pt x="138" y="125"/>
                      <a:pt x="139" y="126"/>
                      <a:pt x="139" y="127"/>
                    </a:cubicBezTo>
                    <a:cubicBezTo>
                      <a:pt x="139" y="127"/>
                      <a:pt x="140" y="128"/>
                      <a:pt x="140" y="129"/>
                    </a:cubicBezTo>
                    <a:cubicBezTo>
                      <a:pt x="140" y="130"/>
                      <a:pt x="140" y="130"/>
                      <a:pt x="141" y="131"/>
                    </a:cubicBezTo>
                    <a:cubicBezTo>
                      <a:pt x="140" y="132"/>
                      <a:pt x="140" y="133"/>
                      <a:pt x="140" y="134"/>
                    </a:cubicBezTo>
                    <a:cubicBezTo>
                      <a:pt x="140" y="135"/>
                      <a:pt x="140" y="136"/>
                      <a:pt x="140" y="137"/>
                    </a:cubicBezTo>
                    <a:cubicBezTo>
                      <a:pt x="140" y="138"/>
                      <a:pt x="140" y="139"/>
                      <a:pt x="141" y="139"/>
                    </a:cubicBezTo>
                    <a:cubicBezTo>
                      <a:pt x="141" y="140"/>
                      <a:pt x="141" y="141"/>
                      <a:pt x="141" y="142"/>
                    </a:cubicBezTo>
                    <a:cubicBezTo>
                      <a:pt x="141" y="143"/>
                      <a:pt x="141" y="144"/>
                      <a:pt x="142" y="146"/>
                    </a:cubicBezTo>
                    <a:cubicBezTo>
                      <a:pt x="142" y="146"/>
                      <a:pt x="142" y="149"/>
                      <a:pt x="141" y="150"/>
                    </a:cubicBezTo>
                    <a:cubicBezTo>
                      <a:pt x="141" y="151"/>
                      <a:pt x="141" y="152"/>
                      <a:pt x="140" y="153"/>
                    </a:cubicBezTo>
                    <a:cubicBezTo>
                      <a:pt x="140" y="154"/>
                      <a:pt x="139" y="154"/>
                      <a:pt x="139" y="155"/>
                    </a:cubicBezTo>
                    <a:cubicBezTo>
                      <a:pt x="139" y="155"/>
                      <a:pt x="139" y="156"/>
                      <a:pt x="139" y="156"/>
                    </a:cubicBezTo>
                    <a:cubicBezTo>
                      <a:pt x="138" y="157"/>
                      <a:pt x="138" y="158"/>
                      <a:pt x="138" y="159"/>
                    </a:cubicBezTo>
                    <a:cubicBezTo>
                      <a:pt x="137" y="159"/>
                      <a:pt x="135" y="160"/>
                      <a:pt x="135" y="160"/>
                    </a:cubicBezTo>
                    <a:cubicBezTo>
                      <a:pt x="134" y="160"/>
                      <a:pt x="133" y="159"/>
                      <a:pt x="132" y="159"/>
                    </a:cubicBezTo>
                    <a:cubicBezTo>
                      <a:pt x="129" y="158"/>
                      <a:pt x="128" y="156"/>
                      <a:pt x="127" y="155"/>
                    </a:cubicBezTo>
                    <a:cubicBezTo>
                      <a:pt x="124" y="153"/>
                      <a:pt x="121" y="150"/>
                      <a:pt x="119" y="149"/>
                    </a:cubicBezTo>
                    <a:cubicBezTo>
                      <a:pt x="119" y="149"/>
                      <a:pt x="118" y="149"/>
                      <a:pt x="118" y="148"/>
                    </a:cubicBezTo>
                    <a:cubicBezTo>
                      <a:pt x="117" y="148"/>
                      <a:pt x="115" y="148"/>
                      <a:pt x="114" y="147"/>
                    </a:cubicBezTo>
                    <a:cubicBezTo>
                      <a:pt x="111" y="146"/>
                      <a:pt x="111" y="145"/>
                      <a:pt x="109" y="144"/>
                    </a:cubicBezTo>
                    <a:cubicBezTo>
                      <a:pt x="106" y="142"/>
                      <a:pt x="106" y="141"/>
                      <a:pt x="103" y="139"/>
                    </a:cubicBezTo>
                    <a:cubicBezTo>
                      <a:pt x="103" y="139"/>
                      <a:pt x="102" y="138"/>
                      <a:pt x="101" y="138"/>
                    </a:cubicBezTo>
                    <a:cubicBezTo>
                      <a:pt x="100" y="137"/>
                      <a:pt x="95" y="136"/>
                      <a:pt x="94" y="136"/>
                    </a:cubicBezTo>
                    <a:cubicBezTo>
                      <a:pt x="93" y="137"/>
                      <a:pt x="89" y="136"/>
                      <a:pt x="88" y="137"/>
                    </a:cubicBezTo>
                    <a:cubicBezTo>
                      <a:pt x="86" y="137"/>
                      <a:pt x="85" y="138"/>
                      <a:pt x="84" y="138"/>
                    </a:cubicBezTo>
                    <a:cubicBezTo>
                      <a:pt x="83" y="138"/>
                      <a:pt x="82" y="139"/>
                      <a:pt x="82" y="139"/>
                    </a:cubicBezTo>
                    <a:cubicBezTo>
                      <a:pt x="80" y="140"/>
                      <a:pt x="81" y="140"/>
                      <a:pt x="79" y="140"/>
                    </a:cubicBezTo>
                    <a:cubicBezTo>
                      <a:pt x="78" y="140"/>
                      <a:pt x="77" y="139"/>
                      <a:pt x="77" y="139"/>
                    </a:cubicBezTo>
                    <a:cubicBezTo>
                      <a:pt x="73" y="137"/>
                      <a:pt x="74" y="135"/>
                      <a:pt x="73" y="134"/>
                    </a:cubicBezTo>
                    <a:cubicBezTo>
                      <a:pt x="73" y="130"/>
                      <a:pt x="76" y="129"/>
                      <a:pt x="78" y="127"/>
                    </a:cubicBezTo>
                    <a:cubicBezTo>
                      <a:pt x="77" y="126"/>
                      <a:pt x="76" y="126"/>
                      <a:pt x="76" y="125"/>
                    </a:cubicBezTo>
                    <a:cubicBezTo>
                      <a:pt x="75" y="125"/>
                      <a:pt x="75" y="125"/>
                      <a:pt x="74" y="125"/>
                    </a:cubicBezTo>
                    <a:cubicBezTo>
                      <a:pt x="74" y="124"/>
                      <a:pt x="69" y="123"/>
                      <a:pt x="69" y="123"/>
                    </a:cubicBezTo>
                    <a:cubicBezTo>
                      <a:pt x="69" y="122"/>
                      <a:pt x="69" y="121"/>
                      <a:pt x="69" y="121"/>
                    </a:cubicBezTo>
                    <a:cubicBezTo>
                      <a:pt x="69" y="120"/>
                      <a:pt x="69" y="119"/>
                      <a:pt x="69" y="118"/>
                    </a:cubicBezTo>
                    <a:cubicBezTo>
                      <a:pt x="71" y="115"/>
                      <a:pt x="75" y="114"/>
                      <a:pt x="77" y="112"/>
                    </a:cubicBezTo>
                    <a:cubicBezTo>
                      <a:pt x="78" y="111"/>
                      <a:pt x="83" y="110"/>
                      <a:pt x="83" y="110"/>
                    </a:cubicBezTo>
                    <a:cubicBezTo>
                      <a:pt x="85" y="110"/>
                      <a:pt x="85" y="110"/>
                      <a:pt x="86" y="110"/>
                    </a:cubicBezTo>
                    <a:cubicBezTo>
                      <a:pt x="86" y="110"/>
                      <a:pt x="87" y="110"/>
                      <a:pt x="88" y="110"/>
                    </a:cubicBezTo>
                    <a:cubicBezTo>
                      <a:pt x="89" y="110"/>
                      <a:pt x="91" y="110"/>
                      <a:pt x="92" y="110"/>
                    </a:cubicBezTo>
                    <a:cubicBezTo>
                      <a:pt x="92" y="110"/>
                      <a:pt x="92" y="110"/>
                      <a:pt x="93" y="110"/>
                    </a:cubicBezTo>
                    <a:cubicBezTo>
                      <a:pt x="93" y="110"/>
                      <a:pt x="94" y="110"/>
                      <a:pt x="95" y="110"/>
                    </a:cubicBezTo>
                    <a:cubicBezTo>
                      <a:pt x="95" y="110"/>
                      <a:pt x="96" y="110"/>
                      <a:pt x="96" y="110"/>
                    </a:cubicBezTo>
                    <a:cubicBezTo>
                      <a:pt x="96" y="110"/>
                      <a:pt x="97" y="109"/>
                      <a:pt x="98" y="109"/>
                    </a:cubicBezTo>
                    <a:cubicBezTo>
                      <a:pt x="99" y="108"/>
                      <a:pt x="100" y="107"/>
                      <a:pt x="101" y="107"/>
                    </a:cubicBezTo>
                    <a:cubicBezTo>
                      <a:pt x="102" y="106"/>
                      <a:pt x="102" y="106"/>
                      <a:pt x="103" y="106"/>
                    </a:cubicBezTo>
                    <a:cubicBezTo>
                      <a:pt x="104" y="106"/>
                      <a:pt x="105" y="106"/>
                      <a:pt x="105" y="106"/>
                    </a:cubicBezTo>
                    <a:cubicBezTo>
                      <a:pt x="105" y="106"/>
                      <a:pt x="105" y="106"/>
                      <a:pt x="106" y="106"/>
                    </a:cubicBezTo>
                    <a:cubicBezTo>
                      <a:pt x="106" y="106"/>
                      <a:pt x="107" y="106"/>
                      <a:pt x="107" y="106"/>
                    </a:cubicBezTo>
                    <a:cubicBezTo>
                      <a:pt x="108" y="105"/>
                      <a:pt x="109" y="105"/>
                      <a:pt x="109" y="104"/>
                    </a:cubicBezTo>
                    <a:cubicBezTo>
                      <a:pt x="109" y="104"/>
                      <a:pt x="110" y="103"/>
                      <a:pt x="110" y="102"/>
                    </a:cubicBezTo>
                    <a:cubicBezTo>
                      <a:pt x="110" y="102"/>
                      <a:pt x="110" y="101"/>
                      <a:pt x="110" y="100"/>
                    </a:cubicBezTo>
                    <a:cubicBezTo>
                      <a:pt x="110" y="100"/>
                      <a:pt x="110" y="100"/>
                      <a:pt x="110" y="100"/>
                    </a:cubicBezTo>
                    <a:cubicBezTo>
                      <a:pt x="110" y="99"/>
                      <a:pt x="109" y="99"/>
                      <a:pt x="109" y="98"/>
                    </a:cubicBezTo>
                    <a:cubicBezTo>
                      <a:pt x="108" y="98"/>
                      <a:pt x="107" y="97"/>
                      <a:pt x="107" y="97"/>
                    </a:cubicBezTo>
                    <a:cubicBezTo>
                      <a:pt x="106" y="97"/>
                      <a:pt x="106" y="97"/>
                      <a:pt x="105" y="97"/>
                    </a:cubicBezTo>
                    <a:cubicBezTo>
                      <a:pt x="105" y="97"/>
                      <a:pt x="103" y="97"/>
                      <a:pt x="103" y="97"/>
                    </a:cubicBezTo>
                    <a:cubicBezTo>
                      <a:pt x="102" y="98"/>
                      <a:pt x="102" y="99"/>
                      <a:pt x="101" y="99"/>
                    </a:cubicBezTo>
                    <a:cubicBezTo>
                      <a:pt x="99" y="99"/>
                      <a:pt x="99" y="100"/>
                      <a:pt x="98" y="100"/>
                    </a:cubicBezTo>
                    <a:cubicBezTo>
                      <a:pt x="97" y="100"/>
                      <a:pt x="96" y="100"/>
                      <a:pt x="96" y="100"/>
                    </a:cubicBezTo>
                    <a:cubicBezTo>
                      <a:pt x="95" y="101"/>
                      <a:pt x="94" y="101"/>
                      <a:pt x="94" y="102"/>
                    </a:cubicBezTo>
                    <a:cubicBezTo>
                      <a:pt x="94" y="102"/>
                      <a:pt x="94" y="102"/>
                      <a:pt x="94" y="102"/>
                    </a:cubicBezTo>
                    <a:cubicBezTo>
                      <a:pt x="93" y="103"/>
                      <a:pt x="92" y="104"/>
                      <a:pt x="92" y="105"/>
                    </a:cubicBezTo>
                    <a:cubicBezTo>
                      <a:pt x="91" y="106"/>
                      <a:pt x="90" y="106"/>
                      <a:pt x="89" y="107"/>
                    </a:cubicBezTo>
                    <a:cubicBezTo>
                      <a:pt x="88" y="107"/>
                      <a:pt x="87" y="107"/>
                      <a:pt x="86" y="108"/>
                    </a:cubicBezTo>
                    <a:cubicBezTo>
                      <a:pt x="84" y="108"/>
                      <a:pt x="82" y="108"/>
                      <a:pt x="80" y="108"/>
                    </a:cubicBezTo>
                    <a:cubicBezTo>
                      <a:pt x="79" y="107"/>
                      <a:pt x="79" y="107"/>
                      <a:pt x="78" y="107"/>
                    </a:cubicBezTo>
                    <a:cubicBezTo>
                      <a:pt x="77" y="106"/>
                      <a:pt x="76" y="105"/>
                      <a:pt x="76" y="103"/>
                    </a:cubicBezTo>
                    <a:cubicBezTo>
                      <a:pt x="75" y="102"/>
                      <a:pt x="75" y="101"/>
                      <a:pt x="75" y="100"/>
                    </a:cubicBezTo>
                    <a:cubicBezTo>
                      <a:pt x="75" y="100"/>
                      <a:pt x="76" y="96"/>
                      <a:pt x="76" y="95"/>
                    </a:cubicBezTo>
                    <a:cubicBezTo>
                      <a:pt x="78" y="92"/>
                      <a:pt x="79" y="91"/>
                      <a:pt x="81" y="89"/>
                    </a:cubicBezTo>
                    <a:cubicBezTo>
                      <a:pt x="84" y="85"/>
                      <a:pt x="87" y="80"/>
                      <a:pt x="90" y="77"/>
                    </a:cubicBezTo>
                    <a:cubicBezTo>
                      <a:pt x="90" y="77"/>
                      <a:pt x="91" y="77"/>
                      <a:pt x="91" y="77"/>
                    </a:cubicBezTo>
                    <a:cubicBezTo>
                      <a:pt x="92" y="76"/>
                      <a:pt x="92" y="76"/>
                      <a:pt x="93" y="75"/>
                    </a:cubicBezTo>
                    <a:cubicBezTo>
                      <a:pt x="94" y="75"/>
                      <a:pt x="95" y="75"/>
                      <a:pt x="96" y="74"/>
                    </a:cubicBezTo>
                    <a:cubicBezTo>
                      <a:pt x="97" y="73"/>
                      <a:pt x="99" y="73"/>
                      <a:pt x="100" y="72"/>
                    </a:cubicBezTo>
                    <a:cubicBezTo>
                      <a:pt x="100" y="72"/>
                      <a:pt x="100" y="72"/>
                      <a:pt x="100" y="72"/>
                    </a:cubicBezTo>
                    <a:cubicBezTo>
                      <a:pt x="103" y="69"/>
                      <a:pt x="105" y="66"/>
                      <a:pt x="108" y="62"/>
                    </a:cubicBezTo>
                    <a:cubicBezTo>
                      <a:pt x="108" y="62"/>
                      <a:pt x="109" y="62"/>
                      <a:pt x="109" y="62"/>
                    </a:cubicBezTo>
                    <a:cubicBezTo>
                      <a:pt x="110" y="61"/>
                      <a:pt x="111" y="61"/>
                      <a:pt x="112" y="61"/>
                    </a:cubicBezTo>
                    <a:cubicBezTo>
                      <a:pt x="112" y="61"/>
                      <a:pt x="114" y="61"/>
                      <a:pt x="116" y="61"/>
                    </a:cubicBezTo>
                    <a:cubicBezTo>
                      <a:pt x="117" y="61"/>
                      <a:pt x="118" y="61"/>
                      <a:pt x="120" y="61"/>
                    </a:cubicBezTo>
                    <a:cubicBezTo>
                      <a:pt x="120" y="61"/>
                      <a:pt x="122" y="61"/>
                      <a:pt x="123" y="60"/>
                    </a:cubicBezTo>
                    <a:cubicBezTo>
                      <a:pt x="123" y="60"/>
                      <a:pt x="124" y="59"/>
                      <a:pt x="124" y="59"/>
                    </a:cubicBezTo>
                    <a:cubicBezTo>
                      <a:pt x="124" y="58"/>
                      <a:pt x="123" y="57"/>
                      <a:pt x="124" y="57"/>
                    </a:cubicBezTo>
                    <a:cubicBezTo>
                      <a:pt x="123" y="56"/>
                      <a:pt x="123" y="55"/>
                      <a:pt x="123" y="55"/>
                    </a:cubicBezTo>
                    <a:cubicBezTo>
                      <a:pt x="122" y="55"/>
                      <a:pt x="120" y="55"/>
                      <a:pt x="119" y="55"/>
                    </a:cubicBezTo>
                    <a:cubicBezTo>
                      <a:pt x="119" y="54"/>
                      <a:pt x="119" y="54"/>
                      <a:pt x="119" y="54"/>
                    </a:cubicBezTo>
                    <a:cubicBezTo>
                      <a:pt x="116" y="54"/>
                      <a:pt x="110" y="54"/>
                      <a:pt x="110" y="55"/>
                    </a:cubicBezTo>
                    <a:cubicBezTo>
                      <a:pt x="107" y="55"/>
                      <a:pt x="102" y="57"/>
                      <a:pt x="101" y="58"/>
                    </a:cubicBezTo>
                    <a:cubicBezTo>
                      <a:pt x="99" y="58"/>
                      <a:pt x="97" y="62"/>
                      <a:pt x="96" y="62"/>
                    </a:cubicBezTo>
                    <a:cubicBezTo>
                      <a:pt x="95" y="63"/>
                      <a:pt x="94" y="64"/>
                      <a:pt x="93" y="65"/>
                    </a:cubicBezTo>
                    <a:cubicBezTo>
                      <a:pt x="93" y="66"/>
                      <a:pt x="92" y="66"/>
                      <a:pt x="92" y="67"/>
                    </a:cubicBezTo>
                    <a:cubicBezTo>
                      <a:pt x="92" y="67"/>
                      <a:pt x="92" y="67"/>
                      <a:pt x="92" y="67"/>
                    </a:cubicBezTo>
                    <a:cubicBezTo>
                      <a:pt x="91" y="68"/>
                      <a:pt x="90" y="69"/>
                      <a:pt x="90" y="70"/>
                    </a:cubicBezTo>
                    <a:cubicBezTo>
                      <a:pt x="90" y="70"/>
                      <a:pt x="89" y="70"/>
                      <a:pt x="89" y="70"/>
                    </a:cubicBezTo>
                    <a:cubicBezTo>
                      <a:pt x="89" y="70"/>
                      <a:pt x="89" y="70"/>
                      <a:pt x="89" y="71"/>
                    </a:cubicBezTo>
                    <a:cubicBezTo>
                      <a:pt x="89" y="71"/>
                      <a:pt x="89" y="71"/>
                      <a:pt x="89" y="71"/>
                    </a:cubicBezTo>
                    <a:cubicBezTo>
                      <a:pt x="88" y="71"/>
                      <a:pt x="88" y="71"/>
                      <a:pt x="88" y="72"/>
                    </a:cubicBezTo>
                    <a:cubicBezTo>
                      <a:pt x="86" y="74"/>
                      <a:pt x="84" y="76"/>
                      <a:pt x="82" y="78"/>
                    </a:cubicBezTo>
                    <a:cubicBezTo>
                      <a:pt x="81" y="79"/>
                      <a:pt x="80" y="79"/>
                      <a:pt x="79" y="80"/>
                    </a:cubicBezTo>
                    <a:cubicBezTo>
                      <a:pt x="78" y="80"/>
                      <a:pt x="78" y="80"/>
                      <a:pt x="77" y="81"/>
                    </a:cubicBezTo>
                    <a:cubicBezTo>
                      <a:pt x="74" y="81"/>
                      <a:pt x="72" y="79"/>
                      <a:pt x="71" y="79"/>
                    </a:cubicBezTo>
                    <a:cubicBezTo>
                      <a:pt x="71" y="78"/>
                      <a:pt x="70" y="78"/>
                      <a:pt x="70" y="78"/>
                    </a:cubicBezTo>
                    <a:cubicBezTo>
                      <a:pt x="70" y="77"/>
                      <a:pt x="69" y="77"/>
                      <a:pt x="69" y="76"/>
                    </a:cubicBezTo>
                    <a:cubicBezTo>
                      <a:pt x="69" y="76"/>
                      <a:pt x="69" y="75"/>
                      <a:pt x="68" y="75"/>
                    </a:cubicBezTo>
                    <a:cubicBezTo>
                      <a:pt x="68" y="74"/>
                      <a:pt x="67" y="72"/>
                      <a:pt x="67" y="71"/>
                    </a:cubicBezTo>
                    <a:cubicBezTo>
                      <a:pt x="67" y="70"/>
                      <a:pt x="67" y="66"/>
                      <a:pt x="68" y="65"/>
                    </a:cubicBezTo>
                    <a:cubicBezTo>
                      <a:pt x="68" y="64"/>
                      <a:pt x="69" y="63"/>
                      <a:pt x="69" y="63"/>
                    </a:cubicBezTo>
                    <a:cubicBezTo>
                      <a:pt x="69" y="62"/>
                      <a:pt x="70" y="62"/>
                      <a:pt x="70" y="61"/>
                    </a:cubicBezTo>
                    <a:cubicBezTo>
                      <a:pt x="70" y="61"/>
                      <a:pt x="71" y="61"/>
                      <a:pt x="71" y="60"/>
                    </a:cubicBezTo>
                    <a:cubicBezTo>
                      <a:pt x="71" y="60"/>
                      <a:pt x="72" y="60"/>
                      <a:pt x="72" y="60"/>
                    </a:cubicBezTo>
                    <a:cubicBezTo>
                      <a:pt x="72" y="59"/>
                      <a:pt x="73" y="59"/>
                      <a:pt x="73" y="58"/>
                    </a:cubicBezTo>
                    <a:cubicBezTo>
                      <a:pt x="74" y="57"/>
                      <a:pt x="75" y="57"/>
                      <a:pt x="76" y="55"/>
                    </a:cubicBezTo>
                    <a:cubicBezTo>
                      <a:pt x="76" y="54"/>
                      <a:pt x="78" y="54"/>
                      <a:pt x="79" y="52"/>
                    </a:cubicBezTo>
                    <a:cubicBezTo>
                      <a:pt x="79" y="52"/>
                      <a:pt x="79" y="52"/>
                      <a:pt x="79" y="52"/>
                    </a:cubicBezTo>
                    <a:cubicBezTo>
                      <a:pt x="79" y="52"/>
                      <a:pt x="79" y="52"/>
                      <a:pt x="79" y="52"/>
                    </a:cubicBezTo>
                    <a:cubicBezTo>
                      <a:pt x="81" y="49"/>
                      <a:pt x="82" y="47"/>
                      <a:pt x="84" y="45"/>
                    </a:cubicBezTo>
                    <a:cubicBezTo>
                      <a:pt x="85" y="43"/>
                      <a:pt x="87" y="39"/>
                      <a:pt x="87" y="38"/>
                    </a:cubicBezTo>
                    <a:cubicBezTo>
                      <a:pt x="88" y="37"/>
                      <a:pt x="88" y="37"/>
                      <a:pt x="88" y="36"/>
                    </a:cubicBezTo>
                    <a:cubicBezTo>
                      <a:pt x="88" y="34"/>
                      <a:pt x="91" y="33"/>
                      <a:pt x="92" y="33"/>
                    </a:cubicBezTo>
                    <a:cubicBezTo>
                      <a:pt x="93" y="32"/>
                      <a:pt x="93" y="31"/>
                      <a:pt x="94" y="30"/>
                    </a:cubicBezTo>
                    <a:cubicBezTo>
                      <a:pt x="94" y="30"/>
                      <a:pt x="94" y="30"/>
                      <a:pt x="94" y="30"/>
                    </a:cubicBezTo>
                    <a:cubicBezTo>
                      <a:pt x="97" y="27"/>
                      <a:pt x="95" y="29"/>
                      <a:pt x="94" y="27"/>
                    </a:cubicBezTo>
                    <a:cubicBezTo>
                      <a:pt x="94" y="26"/>
                      <a:pt x="91" y="27"/>
                      <a:pt x="91" y="27"/>
                    </a:cubicBezTo>
                    <a:cubicBezTo>
                      <a:pt x="90" y="28"/>
                      <a:pt x="88" y="27"/>
                      <a:pt x="87" y="28"/>
                    </a:cubicBezTo>
                    <a:cubicBezTo>
                      <a:pt x="86" y="28"/>
                      <a:pt x="87" y="28"/>
                      <a:pt x="86" y="29"/>
                    </a:cubicBezTo>
                    <a:cubicBezTo>
                      <a:pt x="85" y="29"/>
                      <a:pt x="84" y="29"/>
                      <a:pt x="84" y="29"/>
                    </a:cubicBezTo>
                    <a:cubicBezTo>
                      <a:pt x="83" y="29"/>
                      <a:pt x="83" y="30"/>
                      <a:pt x="83" y="30"/>
                    </a:cubicBezTo>
                    <a:cubicBezTo>
                      <a:pt x="82" y="30"/>
                      <a:pt x="82" y="30"/>
                      <a:pt x="81" y="30"/>
                    </a:cubicBezTo>
                    <a:cubicBezTo>
                      <a:pt x="80" y="30"/>
                      <a:pt x="80" y="31"/>
                      <a:pt x="80" y="31"/>
                    </a:cubicBezTo>
                    <a:cubicBezTo>
                      <a:pt x="78" y="31"/>
                      <a:pt x="77" y="32"/>
                      <a:pt x="76" y="32"/>
                    </a:cubicBezTo>
                    <a:cubicBezTo>
                      <a:pt x="75" y="32"/>
                      <a:pt x="75" y="33"/>
                      <a:pt x="75" y="33"/>
                    </a:cubicBezTo>
                    <a:cubicBezTo>
                      <a:pt x="73" y="33"/>
                      <a:pt x="72" y="34"/>
                      <a:pt x="72" y="35"/>
                    </a:cubicBezTo>
                    <a:cubicBezTo>
                      <a:pt x="69" y="35"/>
                      <a:pt x="69" y="36"/>
                      <a:pt x="66" y="37"/>
                    </a:cubicBezTo>
                    <a:cubicBezTo>
                      <a:pt x="65" y="38"/>
                      <a:pt x="65" y="38"/>
                      <a:pt x="64" y="38"/>
                    </a:cubicBezTo>
                    <a:cubicBezTo>
                      <a:pt x="63" y="38"/>
                      <a:pt x="60" y="38"/>
                      <a:pt x="59" y="37"/>
                    </a:cubicBezTo>
                    <a:cubicBezTo>
                      <a:pt x="59" y="38"/>
                      <a:pt x="58" y="40"/>
                      <a:pt x="58" y="41"/>
                    </a:cubicBezTo>
                    <a:cubicBezTo>
                      <a:pt x="58" y="43"/>
                      <a:pt x="57" y="45"/>
                      <a:pt x="57" y="47"/>
                    </a:cubicBezTo>
                    <a:cubicBezTo>
                      <a:pt x="57" y="48"/>
                      <a:pt x="56" y="49"/>
                      <a:pt x="56" y="50"/>
                    </a:cubicBezTo>
                    <a:cubicBezTo>
                      <a:pt x="55" y="51"/>
                      <a:pt x="55" y="53"/>
                      <a:pt x="55" y="54"/>
                    </a:cubicBezTo>
                    <a:cubicBezTo>
                      <a:pt x="54" y="55"/>
                      <a:pt x="54" y="56"/>
                      <a:pt x="54" y="58"/>
                    </a:cubicBezTo>
                    <a:cubicBezTo>
                      <a:pt x="54" y="58"/>
                      <a:pt x="53" y="59"/>
                      <a:pt x="53" y="59"/>
                    </a:cubicBezTo>
                    <a:cubicBezTo>
                      <a:pt x="53" y="59"/>
                      <a:pt x="53" y="60"/>
                      <a:pt x="53" y="61"/>
                    </a:cubicBezTo>
                    <a:cubicBezTo>
                      <a:pt x="52" y="62"/>
                      <a:pt x="51" y="64"/>
                      <a:pt x="51" y="66"/>
                    </a:cubicBezTo>
                    <a:cubicBezTo>
                      <a:pt x="51" y="67"/>
                      <a:pt x="50" y="68"/>
                      <a:pt x="50" y="69"/>
                    </a:cubicBezTo>
                    <a:cubicBezTo>
                      <a:pt x="50" y="70"/>
                      <a:pt x="50" y="70"/>
                      <a:pt x="50" y="70"/>
                    </a:cubicBezTo>
                    <a:cubicBezTo>
                      <a:pt x="49" y="71"/>
                      <a:pt x="49" y="72"/>
                      <a:pt x="49" y="73"/>
                    </a:cubicBezTo>
                    <a:cubicBezTo>
                      <a:pt x="49" y="74"/>
                      <a:pt x="49" y="75"/>
                      <a:pt x="49" y="76"/>
                    </a:cubicBezTo>
                    <a:cubicBezTo>
                      <a:pt x="48" y="76"/>
                      <a:pt x="48" y="77"/>
                      <a:pt x="48" y="78"/>
                    </a:cubicBezTo>
                    <a:cubicBezTo>
                      <a:pt x="47" y="80"/>
                      <a:pt x="46" y="81"/>
                      <a:pt x="46" y="83"/>
                    </a:cubicBezTo>
                    <a:cubicBezTo>
                      <a:pt x="46" y="83"/>
                      <a:pt x="46" y="84"/>
                      <a:pt x="46" y="84"/>
                    </a:cubicBezTo>
                    <a:cubicBezTo>
                      <a:pt x="45" y="84"/>
                      <a:pt x="45" y="85"/>
                      <a:pt x="45" y="85"/>
                    </a:cubicBezTo>
                    <a:cubicBezTo>
                      <a:pt x="44" y="87"/>
                      <a:pt x="44" y="89"/>
                      <a:pt x="43" y="91"/>
                    </a:cubicBezTo>
                    <a:cubicBezTo>
                      <a:pt x="43" y="91"/>
                      <a:pt x="43" y="92"/>
                      <a:pt x="43" y="92"/>
                    </a:cubicBezTo>
                    <a:cubicBezTo>
                      <a:pt x="43" y="93"/>
                      <a:pt x="43" y="94"/>
                      <a:pt x="42" y="95"/>
                    </a:cubicBezTo>
                    <a:cubicBezTo>
                      <a:pt x="42" y="95"/>
                      <a:pt x="42" y="95"/>
                      <a:pt x="42" y="96"/>
                    </a:cubicBezTo>
                    <a:cubicBezTo>
                      <a:pt x="42" y="96"/>
                      <a:pt x="42" y="97"/>
                      <a:pt x="42" y="98"/>
                    </a:cubicBezTo>
                    <a:cubicBezTo>
                      <a:pt x="41" y="98"/>
                      <a:pt x="41" y="98"/>
                      <a:pt x="41" y="98"/>
                    </a:cubicBezTo>
                    <a:cubicBezTo>
                      <a:pt x="41" y="99"/>
                      <a:pt x="41" y="100"/>
                      <a:pt x="41" y="101"/>
                    </a:cubicBezTo>
                    <a:cubicBezTo>
                      <a:pt x="40" y="102"/>
                      <a:pt x="40" y="102"/>
                      <a:pt x="40" y="102"/>
                    </a:cubicBezTo>
                    <a:cubicBezTo>
                      <a:pt x="40" y="103"/>
                      <a:pt x="40" y="103"/>
                      <a:pt x="40" y="104"/>
                    </a:cubicBezTo>
                    <a:cubicBezTo>
                      <a:pt x="40" y="104"/>
                      <a:pt x="39" y="104"/>
                      <a:pt x="39" y="104"/>
                    </a:cubicBezTo>
                    <a:cubicBezTo>
                      <a:pt x="39" y="105"/>
                      <a:pt x="39" y="106"/>
                      <a:pt x="38" y="108"/>
                    </a:cubicBezTo>
                    <a:cubicBezTo>
                      <a:pt x="38" y="108"/>
                      <a:pt x="38" y="110"/>
                      <a:pt x="38" y="111"/>
                    </a:cubicBezTo>
                    <a:cubicBezTo>
                      <a:pt x="37" y="111"/>
                      <a:pt x="37" y="113"/>
                      <a:pt x="37" y="114"/>
                    </a:cubicBezTo>
                    <a:cubicBezTo>
                      <a:pt x="36" y="115"/>
                      <a:pt x="36" y="115"/>
                      <a:pt x="36" y="117"/>
                    </a:cubicBezTo>
                    <a:cubicBezTo>
                      <a:pt x="35" y="117"/>
                      <a:pt x="35" y="118"/>
                      <a:pt x="35" y="119"/>
                    </a:cubicBezTo>
                    <a:cubicBezTo>
                      <a:pt x="35" y="120"/>
                      <a:pt x="34" y="121"/>
                      <a:pt x="34" y="121"/>
                    </a:cubicBezTo>
                    <a:cubicBezTo>
                      <a:pt x="34" y="122"/>
                      <a:pt x="34" y="122"/>
                      <a:pt x="34" y="122"/>
                    </a:cubicBezTo>
                    <a:cubicBezTo>
                      <a:pt x="34" y="122"/>
                      <a:pt x="34" y="123"/>
                      <a:pt x="34" y="123"/>
                    </a:cubicBezTo>
                    <a:cubicBezTo>
                      <a:pt x="33" y="123"/>
                      <a:pt x="33" y="124"/>
                      <a:pt x="33" y="124"/>
                    </a:cubicBezTo>
                    <a:cubicBezTo>
                      <a:pt x="33" y="125"/>
                      <a:pt x="32" y="127"/>
                      <a:pt x="32" y="128"/>
                    </a:cubicBezTo>
                    <a:cubicBezTo>
                      <a:pt x="31" y="129"/>
                      <a:pt x="31" y="130"/>
                      <a:pt x="31" y="130"/>
                    </a:cubicBezTo>
                    <a:cubicBezTo>
                      <a:pt x="30" y="131"/>
                      <a:pt x="30" y="131"/>
                      <a:pt x="30" y="131"/>
                    </a:cubicBezTo>
                    <a:cubicBezTo>
                      <a:pt x="29" y="133"/>
                      <a:pt x="28" y="136"/>
                      <a:pt x="28" y="138"/>
                    </a:cubicBezTo>
                    <a:cubicBezTo>
                      <a:pt x="25" y="143"/>
                      <a:pt x="26" y="145"/>
                      <a:pt x="23" y="149"/>
                    </a:cubicBezTo>
                    <a:cubicBezTo>
                      <a:pt x="23" y="150"/>
                      <a:pt x="21" y="153"/>
                      <a:pt x="21" y="154"/>
                    </a:cubicBezTo>
                    <a:cubicBezTo>
                      <a:pt x="21" y="154"/>
                      <a:pt x="21" y="154"/>
                      <a:pt x="21" y="154"/>
                    </a:cubicBezTo>
                    <a:cubicBezTo>
                      <a:pt x="20" y="156"/>
                      <a:pt x="19" y="157"/>
                      <a:pt x="18" y="158"/>
                    </a:cubicBezTo>
                    <a:cubicBezTo>
                      <a:pt x="17" y="158"/>
                      <a:pt x="17" y="159"/>
                      <a:pt x="16" y="160"/>
                    </a:cubicBezTo>
                    <a:cubicBezTo>
                      <a:pt x="16" y="160"/>
                      <a:pt x="16" y="161"/>
                      <a:pt x="16" y="161"/>
                    </a:cubicBezTo>
                    <a:cubicBezTo>
                      <a:pt x="15" y="161"/>
                      <a:pt x="15" y="161"/>
                      <a:pt x="15" y="162"/>
                    </a:cubicBezTo>
                    <a:cubicBezTo>
                      <a:pt x="15" y="162"/>
                      <a:pt x="15" y="162"/>
                      <a:pt x="15" y="162"/>
                    </a:cubicBezTo>
                    <a:cubicBezTo>
                      <a:pt x="14" y="164"/>
                      <a:pt x="13" y="165"/>
                      <a:pt x="12" y="167"/>
                    </a:cubicBezTo>
                    <a:cubicBezTo>
                      <a:pt x="11" y="167"/>
                      <a:pt x="11" y="168"/>
                      <a:pt x="10" y="168"/>
                    </a:cubicBezTo>
                    <a:cubicBezTo>
                      <a:pt x="9" y="169"/>
                      <a:pt x="9" y="169"/>
                      <a:pt x="9" y="170"/>
                    </a:cubicBezTo>
                    <a:cubicBezTo>
                      <a:pt x="8" y="170"/>
                      <a:pt x="7" y="171"/>
                      <a:pt x="6" y="172"/>
                    </a:cubicBezTo>
                    <a:cubicBezTo>
                      <a:pt x="5" y="171"/>
                      <a:pt x="5" y="172"/>
                      <a:pt x="4" y="171"/>
                    </a:cubicBezTo>
                    <a:cubicBezTo>
                      <a:pt x="2" y="170"/>
                      <a:pt x="1" y="167"/>
                      <a:pt x="1" y="165"/>
                    </a:cubicBezTo>
                    <a:cubicBezTo>
                      <a:pt x="1" y="165"/>
                      <a:pt x="0" y="164"/>
                      <a:pt x="0" y="164"/>
                    </a:cubicBezTo>
                    <a:cubicBezTo>
                      <a:pt x="0" y="162"/>
                      <a:pt x="0" y="161"/>
                      <a:pt x="0" y="160"/>
                    </a:cubicBezTo>
                    <a:cubicBezTo>
                      <a:pt x="0" y="159"/>
                      <a:pt x="1" y="159"/>
                      <a:pt x="1" y="157"/>
                    </a:cubicBezTo>
                    <a:cubicBezTo>
                      <a:pt x="2" y="157"/>
                      <a:pt x="2" y="155"/>
                      <a:pt x="3" y="155"/>
                    </a:cubicBezTo>
                    <a:cubicBezTo>
                      <a:pt x="4" y="153"/>
                      <a:pt x="5" y="150"/>
                      <a:pt x="7" y="149"/>
                    </a:cubicBezTo>
                    <a:cubicBezTo>
                      <a:pt x="8" y="146"/>
                      <a:pt x="10" y="142"/>
                      <a:pt x="11" y="139"/>
                    </a:cubicBezTo>
                    <a:cubicBezTo>
                      <a:pt x="11" y="139"/>
                      <a:pt x="11" y="138"/>
                      <a:pt x="11" y="138"/>
                    </a:cubicBezTo>
                    <a:cubicBezTo>
                      <a:pt x="12" y="136"/>
                      <a:pt x="12" y="135"/>
                      <a:pt x="12" y="134"/>
                    </a:cubicBezTo>
                    <a:cubicBezTo>
                      <a:pt x="13" y="132"/>
                      <a:pt x="13" y="131"/>
                      <a:pt x="14" y="129"/>
                    </a:cubicBezTo>
                    <a:cubicBezTo>
                      <a:pt x="14" y="127"/>
                      <a:pt x="15" y="125"/>
                      <a:pt x="15" y="125"/>
                    </a:cubicBezTo>
                    <a:cubicBezTo>
                      <a:pt x="15" y="124"/>
                      <a:pt x="16" y="123"/>
                      <a:pt x="16" y="123"/>
                    </a:cubicBezTo>
                    <a:cubicBezTo>
                      <a:pt x="16" y="122"/>
                      <a:pt x="16" y="122"/>
                      <a:pt x="16" y="122"/>
                    </a:cubicBezTo>
                    <a:cubicBezTo>
                      <a:pt x="17" y="121"/>
                      <a:pt x="17" y="120"/>
                      <a:pt x="18" y="119"/>
                    </a:cubicBezTo>
                    <a:cubicBezTo>
                      <a:pt x="18" y="118"/>
                      <a:pt x="18" y="116"/>
                      <a:pt x="19" y="115"/>
                    </a:cubicBezTo>
                    <a:cubicBezTo>
                      <a:pt x="19" y="114"/>
                      <a:pt x="19" y="114"/>
                      <a:pt x="19" y="113"/>
                    </a:cubicBezTo>
                    <a:cubicBezTo>
                      <a:pt x="20" y="113"/>
                      <a:pt x="20" y="113"/>
                      <a:pt x="20" y="112"/>
                    </a:cubicBezTo>
                    <a:cubicBezTo>
                      <a:pt x="20" y="111"/>
                      <a:pt x="21" y="110"/>
                      <a:pt x="21" y="110"/>
                    </a:cubicBezTo>
                    <a:cubicBezTo>
                      <a:pt x="21" y="108"/>
                      <a:pt x="22" y="106"/>
                      <a:pt x="23" y="105"/>
                    </a:cubicBezTo>
                    <a:cubicBezTo>
                      <a:pt x="23" y="104"/>
                      <a:pt x="24" y="102"/>
                      <a:pt x="24" y="101"/>
                    </a:cubicBezTo>
                    <a:cubicBezTo>
                      <a:pt x="24" y="101"/>
                      <a:pt x="24" y="100"/>
                      <a:pt x="25" y="99"/>
                    </a:cubicBezTo>
                    <a:cubicBezTo>
                      <a:pt x="25" y="99"/>
                      <a:pt x="25" y="98"/>
                      <a:pt x="25" y="98"/>
                    </a:cubicBezTo>
                    <a:cubicBezTo>
                      <a:pt x="25" y="97"/>
                      <a:pt x="26" y="96"/>
                      <a:pt x="26" y="95"/>
                    </a:cubicBezTo>
                    <a:cubicBezTo>
                      <a:pt x="26" y="95"/>
                      <a:pt x="26" y="95"/>
                      <a:pt x="26" y="95"/>
                    </a:cubicBezTo>
                    <a:cubicBezTo>
                      <a:pt x="26" y="94"/>
                      <a:pt x="26" y="93"/>
                      <a:pt x="26" y="93"/>
                    </a:cubicBezTo>
                    <a:cubicBezTo>
                      <a:pt x="27" y="92"/>
                      <a:pt x="27" y="92"/>
                      <a:pt x="27" y="91"/>
                    </a:cubicBezTo>
                    <a:cubicBezTo>
                      <a:pt x="27" y="88"/>
                      <a:pt x="28" y="86"/>
                      <a:pt x="28" y="84"/>
                    </a:cubicBezTo>
                    <a:cubicBezTo>
                      <a:pt x="28" y="83"/>
                      <a:pt x="29" y="83"/>
                      <a:pt x="29" y="83"/>
                    </a:cubicBezTo>
                    <a:cubicBezTo>
                      <a:pt x="29" y="82"/>
                      <a:pt x="29" y="81"/>
                      <a:pt x="29" y="80"/>
                    </a:cubicBezTo>
                    <a:cubicBezTo>
                      <a:pt x="30" y="79"/>
                      <a:pt x="30" y="79"/>
                      <a:pt x="30" y="78"/>
                    </a:cubicBezTo>
                    <a:cubicBezTo>
                      <a:pt x="30" y="77"/>
                      <a:pt x="30" y="77"/>
                      <a:pt x="30" y="76"/>
                    </a:cubicBezTo>
                    <a:cubicBezTo>
                      <a:pt x="31" y="76"/>
                      <a:pt x="31" y="76"/>
                      <a:pt x="31" y="75"/>
                    </a:cubicBezTo>
                    <a:cubicBezTo>
                      <a:pt x="32" y="73"/>
                      <a:pt x="32" y="72"/>
                      <a:pt x="33" y="70"/>
                    </a:cubicBezTo>
                    <a:cubicBezTo>
                      <a:pt x="33" y="70"/>
                      <a:pt x="33" y="70"/>
                      <a:pt x="33" y="69"/>
                    </a:cubicBezTo>
                    <a:cubicBezTo>
                      <a:pt x="33" y="68"/>
                      <a:pt x="34" y="66"/>
                      <a:pt x="35" y="65"/>
                    </a:cubicBezTo>
                    <a:cubicBezTo>
                      <a:pt x="35" y="63"/>
                      <a:pt x="35" y="62"/>
                      <a:pt x="35" y="61"/>
                    </a:cubicBezTo>
                    <a:cubicBezTo>
                      <a:pt x="35" y="58"/>
                      <a:pt x="36" y="56"/>
                      <a:pt x="36" y="53"/>
                    </a:cubicBezTo>
                    <a:cubicBezTo>
                      <a:pt x="36" y="50"/>
                      <a:pt x="36" y="48"/>
                      <a:pt x="37" y="47"/>
                    </a:cubicBezTo>
                    <a:cubicBezTo>
                      <a:pt x="37" y="44"/>
                      <a:pt x="37" y="41"/>
                      <a:pt x="38" y="39"/>
                    </a:cubicBezTo>
                    <a:cubicBezTo>
                      <a:pt x="38" y="38"/>
                      <a:pt x="38" y="38"/>
                      <a:pt x="39" y="37"/>
                    </a:cubicBezTo>
                    <a:cubicBezTo>
                      <a:pt x="39" y="36"/>
                      <a:pt x="39" y="36"/>
                      <a:pt x="39" y="36"/>
                    </a:cubicBezTo>
                    <a:cubicBezTo>
                      <a:pt x="39" y="35"/>
                      <a:pt x="39" y="34"/>
                      <a:pt x="40" y="34"/>
                    </a:cubicBezTo>
                    <a:cubicBezTo>
                      <a:pt x="40" y="33"/>
                      <a:pt x="40" y="33"/>
                      <a:pt x="41" y="33"/>
                    </a:cubicBezTo>
                    <a:cubicBezTo>
                      <a:pt x="41" y="31"/>
                      <a:pt x="42" y="30"/>
                      <a:pt x="42" y="29"/>
                    </a:cubicBezTo>
                    <a:cubicBezTo>
                      <a:pt x="42" y="29"/>
                      <a:pt x="42" y="29"/>
                      <a:pt x="43" y="28"/>
                    </a:cubicBezTo>
                    <a:cubicBezTo>
                      <a:pt x="44" y="27"/>
                      <a:pt x="44" y="26"/>
                      <a:pt x="46" y="25"/>
                    </a:cubicBezTo>
                    <a:cubicBezTo>
                      <a:pt x="46" y="24"/>
                      <a:pt x="49" y="24"/>
                      <a:pt x="49" y="23"/>
                    </a:cubicBezTo>
                    <a:cubicBezTo>
                      <a:pt x="51" y="23"/>
                      <a:pt x="55" y="24"/>
                      <a:pt x="55" y="24"/>
                    </a:cubicBezTo>
                    <a:cubicBezTo>
                      <a:pt x="55" y="23"/>
                      <a:pt x="57" y="22"/>
                      <a:pt x="57" y="21"/>
                    </a:cubicBezTo>
                    <a:cubicBezTo>
                      <a:pt x="59" y="19"/>
                      <a:pt x="59" y="20"/>
                      <a:pt x="61" y="19"/>
                    </a:cubicBezTo>
                    <a:cubicBezTo>
                      <a:pt x="61" y="19"/>
                      <a:pt x="62" y="19"/>
                      <a:pt x="62" y="19"/>
                    </a:cubicBezTo>
                    <a:cubicBezTo>
                      <a:pt x="62" y="18"/>
                      <a:pt x="62" y="18"/>
                      <a:pt x="62" y="18"/>
                    </a:cubicBezTo>
                    <a:cubicBezTo>
                      <a:pt x="63" y="17"/>
                      <a:pt x="66" y="16"/>
                      <a:pt x="67" y="16"/>
                    </a:cubicBezTo>
                    <a:cubicBezTo>
                      <a:pt x="68" y="15"/>
                      <a:pt x="69" y="14"/>
                      <a:pt x="70" y="14"/>
                    </a:cubicBezTo>
                    <a:cubicBezTo>
                      <a:pt x="71" y="13"/>
                      <a:pt x="73" y="11"/>
                      <a:pt x="74" y="11"/>
                    </a:cubicBezTo>
                    <a:cubicBezTo>
                      <a:pt x="75" y="10"/>
                      <a:pt x="78" y="9"/>
                      <a:pt x="79" y="9"/>
                    </a:cubicBezTo>
                    <a:cubicBezTo>
                      <a:pt x="79" y="9"/>
                      <a:pt x="83" y="8"/>
                      <a:pt x="82" y="8"/>
                    </a:cubicBezTo>
                    <a:cubicBezTo>
                      <a:pt x="83" y="8"/>
                      <a:pt x="83" y="8"/>
                      <a:pt x="84" y="8"/>
                    </a:cubicBezTo>
                    <a:cubicBezTo>
                      <a:pt x="85" y="8"/>
                      <a:pt x="86" y="8"/>
                      <a:pt x="87" y="8"/>
                    </a:cubicBezTo>
                    <a:cubicBezTo>
                      <a:pt x="87" y="8"/>
                      <a:pt x="88" y="8"/>
                      <a:pt x="89" y="8"/>
                    </a:cubicBezTo>
                    <a:cubicBezTo>
                      <a:pt x="90" y="8"/>
                      <a:pt x="90" y="8"/>
                      <a:pt x="91" y="7"/>
                    </a:cubicBezTo>
                    <a:cubicBezTo>
                      <a:pt x="92" y="7"/>
                      <a:pt x="93" y="7"/>
                      <a:pt x="93" y="7"/>
                    </a:cubicBezTo>
                    <a:cubicBezTo>
                      <a:pt x="94" y="6"/>
                      <a:pt x="94" y="6"/>
                      <a:pt x="95" y="6"/>
                    </a:cubicBezTo>
                    <a:cubicBezTo>
                      <a:pt x="95" y="5"/>
                      <a:pt x="96" y="5"/>
                      <a:pt x="96" y="5"/>
                    </a:cubicBezTo>
                    <a:cubicBezTo>
                      <a:pt x="97" y="5"/>
                      <a:pt x="97" y="4"/>
                      <a:pt x="97" y="4"/>
                    </a:cubicBezTo>
                    <a:cubicBezTo>
                      <a:pt x="98" y="4"/>
                      <a:pt x="98" y="4"/>
                      <a:pt x="98" y="4"/>
                    </a:cubicBezTo>
                    <a:cubicBezTo>
                      <a:pt x="99" y="3"/>
                      <a:pt x="100" y="3"/>
                      <a:pt x="101" y="2"/>
                    </a:cubicBezTo>
                    <a:cubicBezTo>
                      <a:pt x="102" y="2"/>
                      <a:pt x="103" y="2"/>
                      <a:pt x="104" y="2"/>
                    </a:cubicBezTo>
                    <a:cubicBezTo>
                      <a:pt x="105" y="2"/>
                      <a:pt x="107" y="3"/>
                      <a:pt x="109" y="3"/>
                    </a:cubicBezTo>
                    <a:cubicBezTo>
                      <a:pt x="110" y="3"/>
                      <a:pt x="111" y="4"/>
                      <a:pt x="111" y="4"/>
                    </a:cubicBezTo>
                    <a:cubicBezTo>
                      <a:pt x="112" y="4"/>
                      <a:pt x="113" y="4"/>
                      <a:pt x="114" y="4"/>
                    </a:cubicBezTo>
                    <a:cubicBezTo>
                      <a:pt x="114" y="4"/>
                      <a:pt x="115" y="3"/>
                      <a:pt x="116" y="3"/>
                    </a:cubicBezTo>
                    <a:cubicBezTo>
                      <a:pt x="116" y="3"/>
                      <a:pt x="117" y="4"/>
                      <a:pt x="117" y="4"/>
                    </a:cubicBezTo>
                    <a:cubicBezTo>
                      <a:pt x="117" y="3"/>
                      <a:pt x="118" y="3"/>
                      <a:pt x="119" y="3"/>
                    </a:cubicBezTo>
                    <a:cubicBezTo>
                      <a:pt x="120" y="3"/>
                      <a:pt x="121" y="3"/>
                      <a:pt x="121" y="3"/>
                    </a:cubicBezTo>
                    <a:cubicBezTo>
                      <a:pt x="122" y="3"/>
                      <a:pt x="122" y="3"/>
                      <a:pt x="122" y="3"/>
                    </a:cubicBezTo>
                    <a:cubicBezTo>
                      <a:pt x="122" y="2"/>
                      <a:pt x="122" y="2"/>
                      <a:pt x="123" y="2"/>
                    </a:cubicBezTo>
                    <a:cubicBezTo>
                      <a:pt x="123" y="2"/>
                      <a:pt x="124" y="2"/>
                      <a:pt x="124" y="2"/>
                    </a:cubicBezTo>
                    <a:cubicBezTo>
                      <a:pt x="127" y="1"/>
                      <a:pt x="129" y="0"/>
                      <a:pt x="130" y="0"/>
                    </a:cubicBezTo>
                    <a:cubicBezTo>
                      <a:pt x="131" y="1"/>
                      <a:pt x="132" y="1"/>
                      <a:pt x="132" y="2"/>
                    </a:cubicBezTo>
                    <a:cubicBezTo>
                      <a:pt x="132" y="2"/>
                      <a:pt x="132" y="3"/>
                      <a:pt x="131" y="3"/>
                    </a:cubicBezTo>
                    <a:cubicBezTo>
                      <a:pt x="131" y="4"/>
                      <a:pt x="131" y="4"/>
                      <a:pt x="131" y="5"/>
                    </a:cubicBezTo>
                    <a:cubicBezTo>
                      <a:pt x="131" y="5"/>
                      <a:pt x="131" y="5"/>
                      <a:pt x="132" y="6"/>
                    </a:cubicBezTo>
                    <a:cubicBezTo>
                      <a:pt x="132" y="7"/>
                      <a:pt x="132" y="8"/>
                      <a:pt x="131" y="9"/>
                    </a:cubicBezTo>
                    <a:cubicBezTo>
                      <a:pt x="131" y="10"/>
                      <a:pt x="131" y="11"/>
                      <a:pt x="130" y="11"/>
                    </a:cubicBezTo>
                    <a:cubicBezTo>
                      <a:pt x="130" y="12"/>
                      <a:pt x="130" y="13"/>
                      <a:pt x="129" y="14"/>
                    </a:cubicBezTo>
                    <a:cubicBezTo>
                      <a:pt x="128" y="15"/>
                      <a:pt x="128" y="16"/>
                      <a:pt x="127" y="17"/>
                    </a:cubicBezTo>
                    <a:cubicBezTo>
                      <a:pt x="127" y="17"/>
                      <a:pt x="126" y="18"/>
                      <a:pt x="126" y="18"/>
                    </a:cubicBezTo>
                    <a:cubicBezTo>
                      <a:pt x="125" y="18"/>
                      <a:pt x="125" y="19"/>
                      <a:pt x="124" y="19"/>
                    </a:cubicBezTo>
                    <a:cubicBezTo>
                      <a:pt x="124" y="20"/>
                      <a:pt x="123" y="20"/>
                      <a:pt x="123" y="21"/>
                    </a:cubicBezTo>
                    <a:cubicBezTo>
                      <a:pt x="121" y="23"/>
                      <a:pt x="118" y="26"/>
                      <a:pt x="116" y="28"/>
                    </a:cubicBezTo>
                    <a:cubicBezTo>
                      <a:pt x="115" y="29"/>
                      <a:pt x="113" y="33"/>
                      <a:pt x="112" y="34"/>
                    </a:cubicBezTo>
                    <a:cubicBezTo>
                      <a:pt x="111" y="34"/>
                      <a:pt x="112" y="34"/>
                      <a:pt x="112" y="36"/>
                    </a:cubicBezTo>
                    <a:cubicBezTo>
                      <a:pt x="112" y="36"/>
                      <a:pt x="112" y="36"/>
                      <a:pt x="113" y="36"/>
                    </a:cubicBezTo>
                    <a:cubicBezTo>
                      <a:pt x="113" y="36"/>
                      <a:pt x="114" y="36"/>
                      <a:pt x="115" y="36"/>
                    </a:cubicBezTo>
                    <a:cubicBezTo>
                      <a:pt x="116" y="36"/>
                      <a:pt x="117" y="36"/>
                      <a:pt x="118" y="35"/>
                    </a:cubicBezTo>
                    <a:cubicBezTo>
                      <a:pt x="119" y="35"/>
                      <a:pt x="119" y="34"/>
                      <a:pt x="120" y="34"/>
                    </a:cubicBezTo>
                    <a:cubicBezTo>
                      <a:pt x="121" y="34"/>
                      <a:pt x="122" y="33"/>
                      <a:pt x="123" y="33"/>
                    </a:cubicBezTo>
                    <a:cubicBezTo>
                      <a:pt x="126" y="32"/>
                      <a:pt x="128" y="32"/>
                      <a:pt x="132" y="32"/>
                    </a:cubicBezTo>
                    <a:cubicBezTo>
                      <a:pt x="133" y="32"/>
                      <a:pt x="135" y="34"/>
                      <a:pt x="137" y="34"/>
                    </a:cubicBezTo>
                    <a:cubicBezTo>
                      <a:pt x="138" y="36"/>
                      <a:pt x="139" y="35"/>
                      <a:pt x="141" y="36"/>
                    </a:cubicBezTo>
                    <a:cubicBezTo>
                      <a:pt x="142" y="36"/>
                      <a:pt x="144" y="38"/>
                      <a:pt x="145" y="39"/>
                    </a:cubicBezTo>
                    <a:cubicBezTo>
                      <a:pt x="146" y="39"/>
                      <a:pt x="148" y="41"/>
                      <a:pt x="149" y="41"/>
                    </a:cubicBezTo>
                    <a:cubicBezTo>
                      <a:pt x="149" y="42"/>
                      <a:pt x="150" y="42"/>
                      <a:pt x="150" y="42"/>
                    </a:cubicBezTo>
                    <a:cubicBezTo>
                      <a:pt x="152" y="46"/>
                      <a:pt x="151" y="47"/>
                      <a:pt x="151" y="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6" name="Freeform 6"/>
              <p:cNvSpPr/>
              <p:nvPr/>
            </p:nvSpPr>
            <p:spPr bwMode="auto">
              <a:xfrm>
                <a:off x="4068763" y="3132138"/>
                <a:ext cx="161925" cy="384175"/>
              </a:xfrm>
              <a:custGeom>
                <a:avLst/>
                <a:gdLst>
                  <a:gd name="T0" fmla="*/ 4 w 43"/>
                  <a:gd name="T1" fmla="*/ 101 h 102"/>
                  <a:gd name="T2" fmla="*/ 2 w 43"/>
                  <a:gd name="T3" fmla="*/ 100 h 102"/>
                  <a:gd name="T4" fmla="*/ 1 w 43"/>
                  <a:gd name="T5" fmla="*/ 97 h 102"/>
                  <a:gd name="T6" fmla="*/ 1 w 43"/>
                  <a:gd name="T7" fmla="*/ 89 h 102"/>
                  <a:gd name="T8" fmla="*/ 4 w 43"/>
                  <a:gd name="T9" fmla="*/ 75 h 102"/>
                  <a:gd name="T10" fmla="*/ 9 w 43"/>
                  <a:gd name="T11" fmla="*/ 65 h 102"/>
                  <a:gd name="T12" fmla="*/ 15 w 43"/>
                  <a:gd name="T13" fmla="*/ 52 h 102"/>
                  <a:gd name="T14" fmla="*/ 17 w 43"/>
                  <a:gd name="T15" fmla="*/ 45 h 102"/>
                  <a:gd name="T16" fmla="*/ 16 w 43"/>
                  <a:gd name="T17" fmla="*/ 42 h 102"/>
                  <a:gd name="T18" fmla="*/ 15 w 43"/>
                  <a:gd name="T19" fmla="*/ 40 h 102"/>
                  <a:gd name="T20" fmla="*/ 13 w 43"/>
                  <a:gd name="T21" fmla="*/ 37 h 102"/>
                  <a:gd name="T22" fmla="*/ 13 w 43"/>
                  <a:gd name="T23" fmla="*/ 27 h 102"/>
                  <a:gd name="T24" fmla="*/ 13 w 43"/>
                  <a:gd name="T25" fmla="*/ 23 h 102"/>
                  <a:gd name="T26" fmla="*/ 15 w 43"/>
                  <a:gd name="T27" fmla="*/ 16 h 102"/>
                  <a:gd name="T28" fmla="*/ 16 w 43"/>
                  <a:gd name="T29" fmla="*/ 13 h 102"/>
                  <a:gd name="T30" fmla="*/ 17 w 43"/>
                  <a:gd name="T31" fmla="*/ 10 h 102"/>
                  <a:gd name="T32" fmla="*/ 19 w 43"/>
                  <a:gd name="T33" fmla="*/ 8 h 102"/>
                  <a:gd name="T34" fmla="*/ 20 w 43"/>
                  <a:gd name="T35" fmla="*/ 6 h 102"/>
                  <a:gd name="T36" fmla="*/ 24 w 43"/>
                  <a:gd name="T37" fmla="*/ 3 h 102"/>
                  <a:gd name="T38" fmla="*/ 29 w 43"/>
                  <a:gd name="T39" fmla="*/ 0 h 102"/>
                  <a:gd name="T40" fmla="*/ 34 w 43"/>
                  <a:gd name="T41" fmla="*/ 1 h 102"/>
                  <a:gd name="T42" fmla="*/ 39 w 43"/>
                  <a:gd name="T43" fmla="*/ 8 h 102"/>
                  <a:gd name="T44" fmla="*/ 42 w 43"/>
                  <a:gd name="T45" fmla="*/ 16 h 102"/>
                  <a:gd name="T46" fmla="*/ 42 w 43"/>
                  <a:gd name="T47" fmla="*/ 22 h 102"/>
                  <a:gd name="T48" fmla="*/ 39 w 43"/>
                  <a:gd name="T49" fmla="*/ 26 h 102"/>
                  <a:gd name="T50" fmla="*/ 35 w 43"/>
                  <a:gd name="T51" fmla="*/ 31 h 102"/>
                  <a:gd name="T52" fmla="*/ 34 w 43"/>
                  <a:gd name="T53" fmla="*/ 42 h 102"/>
                  <a:gd name="T54" fmla="*/ 32 w 43"/>
                  <a:gd name="T55" fmla="*/ 52 h 102"/>
                  <a:gd name="T56" fmla="*/ 31 w 43"/>
                  <a:gd name="T57" fmla="*/ 57 h 102"/>
                  <a:gd name="T58" fmla="*/ 30 w 43"/>
                  <a:gd name="T59" fmla="*/ 63 h 102"/>
                  <a:gd name="T60" fmla="*/ 26 w 43"/>
                  <a:gd name="T61" fmla="*/ 75 h 102"/>
                  <a:gd name="T62" fmla="*/ 25 w 43"/>
                  <a:gd name="T63" fmla="*/ 77 h 102"/>
                  <a:gd name="T64" fmla="*/ 21 w 43"/>
                  <a:gd name="T65" fmla="*/ 86 h 102"/>
                  <a:gd name="T66" fmla="*/ 6 w 43"/>
                  <a:gd name="T67"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3" h="102">
                    <a:moveTo>
                      <a:pt x="6" y="102"/>
                    </a:moveTo>
                    <a:cubicBezTo>
                      <a:pt x="5" y="102"/>
                      <a:pt x="5" y="102"/>
                      <a:pt x="4" y="101"/>
                    </a:cubicBezTo>
                    <a:cubicBezTo>
                      <a:pt x="4" y="101"/>
                      <a:pt x="3" y="101"/>
                      <a:pt x="3" y="101"/>
                    </a:cubicBezTo>
                    <a:cubicBezTo>
                      <a:pt x="2" y="101"/>
                      <a:pt x="2" y="100"/>
                      <a:pt x="2" y="100"/>
                    </a:cubicBezTo>
                    <a:cubicBezTo>
                      <a:pt x="2" y="100"/>
                      <a:pt x="1" y="99"/>
                      <a:pt x="1" y="98"/>
                    </a:cubicBezTo>
                    <a:cubicBezTo>
                      <a:pt x="1" y="98"/>
                      <a:pt x="1" y="97"/>
                      <a:pt x="1" y="97"/>
                    </a:cubicBezTo>
                    <a:cubicBezTo>
                      <a:pt x="1" y="96"/>
                      <a:pt x="1" y="95"/>
                      <a:pt x="1" y="95"/>
                    </a:cubicBezTo>
                    <a:cubicBezTo>
                      <a:pt x="1" y="94"/>
                      <a:pt x="0" y="92"/>
                      <a:pt x="1" y="89"/>
                    </a:cubicBezTo>
                    <a:cubicBezTo>
                      <a:pt x="1" y="87"/>
                      <a:pt x="2" y="86"/>
                      <a:pt x="2" y="84"/>
                    </a:cubicBezTo>
                    <a:cubicBezTo>
                      <a:pt x="3" y="81"/>
                      <a:pt x="3" y="77"/>
                      <a:pt x="4" y="75"/>
                    </a:cubicBezTo>
                    <a:cubicBezTo>
                      <a:pt x="5" y="72"/>
                      <a:pt x="7" y="68"/>
                      <a:pt x="8" y="65"/>
                    </a:cubicBezTo>
                    <a:cubicBezTo>
                      <a:pt x="8" y="65"/>
                      <a:pt x="9" y="65"/>
                      <a:pt x="9" y="65"/>
                    </a:cubicBezTo>
                    <a:cubicBezTo>
                      <a:pt x="9" y="64"/>
                      <a:pt x="10" y="63"/>
                      <a:pt x="10" y="62"/>
                    </a:cubicBezTo>
                    <a:cubicBezTo>
                      <a:pt x="12" y="59"/>
                      <a:pt x="14" y="56"/>
                      <a:pt x="15" y="52"/>
                    </a:cubicBezTo>
                    <a:cubicBezTo>
                      <a:pt x="15" y="51"/>
                      <a:pt x="17" y="50"/>
                      <a:pt x="17" y="48"/>
                    </a:cubicBezTo>
                    <a:cubicBezTo>
                      <a:pt x="17" y="47"/>
                      <a:pt x="17" y="46"/>
                      <a:pt x="17" y="45"/>
                    </a:cubicBezTo>
                    <a:cubicBezTo>
                      <a:pt x="17" y="45"/>
                      <a:pt x="17" y="44"/>
                      <a:pt x="17" y="44"/>
                    </a:cubicBezTo>
                    <a:cubicBezTo>
                      <a:pt x="17" y="43"/>
                      <a:pt x="17" y="42"/>
                      <a:pt x="16" y="42"/>
                    </a:cubicBezTo>
                    <a:cubicBezTo>
                      <a:pt x="16" y="41"/>
                      <a:pt x="16" y="41"/>
                      <a:pt x="16" y="41"/>
                    </a:cubicBezTo>
                    <a:cubicBezTo>
                      <a:pt x="16" y="41"/>
                      <a:pt x="15" y="40"/>
                      <a:pt x="15" y="40"/>
                    </a:cubicBezTo>
                    <a:cubicBezTo>
                      <a:pt x="15" y="39"/>
                      <a:pt x="14" y="39"/>
                      <a:pt x="14" y="39"/>
                    </a:cubicBezTo>
                    <a:cubicBezTo>
                      <a:pt x="14" y="38"/>
                      <a:pt x="14" y="38"/>
                      <a:pt x="13" y="37"/>
                    </a:cubicBezTo>
                    <a:cubicBezTo>
                      <a:pt x="13" y="37"/>
                      <a:pt x="13" y="36"/>
                      <a:pt x="13" y="34"/>
                    </a:cubicBezTo>
                    <a:cubicBezTo>
                      <a:pt x="13" y="32"/>
                      <a:pt x="13" y="29"/>
                      <a:pt x="13" y="27"/>
                    </a:cubicBezTo>
                    <a:cubicBezTo>
                      <a:pt x="13" y="26"/>
                      <a:pt x="13" y="25"/>
                      <a:pt x="13" y="25"/>
                    </a:cubicBezTo>
                    <a:cubicBezTo>
                      <a:pt x="13" y="24"/>
                      <a:pt x="13" y="24"/>
                      <a:pt x="13" y="23"/>
                    </a:cubicBezTo>
                    <a:cubicBezTo>
                      <a:pt x="13" y="23"/>
                      <a:pt x="14" y="23"/>
                      <a:pt x="14" y="22"/>
                    </a:cubicBezTo>
                    <a:cubicBezTo>
                      <a:pt x="14" y="21"/>
                      <a:pt x="15" y="17"/>
                      <a:pt x="15" y="16"/>
                    </a:cubicBezTo>
                    <a:cubicBezTo>
                      <a:pt x="15" y="16"/>
                      <a:pt x="15" y="15"/>
                      <a:pt x="16" y="15"/>
                    </a:cubicBezTo>
                    <a:cubicBezTo>
                      <a:pt x="16" y="14"/>
                      <a:pt x="16" y="14"/>
                      <a:pt x="16" y="13"/>
                    </a:cubicBezTo>
                    <a:cubicBezTo>
                      <a:pt x="16" y="12"/>
                      <a:pt x="17" y="12"/>
                      <a:pt x="17" y="11"/>
                    </a:cubicBezTo>
                    <a:cubicBezTo>
                      <a:pt x="17" y="11"/>
                      <a:pt x="17" y="10"/>
                      <a:pt x="17" y="10"/>
                    </a:cubicBezTo>
                    <a:cubicBezTo>
                      <a:pt x="18" y="10"/>
                      <a:pt x="18" y="10"/>
                      <a:pt x="18" y="10"/>
                    </a:cubicBezTo>
                    <a:cubicBezTo>
                      <a:pt x="18" y="9"/>
                      <a:pt x="18" y="9"/>
                      <a:pt x="19" y="8"/>
                    </a:cubicBezTo>
                    <a:cubicBezTo>
                      <a:pt x="19" y="8"/>
                      <a:pt x="19" y="7"/>
                      <a:pt x="19" y="7"/>
                    </a:cubicBezTo>
                    <a:cubicBezTo>
                      <a:pt x="19" y="7"/>
                      <a:pt x="19" y="7"/>
                      <a:pt x="20" y="6"/>
                    </a:cubicBezTo>
                    <a:cubicBezTo>
                      <a:pt x="21" y="5"/>
                      <a:pt x="21" y="5"/>
                      <a:pt x="22" y="4"/>
                    </a:cubicBezTo>
                    <a:cubicBezTo>
                      <a:pt x="22" y="4"/>
                      <a:pt x="23" y="3"/>
                      <a:pt x="24" y="3"/>
                    </a:cubicBezTo>
                    <a:cubicBezTo>
                      <a:pt x="24" y="2"/>
                      <a:pt x="25" y="1"/>
                      <a:pt x="26" y="1"/>
                    </a:cubicBezTo>
                    <a:cubicBezTo>
                      <a:pt x="27" y="1"/>
                      <a:pt x="29" y="0"/>
                      <a:pt x="29" y="0"/>
                    </a:cubicBezTo>
                    <a:cubicBezTo>
                      <a:pt x="30" y="0"/>
                      <a:pt x="31" y="0"/>
                      <a:pt x="31" y="0"/>
                    </a:cubicBezTo>
                    <a:cubicBezTo>
                      <a:pt x="33" y="1"/>
                      <a:pt x="33" y="1"/>
                      <a:pt x="34" y="1"/>
                    </a:cubicBezTo>
                    <a:cubicBezTo>
                      <a:pt x="35" y="2"/>
                      <a:pt x="38" y="4"/>
                      <a:pt x="38" y="6"/>
                    </a:cubicBezTo>
                    <a:cubicBezTo>
                      <a:pt x="38" y="8"/>
                      <a:pt x="39" y="8"/>
                      <a:pt x="39" y="8"/>
                    </a:cubicBezTo>
                    <a:cubicBezTo>
                      <a:pt x="39" y="9"/>
                      <a:pt x="39" y="9"/>
                      <a:pt x="40" y="11"/>
                    </a:cubicBezTo>
                    <a:cubicBezTo>
                      <a:pt x="40" y="12"/>
                      <a:pt x="41" y="15"/>
                      <a:pt x="42" y="16"/>
                    </a:cubicBezTo>
                    <a:cubicBezTo>
                      <a:pt x="43" y="17"/>
                      <a:pt x="42" y="18"/>
                      <a:pt x="43" y="19"/>
                    </a:cubicBezTo>
                    <a:cubicBezTo>
                      <a:pt x="43" y="22"/>
                      <a:pt x="43" y="18"/>
                      <a:pt x="42" y="22"/>
                    </a:cubicBezTo>
                    <a:cubicBezTo>
                      <a:pt x="42" y="22"/>
                      <a:pt x="42" y="23"/>
                      <a:pt x="42" y="24"/>
                    </a:cubicBezTo>
                    <a:cubicBezTo>
                      <a:pt x="41" y="25"/>
                      <a:pt x="40" y="25"/>
                      <a:pt x="39" y="26"/>
                    </a:cubicBezTo>
                    <a:cubicBezTo>
                      <a:pt x="38" y="27"/>
                      <a:pt x="37" y="28"/>
                      <a:pt x="36" y="29"/>
                    </a:cubicBezTo>
                    <a:cubicBezTo>
                      <a:pt x="35" y="30"/>
                      <a:pt x="35" y="30"/>
                      <a:pt x="35" y="31"/>
                    </a:cubicBezTo>
                    <a:cubicBezTo>
                      <a:pt x="35" y="32"/>
                      <a:pt x="34" y="33"/>
                      <a:pt x="34" y="34"/>
                    </a:cubicBezTo>
                    <a:cubicBezTo>
                      <a:pt x="34" y="37"/>
                      <a:pt x="34" y="41"/>
                      <a:pt x="34" y="42"/>
                    </a:cubicBezTo>
                    <a:cubicBezTo>
                      <a:pt x="33" y="44"/>
                      <a:pt x="33" y="46"/>
                      <a:pt x="33" y="49"/>
                    </a:cubicBezTo>
                    <a:cubicBezTo>
                      <a:pt x="33" y="50"/>
                      <a:pt x="32" y="51"/>
                      <a:pt x="32" y="52"/>
                    </a:cubicBezTo>
                    <a:cubicBezTo>
                      <a:pt x="32" y="54"/>
                      <a:pt x="32" y="55"/>
                      <a:pt x="31" y="57"/>
                    </a:cubicBezTo>
                    <a:cubicBezTo>
                      <a:pt x="31" y="57"/>
                      <a:pt x="31" y="57"/>
                      <a:pt x="31" y="57"/>
                    </a:cubicBezTo>
                    <a:cubicBezTo>
                      <a:pt x="31" y="58"/>
                      <a:pt x="31" y="58"/>
                      <a:pt x="31" y="59"/>
                    </a:cubicBezTo>
                    <a:cubicBezTo>
                      <a:pt x="30" y="60"/>
                      <a:pt x="30" y="62"/>
                      <a:pt x="30" y="63"/>
                    </a:cubicBezTo>
                    <a:cubicBezTo>
                      <a:pt x="29" y="67"/>
                      <a:pt x="27" y="71"/>
                      <a:pt x="26" y="74"/>
                    </a:cubicBezTo>
                    <a:cubicBezTo>
                      <a:pt x="26" y="74"/>
                      <a:pt x="26" y="74"/>
                      <a:pt x="26" y="75"/>
                    </a:cubicBezTo>
                    <a:cubicBezTo>
                      <a:pt x="26" y="75"/>
                      <a:pt x="26" y="75"/>
                      <a:pt x="26" y="75"/>
                    </a:cubicBezTo>
                    <a:cubicBezTo>
                      <a:pt x="26" y="76"/>
                      <a:pt x="25" y="77"/>
                      <a:pt x="25" y="77"/>
                    </a:cubicBezTo>
                    <a:cubicBezTo>
                      <a:pt x="25" y="79"/>
                      <a:pt x="24" y="80"/>
                      <a:pt x="23" y="82"/>
                    </a:cubicBezTo>
                    <a:cubicBezTo>
                      <a:pt x="22" y="83"/>
                      <a:pt x="21" y="84"/>
                      <a:pt x="21" y="86"/>
                    </a:cubicBezTo>
                    <a:cubicBezTo>
                      <a:pt x="17" y="90"/>
                      <a:pt x="15" y="99"/>
                      <a:pt x="10" y="102"/>
                    </a:cubicBezTo>
                    <a:cubicBezTo>
                      <a:pt x="9" y="102"/>
                      <a:pt x="7" y="102"/>
                      <a:pt x="6"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7" name="Freeform 7"/>
              <p:cNvSpPr/>
              <p:nvPr/>
            </p:nvSpPr>
            <p:spPr bwMode="auto">
              <a:xfrm>
                <a:off x="4254501" y="3016250"/>
                <a:ext cx="458788" cy="481013"/>
              </a:xfrm>
              <a:custGeom>
                <a:avLst/>
                <a:gdLst>
                  <a:gd name="T0" fmla="*/ 82 w 122"/>
                  <a:gd name="T1" fmla="*/ 4 h 128"/>
                  <a:gd name="T2" fmla="*/ 89 w 122"/>
                  <a:gd name="T3" fmla="*/ 10 h 128"/>
                  <a:gd name="T4" fmla="*/ 94 w 122"/>
                  <a:gd name="T5" fmla="*/ 15 h 128"/>
                  <a:gd name="T6" fmla="*/ 99 w 122"/>
                  <a:gd name="T7" fmla="*/ 19 h 128"/>
                  <a:gd name="T8" fmla="*/ 108 w 122"/>
                  <a:gd name="T9" fmla="*/ 28 h 128"/>
                  <a:gd name="T10" fmla="*/ 116 w 122"/>
                  <a:gd name="T11" fmla="*/ 36 h 128"/>
                  <a:gd name="T12" fmla="*/ 120 w 122"/>
                  <a:gd name="T13" fmla="*/ 42 h 128"/>
                  <a:gd name="T14" fmla="*/ 122 w 122"/>
                  <a:gd name="T15" fmla="*/ 60 h 128"/>
                  <a:gd name="T16" fmla="*/ 122 w 122"/>
                  <a:gd name="T17" fmla="*/ 68 h 128"/>
                  <a:gd name="T18" fmla="*/ 120 w 122"/>
                  <a:gd name="T19" fmla="*/ 79 h 128"/>
                  <a:gd name="T20" fmla="*/ 118 w 122"/>
                  <a:gd name="T21" fmla="*/ 87 h 128"/>
                  <a:gd name="T22" fmla="*/ 116 w 122"/>
                  <a:gd name="T23" fmla="*/ 96 h 128"/>
                  <a:gd name="T24" fmla="*/ 111 w 122"/>
                  <a:gd name="T25" fmla="*/ 108 h 128"/>
                  <a:gd name="T26" fmla="*/ 104 w 122"/>
                  <a:gd name="T27" fmla="*/ 114 h 128"/>
                  <a:gd name="T28" fmla="*/ 88 w 122"/>
                  <a:gd name="T29" fmla="*/ 125 h 128"/>
                  <a:gd name="T30" fmla="*/ 83 w 122"/>
                  <a:gd name="T31" fmla="*/ 128 h 128"/>
                  <a:gd name="T32" fmla="*/ 78 w 122"/>
                  <a:gd name="T33" fmla="*/ 128 h 128"/>
                  <a:gd name="T34" fmla="*/ 71 w 122"/>
                  <a:gd name="T35" fmla="*/ 124 h 128"/>
                  <a:gd name="T36" fmla="*/ 69 w 122"/>
                  <a:gd name="T37" fmla="*/ 118 h 128"/>
                  <a:gd name="T38" fmla="*/ 70 w 122"/>
                  <a:gd name="T39" fmla="*/ 115 h 128"/>
                  <a:gd name="T40" fmla="*/ 78 w 122"/>
                  <a:gd name="T41" fmla="*/ 107 h 128"/>
                  <a:gd name="T42" fmla="*/ 81 w 122"/>
                  <a:gd name="T43" fmla="*/ 105 h 128"/>
                  <a:gd name="T44" fmla="*/ 87 w 122"/>
                  <a:gd name="T45" fmla="*/ 101 h 128"/>
                  <a:gd name="T46" fmla="*/ 92 w 122"/>
                  <a:gd name="T47" fmla="*/ 93 h 128"/>
                  <a:gd name="T48" fmla="*/ 97 w 122"/>
                  <a:gd name="T49" fmla="*/ 78 h 128"/>
                  <a:gd name="T50" fmla="*/ 94 w 122"/>
                  <a:gd name="T51" fmla="*/ 48 h 128"/>
                  <a:gd name="T52" fmla="*/ 88 w 122"/>
                  <a:gd name="T53" fmla="*/ 41 h 128"/>
                  <a:gd name="T54" fmla="*/ 81 w 122"/>
                  <a:gd name="T55" fmla="*/ 34 h 128"/>
                  <a:gd name="T56" fmla="*/ 76 w 122"/>
                  <a:gd name="T57" fmla="*/ 29 h 128"/>
                  <a:gd name="T58" fmla="*/ 63 w 122"/>
                  <a:gd name="T59" fmla="*/ 25 h 128"/>
                  <a:gd name="T60" fmla="*/ 57 w 122"/>
                  <a:gd name="T61" fmla="*/ 27 h 128"/>
                  <a:gd name="T62" fmla="*/ 45 w 122"/>
                  <a:gd name="T63" fmla="*/ 34 h 128"/>
                  <a:gd name="T64" fmla="*/ 42 w 122"/>
                  <a:gd name="T65" fmla="*/ 36 h 128"/>
                  <a:gd name="T66" fmla="*/ 31 w 122"/>
                  <a:gd name="T67" fmla="*/ 45 h 128"/>
                  <a:gd name="T68" fmla="*/ 25 w 122"/>
                  <a:gd name="T69" fmla="*/ 48 h 128"/>
                  <a:gd name="T70" fmla="*/ 16 w 122"/>
                  <a:gd name="T71" fmla="*/ 49 h 128"/>
                  <a:gd name="T72" fmla="*/ 8 w 122"/>
                  <a:gd name="T73" fmla="*/ 46 h 128"/>
                  <a:gd name="T74" fmla="*/ 5 w 122"/>
                  <a:gd name="T75" fmla="*/ 44 h 128"/>
                  <a:gd name="T76" fmla="*/ 0 w 122"/>
                  <a:gd name="T77" fmla="*/ 36 h 128"/>
                  <a:gd name="T78" fmla="*/ 14 w 122"/>
                  <a:gd name="T79" fmla="*/ 23 h 128"/>
                  <a:gd name="T80" fmla="*/ 22 w 122"/>
                  <a:gd name="T81" fmla="*/ 23 h 128"/>
                  <a:gd name="T82" fmla="*/ 36 w 122"/>
                  <a:gd name="T83" fmla="*/ 16 h 128"/>
                  <a:gd name="T84" fmla="*/ 49 w 122"/>
                  <a:gd name="T85" fmla="*/ 9 h 128"/>
                  <a:gd name="T86" fmla="*/ 57 w 122"/>
                  <a:gd name="T87" fmla="*/ 5 h 128"/>
                  <a:gd name="T88" fmla="*/ 62 w 122"/>
                  <a:gd name="T89" fmla="*/ 2 h 128"/>
                  <a:gd name="T90" fmla="*/ 65 w 122"/>
                  <a:gd name="T91" fmla="*/ 1 h 128"/>
                  <a:gd name="T92" fmla="*/ 68 w 122"/>
                  <a:gd name="T93" fmla="*/ 1 h 128"/>
                  <a:gd name="T94" fmla="*/ 77 w 122"/>
                  <a:gd name="T95" fmla="*/ 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2" h="128">
                    <a:moveTo>
                      <a:pt x="77" y="1"/>
                    </a:moveTo>
                    <a:cubicBezTo>
                      <a:pt x="78" y="1"/>
                      <a:pt x="79" y="3"/>
                      <a:pt x="81" y="3"/>
                    </a:cubicBezTo>
                    <a:cubicBezTo>
                      <a:pt x="82" y="3"/>
                      <a:pt x="81" y="4"/>
                      <a:pt x="82" y="4"/>
                    </a:cubicBezTo>
                    <a:cubicBezTo>
                      <a:pt x="83" y="5"/>
                      <a:pt x="84" y="6"/>
                      <a:pt x="85" y="6"/>
                    </a:cubicBezTo>
                    <a:cubicBezTo>
                      <a:pt x="86" y="7"/>
                      <a:pt x="86" y="7"/>
                      <a:pt x="87" y="8"/>
                    </a:cubicBezTo>
                    <a:cubicBezTo>
                      <a:pt x="88" y="8"/>
                      <a:pt x="88" y="8"/>
                      <a:pt x="89" y="10"/>
                    </a:cubicBezTo>
                    <a:cubicBezTo>
                      <a:pt x="90" y="11"/>
                      <a:pt x="91" y="11"/>
                      <a:pt x="92" y="12"/>
                    </a:cubicBezTo>
                    <a:cubicBezTo>
                      <a:pt x="92" y="12"/>
                      <a:pt x="93" y="13"/>
                      <a:pt x="94" y="14"/>
                    </a:cubicBezTo>
                    <a:cubicBezTo>
                      <a:pt x="94" y="14"/>
                      <a:pt x="94" y="14"/>
                      <a:pt x="94" y="15"/>
                    </a:cubicBezTo>
                    <a:cubicBezTo>
                      <a:pt x="95" y="15"/>
                      <a:pt x="95" y="15"/>
                      <a:pt x="96" y="16"/>
                    </a:cubicBezTo>
                    <a:cubicBezTo>
                      <a:pt x="96" y="16"/>
                      <a:pt x="96" y="16"/>
                      <a:pt x="96" y="17"/>
                    </a:cubicBezTo>
                    <a:cubicBezTo>
                      <a:pt x="97" y="17"/>
                      <a:pt x="98" y="18"/>
                      <a:pt x="99" y="19"/>
                    </a:cubicBezTo>
                    <a:cubicBezTo>
                      <a:pt x="100" y="20"/>
                      <a:pt x="100" y="21"/>
                      <a:pt x="102" y="22"/>
                    </a:cubicBezTo>
                    <a:cubicBezTo>
                      <a:pt x="103" y="23"/>
                      <a:pt x="104" y="24"/>
                      <a:pt x="105" y="25"/>
                    </a:cubicBezTo>
                    <a:cubicBezTo>
                      <a:pt x="106" y="25"/>
                      <a:pt x="107" y="27"/>
                      <a:pt x="108" y="28"/>
                    </a:cubicBezTo>
                    <a:cubicBezTo>
                      <a:pt x="109" y="29"/>
                      <a:pt x="110" y="30"/>
                      <a:pt x="111" y="32"/>
                    </a:cubicBezTo>
                    <a:cubicBezTo>
                      <a:pt x="112" y="32"/>
                      <a:pt x="113" y="33"/>
                      <a:pt x="114" y="34"/>
                    </a:cubicBezTo>
                    <a:cubicBezTo>
                      <a:pt x="114" y="35"/>
                      <a:pt x="115" y="35"/>
                      <a:pt x="116" y="36"/>
                    </a:cubicBezTo>
                    <a:cubicBezTo>
                      <a:pt x="116" y="37"/>
                      <a:pt x="117" y="37"/>
                      <a:pt x="117" y="38"/>
                    </a:cubicBezTo>
                    <a:cubicBezTo>
                      <a:pt x="117" y="38"/>
                      <a:pt x="118" y="39"/>
                      <a:pt x="118" y="39"/>
                    </a:cubicBezTo>
                    <a:cubicBezTo>
                      <a:pt x="119" y="40"/>
                      <a:pt x="119" y="41"/>
                      <a:pt x="120" y="42"/>
                    </a:cubicBezTo>
                    <a:cubicBezTo>
                      <a:pt x="121" y="43"/>
                      <a:pt x="121" y="45"/>
                      <a:pt x="122" y="46"/>
                    </a:cubicBezTo>
                    <a:cubicBezTo>
                      <a:pt x="122" y="48"/>
                      <a:pt x="122" y="49"/>
                      <a:pt x="122" y="50"/>
                    </a:cubicBezTo>
                    <a:cubicBezTo>
                      <a:pt x="122" y="53"/>
                      <a:pt x="122" y="57"/>
                      <a:pt x="122" y="60"/>
                    </a:cubicBezTo>
                    <a:cubicBezTo>
                      <a:pt x="122" y="60"/>
                      <a:pt x="122" y="61"/>
                      <a:pt x="122" y="62"/>
                    </a:cubicBezTo>
                    <a:cubicBezTo>
                      <a:pt x="122" y="63"/>
                      <a:pt x="122" y="64"/>
                      <a:pt x="122" y="66"/>
                    </a:cubicBezTo>
                    <a:cubicBezTo>
                      <a:pt x="122" y="67"/>
                      <a:pt x="122" y="67"/>
                      <a:pt x="122" y="68"/>
                    </a:cubicBezTo>
                    <a:cubicBezTo>
                      <a:pt x="121" y="69"/>
                      <a:pt x="121" y="70"/>
                      <a:pt x="121" y="72"/>
                    </a:cubicBezTo>
                    <a:cubicBezTo>
                      <a:pt x="120" y="74"/>
                      <a:pt x="120" y="75"/>
                      <a:pt x="120" y="77"/>
                    </a:cubicBezTo>
                    <a:cubicBezTo>
                      <a:pt x="120" y="78"/>
                      <a:pt x="120" y="78"/>
                      <a:pt x="120" y="79"/>
                    </a:cubicBezTo>
                    <a:cubicBezTo>
                      <a:pt x="120" y="79"/>
                      <a:pt x="120" y="80"/>
                      <a:pt x="120" y="81"/>
                    </a:cubicBezTo>
                    <a:cubicBezTo>
                      <a:pt x="119" y="81"/>
                      <a:pt x="119" y="82"/>
                      <a:pt x="119" y="82"/>
                    </a:cubicBezTo>
                    <a:cubicBezTo>
                      <a:pt x="119" y="84"/>
                      <a:pt x="119" y="86"/>
                      <a:pt x="118" y="87"/>
                    </a:cubicBezTo>
                    <a:cubicBezTo>
                      <a:pt x="118" y="87"/>
                      <a:pt x="118" y="88"/>
                      <a:pt x="118" y="88"/>
                    </a:cubicBezTo>
                    <a:cubicBezTo>
                      <a:pt x="118" y="90"/>
                      <a:pt x="118" y="91"/>
                      <a:pt x="117" y="93"/>
                    </a:cubicBezTo>
                    <a:cubicBezTo>
                      <a:pt x="117" y="94"/>
                      <a:pt x="117" y="95"/>
                      <a:pt x="116" y="96"/>
                    </a:cubicBezTo>
                    <a:cubicBezTo>
                      <a:pt x="116" y="97"/>
                      <a:pt x="116" y="98"/>
                      <a:pt x="116" y="99"/>
                    </a:cubicBezTo>
                    <a:cubicBezTo>
                      <a:pt x="115" y="100"/>
                      <a:pt x="114" y="102"/>
                      <a:pt x="114" y="103"/>
                    </a:cubicBezTo>
                    <a:cubicBezTo>
                      <a:pt x="113" y="105"/>
                      <a:pt x="112" y="106"/>
                      <a:pt x="111" y="108"/>
                    </a:cubicBezTo>
                    <a:cubicBezTo>
                      <a:pt x="111" y="108"/>
                      <a:pt x="110" y="109"/>
                      <a:pt x="110" y="110"/>
                    </a:cubicBezTo>
                    <a:cubicBezTo>
                      <a:pt x="107" y="112"/>
                      <a:pt x="107" y="112"/>
                      <a:pt x="105" y="114"/>
                    </a:cubicBezTo>
                    <a:cubicBezTo>
                      <a:pt x="104" y="114"/>
                      <a:pt x="104" y="114"/>
                      <a:pt x="104" y="114"/>
                    </a:cubicBezTo>
                    <a:cubicBezTo>
                      <a:pt x="103" y="114"/>
                      <a:pt x="99" y="118"/>
                      <a:pt x="97" y="119"/>
                    </a:cubicBezTo>
                    <a:cubicBezTo>
                      <a:pt x="95" y="121"/>
                      <a:pt x="92" y="121"/>
                      <a:pt x="91" y="123"/>
                    </a:cubicBezTo>
                    <a:cubicBezTo>
                      <a:pt x="89" y="124"/>
                      <a:pt x="89" y="124"/>
                      <a:pt x="88" y="125"/>
                    </a:cubicBezTo>
                    <a:cubicBezTo>
                      <a:pt x="87" y="125"/>
                      <a:pt x="87" y="126"/>
                      <a:pt x="87" y="126"/>
                    </a:cubicBezTo>
                    <a:cubicBezTo>
                      <a:pt x="87" y="126"/>
                      <a:pt x="85" y="127"/>
                      <a:pt x="85" y="128"/>
                    </a:cubicBezTo>
                    <a:cubicBezTo>
                      <a:pt x="84" y="128"/>
                      <a:pt x="83" y="128"/>
                      <a:pt x="83" y="128"/>
                    </a:cubicBezTo>
                    <a:cubicBezTo>
                      <a:pt x="83" y="128"/>
                      <a:pt x="82" y="128"/>
                      <a:pt x="82" y="128"/>
                    </a:cubicBezTo>
                    <a:cubicBezTo>
                      <a:pt x="81" y="128"/>
                      <a:pt x="80" y="128"/>
                      <a:pt x="80" y="128"/>
                    </a:cubicBezTo>
                    <a:cubicBezTo>
                      <a:pt x="79" y="128"/>
                      <a:pt x="78" y="128"/>
                      <a:pt x="78" y="128"/>
                    </a:cubicBezTo>
                    <a:cubicBezTo>
                      <a:pt x="76" y="128"/>
                      <a:pt x="76" y="127"/>
                      <a:pt x="74" y="127"/>
                    </a:cubicBezTo>
                    <a:cubicBezTo>
                      <a:pt x="73" y="127"/>
                      <a:pt x="72" y="126"/>
                      <a:pt x="71" y="125"/>
                    </a:cubicBezTo>
                    <a:cubicBezTo>
                      <a:pt x="71" y="124"/>
                      <a:pt x="71" y="124"/>
                      <a:pt x="71" y="124"/>
                    </a:cubicBezTo>
                    <a:cubicBezTo>
                      <a:pt x="69" y="124"/>
                      <a:pt x="70" y="123"/>
                      <a:pt x="70" y="122"/>
                    </a:cubicBezTo>
                    <a:cubicBezTo>
                      <a:pt x="70" y="122"/>
                      <a:pt x="70" y="121"/>
                      <a:pt x="70" y="121"/>
                    </a:cubicBezTo>
                    <a:cubicBezTo>
                      <a:pt x="70" y="119"/>
                      <a:pt x="69" y="119"/>
                      <a:pt x="69" y="118"/>
                    </a:cubicBezTo>
                    <a:cubicBezTo>
                      <a:pt x="69" y="118"/>
                      <a:pt x="69" y="118"/>
                      <a:pt x="69" y="117"/>
                    </a:cubicBezTo>
                    <a:cubicBezTo>
                      <a:pt x="69" y="117"/>
                      <a:pt x="69" y="117"/>
                      <a:pt x="70" y="116"/>
                    </a:cubicBezTo>
                    <a:cubicBezTo>
                      <a:pt x="70" y="116"/>
                      <a:pt x="70" y="115"/>
                      <a:pt x="70" y="115"/>
                    </a:cubicBezTo>
                    <a:cubicBezTo>
                      <a:pt x="71" y="114"/>
                      <a:pt x="71" y="113"/>
                      <a:pt x="72" y="112"/>
                    </a:cubicBezTo>
                    <a:cubicBezTo>
                      <a:pt x="73" y="110"/>
                      <a:pt x="75" y="110"/>
                      <a:pt x="76" y="108"/>
                    </a:cubicBezTo>
                    <a:cubicBezTo>
                      <a:pt x="77" y="108"/>
                      <a:pt x="77" y="107"/>
                      <a:pt x="78" y="107"/>
                    </a:cubicBezTo>
                    <a:cubicBezTo>
                      <a:pt x="79" y="106"/>
                      <a:pt x="79" y="106"/>
                      <a:pt x="80" y="106"/>
                    </a:cubicBezTo>
                    <a:cubicBezTo>
                      <a:pt x="80" y="106"/>
                      <a:pt x="80" y="105"/>
                      <a:pt x="80" y="105"/>
                    </a:cubicBezTo>
                    <a:cubicBezTo>
                      <a:pt x="81" y="105"/>
                      <a:pt x="81" y="105"/>
                      <a:pt x="81" y="105"/>
                    </a:cubicBezTo>
                    <a:cubicBezTo>
                      <a:pt x="82" y="104"/>
                      <a:pt x="82" y="104"/>
                      <a:pt x="83" y="104"/>
                    </a:cubicBezTo>
                    <a:cubicBezTo>
                      <a:pt x="83" y="104"/>
                      <a:pt x="84" y="103"/>
                      <a:pt x="84" y="103"/>
                    </a:cubicBezTo>
                    <a:cubicBezTo>
                      <a:pt x="85" y="102"/>
                      <a:pt x="86" y="102"/>
                      <a:pt x="87" y="101"/>
                    </a:cubicBezTo>
                    <a:cubicBezTo>
                      <a:pt x="87" y="100"/>
                      <a:pt x="88" y="99"/>
                      <a:pt x="89" y="99"/>
                    </a:cubicBezTo>
                    <a:cubicBezTo>
                      <a:pt x="89" y="98"/>
                      <a:pt x="89" y="98"/>
                      <a:pt x="89" y="98"/>
                    </a:cubicBezTo>
                    <a:cubicBezTo>
                      <a:pt x="90" y="96"/>
                      <a:pt x="92" y="95"/>
                      <a:pt x="92" y="93"/>
                    </a:cubicBezTo>
                    <a:cubicBezTo>
                      <a:pt x="93" y="90"/>
                      <a:pt x="95" y="88"/>
                      <a:pt x="96" y="84"/>
                    </a:cubicBezTo>
                    <a:cubicBezTo>
                      <a:pt x="96" y="84"/>
                      <a:pt x="96" y="83"/>
                      <a:pt x="96" y="83"/>
                    </a:cubicBezTo>
                    <a:cubicBezTo>
                      <a:pt x="96" y="81"/>
                      <a:pt x="97" y="80"/>
                      <a:pt x="97" y="78"/>
                    </a:cubicBezTo>
                    <a:cubicBezTo>
                      <a:pt x="98" y="77"/>
                      <a:pt x="98" y="76"/>
                      <a:pt x="98" y="75"/>
                    </a:cubicBezTo>
                    <a:cubicBezTo>
                      <a:pt x="99" y="68"/>
                      <a:pt x="101" y="63"/>
                      <a:pt x="98" y="55"/>
                    </a:cubicBezTo>
                    <a:cubicBezTo>
                      <a:pt x="97" y="52"/>
                      <a:pt x="96" y="51"/>
                      <a:pt x="94" y="48"/>
                    </a:cubicBezTo>
                    <a:cubicBezTo>
                      <a:pt x="93" y="47"/>
                      <a:pt x="92" y="46"/>
                      <a:pt x="91" y="44"/>
                    </a:cubicBezTo>
                    <a:cubicBezTo>
                      <a:pt x="90" y="43"/>
                      <a:pt x="90" y="42"/>
                      <a:pt x="89" y="42"/>
                    </a:cubicBezTo>
                    <a:cubicBezTo>
                      <a:pt x="89" y="41"/>
                      <a:pt x="89" y="41"/>
                      <a:pt x="88" y="41"/>
                    </a:cubicBezTo>
                    <a:cubicBezTo>
                      <a:pt x="88" y="40"/>
                      <a:pt x="87" y="40"/>
                      <a:pt x="87" y="40"/>
                    </a:cubicBezTo>
                    <a:cubicBezTo>
                      <a:pt x="84" y="38"/>
                      <a:pt x="84" y="36"/>
                      <a:pt x="82" y="35"/>
                    </a:cubicBezTo>
                    <a:cubicBezTo>
                      <a:pt x="82" y="34"/>
                      <a:pt x="81" y="34"/>
                      <a:pt x="81" y="34"/>
                    </a:cubicBezTo>
                    <a:cubicBezTo>
                      <a:pt x="81" y="33"/>
                      <a:pt x="81" y="33"/>
                      <a:pt x="81" y="33"/>
                    </a:cubicBezTo>
                    <a:cubicBezTo>
                      <a:pt x="79" y="32"/>
                      <a:pt x="78" y="30"/>
                      <a:pt x="78" y="29"/>
                    </a:cubicBezTo>
                    <a:cubicBezTo>
                      <a:pt x="77" y="29"/>
                      <a:pt x="76" y="29"/>
                      <a:pt x="76" y="29"/>
                    </a:cubicBezTo>
                    <a:cubicBezTo>
                      <a:pt x="75" y="28"/>
                      <a:pt x="74" y="27"/>
                      <a:pt x="73" y="27"/>
                    </a:cubicBezTo>
                    <a:cubicBezTo>
                      <a:pt x="72" y="26"/>
                      <a:pt x="72" y="25"/>
                      <a:pt x="71" y="25"/>
                    </a:cubicBezTo>
                    <a:cubicBezTo>
                      <a:pt x="69" y="24"/>
                      <a:pt x="65" y="24"/>
                      <a:pt x="63" y="25"/>
                    </a:cubicBezTo>
                    <a:cubicBezTo>
                      <a:pt x="62" y="25"/>
                      <a:pt x="59" y="26"/>
                      <a:pt x="59" y="26"/>
                    </a:cubicBezTo>
                    <a:cubicBezTo>
                      <a:pt x="58" y="26"/>
                      <a:pt x="58" y="26"/>
                      <a:pt x="58" y="27"/>
                    </a:cubicBezTo>
                    <a:cubicBezTo>
                      <a:pt x="58" y="27"/>
                      <a:pt x="57" y="27"/>
                      <a:pt x="57" y="27"/>
                    </a:cubicBezTo>
                    <a:cubicBezTo>
                      <a:pt x="56" y="28"/>
                      <a:pt x="55" y="28"/>
                      <a:pt x="55" y="28"/>
                    </a:cubicBezTo>
                    <a:cubicBezTo>
                      <a:pt x="54" y="29"/>
                      <a:pt x="51" y="30"/>
                      <a:pt x="50" y="31"/>
                    </a:cubicBezTo>
                    <a:cubicBezTo>
                      <a:pt x="48" y="32"/>
                      <a:pt x="47" y="32"/>
                      <a:pt x="45" y="34"/>
                    </a:cubicBezTo>
                    <a:cubicBezTo>
                      <a:pt x="45" y="34"/>
                      <a:pt x="44" y="34"/>
                      <a:pt x="44" y="34"/>
                    </a:cubicBezTo>
                    <a:cubicBezTo>
                      <a:pt x="44" y="34"/>
                      <a:pt x="43" y="35"/>
                      <a:pt x="42" y="35"/>
                    </a:cubicBezTo>
                    <a:cubicBezTo>
                      <a:pt x="42" y="35"/>
                      <a:pt x="42" y="35"/>
                      <a:pt x="42" y="36"/>
                    </a:cubicBezTo>
                    <a:cubicBezTo>
                      <a:pt x="39" y="38"/>
                      <a:pt x="36" y="39"/>
                      <a:pt x="34" y="42"/>
                    </a:cubicBezTo>
                    <a:cubicBezTo>
                      <a:pt x="34" y="42"/>
                      <a:pt x="33" y="43"/>
                      <a:pt x="32" y="43"/>
                    </a:cubicBezTo>
                    <a:cubicBezTo>
                      <a:pt x="32" y="44"/>
                      <a:pt x="31" y="44"/>
                      <a:pt x="31" y="45"/>
                    </a:cubicBezTo>
                    <a:cubicBezTo>
                      <a:pt x="30" y="46"/>
                      <a:pt x="29" y="46"/>
                      <a:pt x="28" y="47"/>
                    </a:cubicBezTo>
                    <a:cubicBezTo>
                      <a:pt x="27" y="47"/>
                      <a:pt x="27" y="47"/>
                      <a:pt x="27" y="48"/>
                    </a:cubicBezTo>
                    <a:cubicBezTo>
                      <a:pt x="26" y="48"/>
                      <a:pt x="25" y="48"/>
                      <a:pt x="25" y="48"/>
                    </a:cubicBezTo>
                    <a:cubicBezTo>
                      <a:pt x="24" y="48"/>
                      <a:pt x="22" y="49"/>
                      <a:pt x="21" y="49"/>
                    </a:cubicBezTo>
                    <a:cubicBezTo>
                      <a:pt x="19" y="49"/>
                      <a:pt x="19" y="49"/>
                      <a:pt x="19" y="49"/>
                    </a:cubicBezTo>
                    <a:cubicBezTo>
                      <a:pt x="18" y="49"/>
                      <a:pt x="16" y="49"/>
                      <a:pt x="16" y="49"/>
                    </a:cubicBezTo>
                    <a:cubicBezTo>
                      <a:pt x="15" y="48"/>
                      <a:pt x="15" y="49"/>
                      <a:pt x="14" y="48"/>
                    </a:cubicBezTo>
                    <a:cubicBezTo>
                      <a:pt x="12" y="47"/>
                      <a:pt x="12" y="47"/>
                      <a:pt x="10" y="47"/>
                    </a:cubicBezTo>
                    <a:cubicBezTo>
                      <a:pt x="10" y="46"/>
                      <a:pt x="9" y="46"/>
                      <a:pt x="8" y="46"/>
                    </a:cubicBezTo>
                    <a:cubicBezTo>
                      <a:pt x="8" y="46"/>
                      <a:pt x="7" y="45"/>
                      <a:pt x="7" y="45"/>
                    </a:cubicBezTo>
                    <a:cubicBezTo>
                      <a:pt x="7" y="45"/>
                      <a:pt x="7" y="45"/>
                      <a:pt x="7" y="45"/>
                    </a:cubicBezTo>
                    <a:cubicBezTo>
                      <a:pt x="7" y="45"/>
                      <a:pt x="5" y="44"/>
                      <a:pt x="5" y="44"/>
                    </a:cubicBezTo>
                    <a:cubicBezTo>
                      <a:pt x="4" y="42"/>
                      <a:pt x="3" y="43"/>
                      <a:pt x="2" y="42"/>
                    </a:cubicBezTo>
                    <a:cubicBezTo>
                      <a:pt x="2" y="40"/>
                      <a:pt x="1" y="41"/>
                      <a:pt x="1" y="40"/>
                    </a:cubicBezTo>
                    <a:cubicBezTo>
                      <a:pt x="1" y="38"/>
                      <a:pt x="0" y="37"/>
                      <a:pt x="0" y="36"/>
                    </a:cubicBezTo>
                    <a:cubicBezTo>
                      <a:pt x="0" y="31"/>
                      <a:pt x="1" y="28"/>
                      <a:pt x="3" y="26"/>
                    </a:cubicBezTo>
                    <a:cubicBezTo>
                      <a:pt x="5" y="24"/>
                      <a:pt x="6" y="23"/>
                      <a:pt x="10" y="23"/>
                    </a:cubicBezTo>
                    <a:cubicBezTo>
                      <a:pt x="11" y="23"/>
                      <a:pt x="13" y="23"/>
                      <a:pt x="14" y="23"/>
                    </a:cubicBezTo>
                    <a:cubicBezTo>
                      <a:pt x="15" y="23"/>
                      <a:pt x="15" y="23"/>
                      <a:pt x="16" y="23"/>
                    </a:cubicBezTo>
                    <a:cubicBezTo>
                      <a:pt x="18" y="24"/>
                      <a:pt x="19" y="24"/>
                      <a:pt x="20" y="24"/>
                    </a:cubicBezTo>
                    <a:cubicBezTo>
                      <a:pt x="20" y="24"/>
                      <a:pt x="21" y="24"/>
                      <a:pt x="22" y="23"/>
                    </a:cubicBezTo>
                    <a:cubicBezTo>
                      <a:pt x="23" y="22"/>
                      <a:pt x="25" y="22"/>
                      <a:pt x="26" y="22"/>
                    </a:cubicBezTo>
                    <a:cubicBezTo>
                      <a:pt x="27" y="21"/>
                      <a:pt x="28" y="20"/>
                      <a:pt x="30" y="20"/>
                    </a:cubicBezTo>
                    <a:cubicBezTo>
                      <a:pt x="31" y="18"/>
                      <a:pt x="34" y="18"/>
                      <a:pt x="36" y="16"/>
                    </a:cubicBezTo>
                    <a:cubicBezTo>
                      <a:pt x="36" y="16"/>
                      <a:pt x="36" y="16"/>
                      <a:pt x="37" y="16"/>
                    </a:cubicBezTo>
                    <a:cubicBezTo>
                      <a:pt x="37" y="16"/>
                      <a:pt x="37" y="16"/>
                      <a:pt x="37" y="15"/>
                    </a:cubicBezTo>
                    <a:cubicBezTo>
                      <a:pt x="41" y="13"/>
                      <a:pt x="45" y="11"/>
                      <a:pt x="49" y="9"/>
                    </a:cubicBezTo>
                    <a:cubicBezTo>
                      <a:pt x="50" y="8"/>
                      <a:pt x="52" y="7"/>
                      <a:pt x="53" y="6"/>
                    </a:cubicBezTo>
                    <a:cubicBezTo>
                      <a:pt x="54" y="6"/>
                      <a:pt x="54" y="6"/>
                      <a:pt x="55" y="6"/>
                    </a:cubicBezTo>
                    <a:cubicBezTo>
                      <a:pt x="56" y="6"/>
                      <a:pt x="56" y="5"/>
                      <a:pt x="57" y="5"/>
                    </a:cubicBezTo>
                    <a:cubicBezTo>
                      <a:pt x="58" y="4"/>
                      <a:pt x="58" y="4"/>
                      <a:pt x="60" y="4"/>
                    </a:cubicBezTo>
                    <a:cubicBezTo>
                      <a:pt x="60" y="3"/>
                      <a:pt x="61" y="3"/>
                      <a:pt x="61" y="3"/>
                    </a:cubicBezTo>
                    <a:cubicBezTo>
                      <a:pt x="62" y="3"/>
                      <a:pt x="62" y="2"/>
                      <a:pt x="62" y="2"/>
                    </a:cubicBezTo>
                    <a:cubicBezTo>
                      <a:pt x="63" y="2"/>
                      <a:pt x="63" y="2"/>
                      <a:pt x="64" y="2"/>
                    </a:cubicBezTo>
                    <a:cubicBezTo>
                      <a:pt x="64" y="2"/>
                      <a:pt x="64" y="1"/>
                      <a:pt x="64" y="1"/>
                    </a:cubicBezTo>
                    <a:cubicBezTo>
                      <a:pt x="65" y="1"/>
                      <a:pt x="65" y="1"/>
                      <a:pt x="65" y="1"/>
                    </a:cubicBezTo>
                    <a:cubicBezTo>
                      <a:pt x="65" y="1"/>
                      <a:pt x="65" y="1"/>
                      <a:pt x="66" y="1"/>
                    </a:cubicBezTo>
                    <a:cubicBezTo>
                      <a:pt x="66" y="1"/>
                      <a:pt x="66" y="1"/>
                      <a:pt x="67" y="1"/>
                    </a:cubicBezTo>
                    <a:cubicBezTo>
                      <a:pt x="67" y="1"/>
                      <a:pt x="67" y="1"/>
                      <a:pt x="68" y="1"/>
                    </a:cubicBezTo>
                    <a:cubicBezTo>
                      <a:pt x="68" y="0"/>
                      <a:pt x="68" y="1"/>
                      <a:pt x="69" y="1"/>
                    </a:cubicBezTo>
                    <a:cubicBezTo>
                      <a:pt x="69" y="1"/>
                      <a:pt x="71" y="0"/>
                      <a:pt x="73" y="0"/>
                    </a:cubicBezTo>
                    <a:cubicBezTo>
                      <a:pt x="74" y="0"/>
                      <a:pt x="76" y="1"/>
                      <a:pt x="7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8" name="Freeform 8"/>
              <p:cNvSpPr/>
              <p:nvPr/>
            </p:nvSpPr>
            <p:spPr bwMode="auto">
              <a:xfrm>
                <a:off x="5497513" y="3151188"/>
                <a:ext cx="241300" cy="433388"/>
              </a:xfrm>
              <a:custGeom>
                <a:avLst/>
                <a:gdLst>
                  <a:gd name="T0" fmla="*/ 20 w 64"/>
                  <a:gd name="T1" fmla="*/ 44 h 115"/>
                  <a:gd name="T2" fmla="*/ 20 w 64"/>
                  <a:gd name="T3" fmla="*/ 35 h 115"/>
                  <a:gd name="T4" fmla="*/ 22 w 64"/>
                  <a:gd name="T5" fmla="*/ 32 h 115"/>
                  <a:gd name="T6" fmla="*/ 22 w 64"/>
                  <a:gd name="T7" fmla="*/ 25 h 115"/>
                  <a:gd name="T8" fmla="*/ 15 w 64"/>
                  <a:gd name="T9" fmla="*/ 24 h 115"/>
                  <a:gd name="T10" fmla="*/ 9 w 64"/>
                  <a:gd name="T11" fmla="*/ 23 h 115"/>
                  <a:gd name="T12" fmla="*/ 2 w 64"/>
                  <a:gd name="T13" fmla="*/ 18 h 115"/>
                  <a:gd name="T14" fmla="*/ 0 w 64"/>
                  <a:gd name="T15" fmla="*/ 12 h 115"/>
                  <a:gd name="T16" fmla="*/ 1 w 64"/>
                  <a:gd name="T17" fmla="*/ 10 h 115"/>
                  <a:gd name="T18" fmla="*/ 10 w 64"/>
                  <a:gd name="T19" fmla="*/ 8 h 115"/>
                  <a:gd name="T20" fmla="*/ 14 w 64"/>
                  <a:gd name="T21" fmla="*/ 7 h 115"/>
                  <a:gd name="T22" fmla="*/ 20 w 64"/>
                  <a:gd name="T23" fmla="*/ 3 h 115"/>
                  <a:gd name="T24" fmla="*/ 27 w 64"/>
                  <a:gd name="T25" fmla="*/ 0 h 115"/>
                  <a:gd name="T26" fmla="*/ 35 w 64"/>
                  <a:gd name="T27" fmla="*/ 0 h 115"/>
                  <a:gd name="T28" fmla="*/ 42 w 64"/>
                  <a:gd name="T29" fmla="*/ 6 h 115"/>
                  <a:gd name="T30" fmla="*/ 46 w 64"/>
                  <a:gd name="T31" fmla="*/ 12 h 115"/>
                  <a:gd name="T32" fmla="*/ 46 w 64"/>
                  <a:gd name="T33" fmla="*/ 17 h 115"/>
                  <a:gd name="T34" fmla="*/ 45 w 64"/>
                  <a:gd name="T35" fmla="*/ 25 h 115"/>
                  <a:gd name="T36" fmla="*/ 41 w 64"/>
                  <a:gd name="T37" fmla="*/ 39 h 115"/>
                  <a:gd name="T38" fmla="*/ 40 w 64"/>
                  <a:gd name="T39" fmla="*/ 42 h 115"/>
                  <a:gd name="T40" fmla="*/ 41 w 64"/>
                  <a:gd name="T41" fmla="*/ 49 h 115"/>
                  <a:gd name="T42" fmla="*/ 50 w 64"/>
                  <a:gd name="T43" fmla="*/ 48 h 115"/>
                  <a:gd name="T44" fmla="*/ 55 w 64"/>
                  <a:gd name="T45" fmla="*/ 48 h 115"/>
                  <a:gd name="T46" fmla="*/ 62 w 64"/>
                  <a:gd name="T47" fmla="*/ 55 h 115"/>
                  <a:gd name="T48" fmla="*/ 64 w 64"/>
                  <a:gd name="T49" fmla="*/ 58 h 115"/>
                  <a:gd name="T50" fmla="*/ 63 w 64"/>
                  <a:gd name="T51" fmla="*/ 62 h 115"/>
                  <a:gd name="T52" fmla="*/ 61 w 64"/>
                  <a:gd name="T53" fmla="*/ 70 h 115"/>
                  <a:gd name="T54" fmla="*/ 62 w 64"/>
                  <a:gd name="T55" fmla="*/ 75 h 115"/>
                  <a:gd name="T56" fmla="*/ 60 w 64"/>
                  <a:gd name="T57" fmla="*/ 82 h 115"/>
                  <a:gd name="T58" fmla="*/ 56 w 64"/>
                  <a:gd name="T59" fmla="*/ 84 h 115"/>
                  <a:gd name="T60" fmla="*/ 50 w 64"/>
                  <a:gd name="T61" fmla="*/ 97 h 115"/>
                  <a:gd name="T62" fmla="*/ 49 w 64"/>
                  <a:gd name="T63" fmla="*/ 100 h 115"/>
                  <a:gd name="T64" fmla="*/ 47 w 64"/>
                  <a:gd name="T65" fmla="*/ 104 h 115"/>
                  <a:gd name="T66" fmla="*/ 43 w 64"/>
                  <a:gd name="T67" fmla="*/ 110 h 115"/>
                  <a:gd name="T68" fmla="*/ 38 w 64"/>
                  <a:gd name="T69" fmla="*/ 114 h 115"/>
                  <a:gd name="T70" fmla="*/ 31 w 64"/>
                  <a:gd name="T71" fmla="*/ 115 h 115"/>
                  <a:gd name="T72" fmla="*/ 26 w 64"/>
                  <a:gd name="T73" fmla="*/ 113 h 115"/>
                  <a:gd name="T74" fmla="*/ 20 w 64"/>
                  <a:gd name="T75" fmla="*/ 111 h 115"/>
                  <a:gd name="T76" fmla="*/ 17 w 64"/>
                  <a:gd name="T77" fmla="*/ 110 h 115"/>
                  <a:gd name="T78" fmla="*/ 15 w 64"/>
                  <a:gd name="T79" fmla="*/ 110 h 115"/>
                  <a:gd name="T80" fmla="*/ 7 w 64"/>
                  <a:gd name="T81" fmla="*/ 109 h 115"/>
                  <a:gd name="T82" fmla="*/ 5 w 64"/>
                  <a:gd name="T83" fmla="*/ 102 h 115"/>
                  <a:gd name="T84" fmla="*/ 8 w 64"/>
                  <a:gd name="T85" fmla="*/ 96 h 115"/>
                  <a:gd name="T86" fmla="*/ 15 w 64"/>
                  <a:gd name="T87" fmla="*/ 92 h 115"/>
                  <a:gd name="T88" fmla="*/ 21 w 64"/>
                  <a:gd name="T89" fmla="*/ 88 h 115"/>
                  <a:gd name="T90" fmla="*/ 24 w 64"/>
                  <a:gd name="T91" fmla="*/ 86 h 115"/>
                  <a:gd name="T92" fmla="*/ 24 w 64"/>
                  <a:gd name="T93" fmla="*/ 84 h 115"/>
                  <a:gd name="T94" fmla="*/ 20 w 64"/>
                  <a:gd name="T95" fmla="*/ 82 h 115"/>
                  <a:gd name="T96" fmla="*/ 18 w 64"/>
                  <a:gd name="T97" fmla="*/ 79 h 115"/>
                  <a:gd name="T98" fmla="*/ 13 w 64"/>
                  <a:gd name="T99" fmla="*/ 76 h 115"/>
                  <a:gd name="T100" fmla="*/ 9 w 64"/>
                  <a:gd name="T101" fmla="*/ 76 h 115"/>
                  <a:gd name="T102" fmla="*/ 6 w 64"/>
                  <a:gd name="T103" fmla="*/ 72 h 115"/>
                  <a:gd name="T104" fmla="*/ 6 w 64"/>
                  <a:gd name="T105" fmla="*/ 68 h 115"/>
                  <a:gd name="T106" fmla="*/ 9 w 64"/>
                  <a:gd name="T107" fmla="*/ 62 h 115"/>
                  <a:gd name="T108" fmla="*/ 10 w 64"/>
                  <a:gd name="T109" fmla="*/ 60 h 115"/>
                  <a:gd name="T110" fmla="*/ 14 w 64"/>
                  <a:gd name="T111" fmla="*/ 57 h 115"/>
                  <a:gd name="T112" fmla="*/ 21 w 64"/>
                  <a:gd name="T113" fmla="*/ 56 h 115"/>
                  <a:gd name="T114" fmla="*/ 21 w 64"/>
                  <a:gd name="T115" fmla="*/ 52 h 115"/>
                  <a:gd name="T116" fmla="*/ 20 w 64"/>
                  <a:gd name="T117" fmla="*/ 4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4" h="115">
                    <a:moveTo>
                      <a:pt x="20" y="45"/>
                    </a:moveTo>
                    <a:cubicBezTo>
                      <a:pt x="20" y="45"/>
                      <a:pt x="20" y="44"/>
                      <a:pt x="20" y="44"/>
                    </a:cubicBezTo>
                    <a:cubicBezTo>
                      <a:pt x="20" y="41"/>
                      <a:pt x="20" y="41"/>
                      <a:pt x="20" y="38"/>
                    </a:cubicBezTo>
                    <a:cubicBezTo>
                      <a:pt x="20" y="37"/>
                      <a:pt x="20" y="36"/>
                      <a:pt x="20" y="35"/>
                    </a:cubicBezTo>
                    <a:cubicBezTo>
                      <a:pt x="21" y="35"/>
                      <a:pt x="21" y="34"/>
                      <a:pt x="21" y="33"/>
                    </a:cubicBezTo>
                    <a:cubicBezTo>
                      <a:pt x="21" y="33"/>
                      <a:pt x="21" y="32"/>
                      <a:pt x="22" y="32"/>
                    </a:cubicBezTo>
                    <a:cubicBezTo>
                      <a:pt x="22" y="30"/>
                      <a:pt x="23" y="29"/>
                      <a:pt x="23" y="28"/>
                    </a:cubicBezTo>
                    <a:cubicBezTo>
                      <a:pt x="23" y="27"/>
                      <a:pt x="23" y="25"/>
                      <a:pt x="22" y="25"/>
                    </a:cubicBezTo>
                    <a:cubicBezTo>
                      <a:pt x="21" y="24"/>
                      <a:pt x="20" y="24"/>
                      <a:pt x="19" y="24"/>
                    </a:cubicBezTo>
                    <a:cubicBezTo>
                      <a:pt x="19" y="23"/>
                      <a:pt x="16" y="24"/>
                      <a:pt x="15" y="24"/>
                    </a:cubicBezTo>
                    <a:cubicBezTo>
                      <a:pt x="15" y="24"/>
                      <a:pt x="13" y="24"/>
                      <a:pt x="13" y="24"/>
                    </a:cubicBezTo>
                    <a:cubicBezTo>
                      <a:pt x="11" y="24"/>
                      <a:pt x="10" y="23"/>
                      <a:pt x="9" y="23"/>
                    </a:cubicBezTo>
                    <a:cubicBezTo>
                      <a:pt x="8" y="23"/>
                      <a:pt x="4" y="20"/>
                      <a:pt x="4" y="20"/>
                    </a:cubicBezTo>
                    <a:cubicBezTo>
                      <a:pt x="3" y="19"/>
                      <a:pt x="3" y="18"/>
                      <a:pt x="2" y="18"/>
                    </a:cubicBezTo>
                    <a:cubicBezTo>
                      <a:pt x="2" y="17"/>
                      <a:pt x="1" y="17"/>
                      <a:pt x="1" y="16"/>
                    </a:cubicBezTo>
                    <a:cubicBezTo>
                      <a:pt x="1" y="15"/>
                      <a:pt x="0" y="13"/>
                      <a:pt x="0" y="12"/>
                    </a:cubicBezTo>
                    <a:cubicBezTo>
                      <a:pt x="0" y="12"/>
                      <a:pt x="0" y="11"/>
                      <a:pt x="0" y="11"/>
                    </a:cubicBezTo>
                    <a:cubicBezTo>
                      <a:pt x="0" y="10"/>
                      <a:pt x="0" y="10"/>
                      <a:pt x="1" y="10"/>
                    </a:cubicBezTo>
                    <a:cubicBezTo>
                      <a:pt x="1" y="9"/>
                      <a:pt x="1" y="9"/>
                      <a:pt x="1" y="9"/>
                    </a:cubicBezTo>
                    <a:cubicBezTo>
                      <a:pt x="5" y="9"/>
                      <a:pt x="7" y="8"/>
                      <a:pt x="10" y="8"/>
                    </a:cubicBezTo>
                    <a:cubicBezTo>
                      <a:pt x="11" y="7"/>
                      <a:pt x="13" y="7"/>
                      <a:pt x="13" y="7"/>
                    </a:cubicBezTo>
                    <a:cubicBezTo>
                      <a:pt x="14" y="7"/>
                      <a:pt x="14" y="7"/>
                      <a:pt x="14" y="7"/>
                    </a:cubicBezTo>
                    <a:cubicBezTo>
                      <a:pt x="15" y="6"/>
                      <a:pt x="15" y="6"/>
                      <a:pt x="16" y="6"/>
                    </a:cubicBezTo>
                    <a:cubicBezTo>
                      <a:pt x="17" y="4"/>
                      <a:pt x="18" y="4"/>
                      <a:pt x="20" y="3"/>
                    </a:cubicBezTo>
                    <a:cubicBezTo>
                      <a:pt x="21" y="3"/>
                      <a:pt x="22" y="2"/>
                      <a:pt x="23" y="2"/>
                    </a:cubicBezTo>
                    <a:cubicBezTo>
                      <a:pt x="24" y="1"/>
                      <a:pt x="26" y="0"/>
                      <a:pt x="27" y="0"/>
                    </a:cubicBezTo>
                    <a:cubicBezTo>
                      <a:pt x="29" y="0"/>
                      <a:pt x="30" y="0"/>
                      <a:pt x="33" y="0"/>
                    </a:cubicBezTo>
                    <a:cubicBezTo>
                      <a:pt x="33" y="0"/>
                      <a:pt x="35" y="0"/>
                      <a:pt x="35" y="0"/>
                    </a:cubicBezTo>
                    <a:cubicBezTo>
                      <a:pt x="36" y="1"/>
                      <a:pt x="38" y="2"/>
                      <a:pt x="39" y="2"/>
                    </a:cubicBezTo>
                    <a:cubicBezTo>
                      <a:pt x="40" y="3"/>
                      <a:pt x="41" y="6"/>
                      <a:pt x="42" y="6"/>
                    </a:cubicBezTo>
                    <a:cubicBezTo>
                      <a:pt x="43" y="7"/>
                      <a:pt x="44" y="9"/>
                      <a:pt x="45" y="9"/>
                    </a:cubicBezTo>
                    <a:cubicBezTo>
                      <a:pt x="45" y="10"/>
                      <a:pt x="45" y="11"/>
                      <a:pt x="46" y="12"/>
                    </a:cubicBezTo>
                    <a:cubicBezTo>
                      <a:pt x="46" y="12"/>
                      <a:pt x="46" y="13"/>
                      <a:pt x="46" y="14"/>
                    </a:cubicBezTo>
                    <a:cubicBezTo>
                      <a:pt x="46" y="15"/>
                      <a:pt x="46" y="16"/>
                      <a:pt x="46" y="17"/>
                    </a:cubicBezTo>
                    <a:cubicBezTo>
                      <a:pt x="46" y="18"/>
                      <a:pt x="46" y="19"/>
                      <a:pt x="46" y="21"/>
                    </a:cubicBezTo>
                    <a:cubicBezTo>
                      <a:pt x="46" y="22"/>
                      <a:pt x="45" y="24"/>
                      <a:pt x="45" y="25"/>
                    </a:cubicBezTo>
                    <a:cubicBezTo>
                      <a:pt x="44" y="28"/>
                      <a:pt x="43" y="32"/>
                      <a:pt x="42" y="34"/>
                    </a:cubicBezTo>
                    <a:cubicBezTo>
                      <a:pt x="41" y="35"/>
                      <a:pt x="41" y="37"/>
                      <a:pt x="41" y="39"/>
                    </a:cubicBezTo>
                    <a:cubicBezTo>
                      <a:pt x="40" y="39"/>
                      <a:pt x="40" y="40"/>
                      <a:pt x="40" y="40"/>
                    </a:cubicBezTo>
                    <a:cubicBezTo>
                      <a:pt x="40" y="42"/>
                      <a:pt x="40" y="40"/>
                      <a:pt x="40" y="42"/>
                    </a:cubicBezTo>
                    <a:cubicBezTo>
                      <a:pt x="40" y="44"/>
                      <a:pt x="40" y="43"/>
                      <a:pt x="40" y="45"/>
                    </a:cubicBezTo>
                    <a:cubicBezTo>
                      <a:pt x="41" y="46"/>
                      <a:pt x="40" y="47"/>
                      <a:pt x="41" y="49"/>
                    </a:cubicBezTo>
                    <a:cubicBezTo>
                      <a:pt x="41" y="49"/>
                      <a:pt x="41" y="51"/>
                      <a:pt x="41" y="50"/>
                    </a:cubicBezTo>
                    <a:cubicBezTo>
                      <a:pt x="43" y="50"/>
                      <a:pt x="48" y="48"/>
                      <a:pt x="50" y="48"/>
                    </a:cubicBezTo>
                    <a:cubicBezTo>
                      <a:pt x="50" y="48"/>
                      <a:pt x="50" y="48"/>
                      <a:pt x="50" y="48"/>
                    </a:cubicBezTo>
                    <a:cubicBezTo>
                      <a:pt x="52" y="48"/>
                      <a:pt x="53" y="48"/>
                      <a:pt x="55" y="48"/>
                    </a:cubicBezTo>
                    <a:cubicBezTo>
                      <a:pt x="57" y="48"/>
                      <a:pt x="57" y="49"/>
                      <a:pt x="60" y="51"/>
                    </a:cubicBezTo>
                    <a:cubicBezTo>
                      <a:pt x="61" y="52"/>
                      <a:pt x="62" y="54"/>
                      <a:pt x="62" y="55"/>
                    </a:cubicBezTo>
                    <a:cubicBezTo>
                      <a:pt x="62" y="55"/>
                      <a:pt x="62" y="55"/>
                      <a:pt x="63" y="55"/>
                    </a:cubicBezTo>
                    <a:cubicBezTo>
                      <a:pt x="63" y="56"/>
                      <a:pt x="63" y="57"/>
                      <a:pt x="64" y="58"/>
                    </a:cubicBezTo>
                    <a:cubicBezTo>
                      <a:pt x="64" y="59"/>
                      <a:pt x="64" y="59"/>
                      <a:pt x="64" y="60"/>
                    </a:cubicBezTo>
                    <a:cubicBezTo>
                      <a:pt x="64" y="61"/>
                      <a:pt x="63" y="61"/>
                      <a:pt x="63" y="62"/>
                    </a:cubicBezTo>
                    <a:cubicBezTo>
                      <a:pt x="62" y="64"/>
                      <a:pt x="63" y="64"/>
                      <a:pt x="62" y="66"/>
                    </a:cubicBezTo>
                    <a:cubicBezTo>
                      <a:pt x="61" y="66"/>
                      <a:pt x="61" y="70"/>
                      <a:pt x="61" y="70"/>
                    </a:cubicBezTo>
                    <a:cubicBezTo>
                      <a:pt x="61" y="70"/>
                      <a:pt x="61" y="70"/>
                      <a:pt x="61" y="71"/>
                    </a:cubicBezTo>
                    <a:cubicBezTo>
                      <a:pt x="61" y="72"/>
                      <a:pt x="62" y="73"/>
                      <a:pt x="62" y="75"/>
                    </a:cubicBezTo>
                    <a:cubicBezTo>
                      <a:pt x="63" y="77"/>
                      <a:pt x="62" y="79"/>
                      <a:pt x="61" y="80"/>
                    </a:cubicBezTo>
                    <a:cubicBezTo>
                      <a:pt x="60" y="81"/>
                      <a:pt x="60" y="81"/>
                      <a:pt x="60" y="82"/>
                    </a:cubicBezTo>
                    <a:cubicBezTo>
                      <a:pt x="58" y="82"/>
                      <a:pt x="58" y="83"/>
                      <a:pt x="58" y="83"/>
                    </a:cubicBezTo>
                    <a:cubicBezTo>
                      <a:pt x="57" y="83"/>
                      <a:pt x="56" y="83"/>
                      <a:pt x="56" y="84"/>
                    </a:cubicBezTo>
                    <a:cubicBezTo>
                      <a:pt x="54" y="84"/>
                      <a:pt x="51" y="84"/>
                      <a:pt x="50" y="85"/>
                    </a:cubicBezTo>
                    <a:cubicBezTo>
                      <a:pt x="50" y="89"/>
                      <a:pt x="50" y="93"/>
                      <a:pt x="50" y="97"/>
                    </a:cubicBezTo>
                    <a:cubicBezTo>
                      <a:pt x="50" y="97"/>
                      <a:pt x="49" y="98"/>
                      <a:pt x="49" y="99"/>
                    </a:cubicBezTo>
                    <a:cubicBezTo>
                      <a:pt x="49" y="99"/>
                      <a:pt x="49" y="100"/>
                      <a:pt x="49" y="100"/>
                    </a:cubicBezTo>
                    <a:cubicBezTo>
                      <a:pt x="49" y="101"/>
                      <a:pt x="48" y="102"/>
                      <a:pt x="48" y="102"/>
                    </a:cubicBezTo>
                    <a:cubicBezTo>
                      <a:pt x="48" y="103"/>
                      <a:pt x="48" y="103"/>
                      <a:pt x="47" y="104"/>
                    </a:cubicBezTo>
                    <a:cubicBezTo>
                      <a:pt x="47" y="105"/>
                      <a:pt x="46" y="107"/>
                      <a:pt x="45" y="108"/>
                    </a:cubicBezTo>
                    <a:cubicBezTo>
                      <a:pt x="44" y="109"/>
                      <a:pt x="44" y="109"/>
                      <a:pt x="43" y="110"/>
                    </a:cubicBezTo>
                    <a:cubicBezTo>
                      <a:pt x="42" y="111"/>
                      <a:pt x="41" y="111"/>
                      <a:pt x="41" y="112"/>
                    </a:cubicBezTo>
                    <a:cubicBezTo>
                      <a:pt x="40" y="113"/>
                      <a:pt x="39" y="113"/>
                      <a:pt x="38" y="114"/>
                    </a:cubicBezTo>
                    <a:cubicBezTo>
                      <a:pt x="37" y="114"/>
                      <a:pt x="35" y="114"/>
                      <a:pt x="34" y="115"/>
                    </a:cubicBezTo>
                    <a:cubicBezTo>
                      <a:pt x="33" y="115"/>
                      <a:pt x="32" y="115"/>
                      <a:pt x="31" y="115"/>
                    </a:cubicBezTo>
                    <a:cubicBezTo>
                      <a:pt x="30" y="114"/>
                      <a:pt x="29" y="114"/>
                      <a:pt x="28" y="114"/>
                    </a:cubicBezTo>
                    <a:cubicBezTo>
                      <a:pt x="27" y="114"/>
                      <a:pt x="26" y="113"/>
                      <a:pt x="26" y="113"/>
                    </a:cubicBezTo>
                    <a:cubicBezTo>
                      <a:pt x="25" y="112"/>
                      <a:pt x="25" y="112"/>
                      <a:pt x="24" y="112"/>
                    </a:cubicBezTo>
                    <a:cubicBezTo>
                      <a:pt x="23" y="111"/>
                      <a:pt x="22" y="111"/>
                      <a:pt x="20" y="111"/>
                    </a:cubicBezTo>
                    <a:cubicBezTo>
                      <a:pt x="20" y="111"/>
                      <a:pt x="20" y="110"/>
                      <a:pt x="19" y="110"/>
                    </a:cubicBezTo>
                    <a:cubicBezTo>
                      <a:pt x="18" y="110"/>
                      <a:pt x="18" y="110"/>
                      <a:pt x="17" y="110"/>
                    </a:cubicBezTo>
                    <a:cubicBezTo>
                      <a:pt x="16" y="110"/>
                      <a:pt x="15" y="110"/>
                      <a:pt x="15" y="110"/>
                    </a:cubicBezTo>
                    <a:cubicBezTo>
                      <a:pt x="15" y="110"/>
                      <a:pt x="15" y="110"/>
                      <a:pt x="15" y="110"/>
                    </a:cubicBezTo>
                    <a:cubicBezTo>
                      <a:pt x="13" y="110"/>
                      <a:pt x="11" y="110"/>
                      <a:pt x="10" y="110"/>
                    </a:cubicBezTo>
                    <a:cubicBezTo>
                      <a:pt x="9" y="110"/>
                      <a:pt x="8" y="109"/>
                      <a:pt x="7" y="109"/>
                    </a:cubicBezTo>
                    <a:cubicBezTo>
                      <a:pt x="7" y="109"/>
                      <a:pt x="6" y="108"/>
                      <a:pt x="6" y="108"/>
                    </a:cubicBezTo>
                    <a:cubicBezTo>
                      <a:pt x="4" y="105"/>
                      <a:pt x="5" y="104"/>
                      <a:pt x="5" y="102"/>
                    </a:cubicBezTo>
                    <a:cubicBezTo>
                      <a:pt x="5" y="101"/>
                      <a:pt x="5" y="100"/>
                      <a:pt x="6" y="100"/>
                    </a:cubicBezTo>
                    <a:cubicBezTo>
                      <a:pt x="6" y="98"/>
                      <a:pt x="7" y="97"/>
                      <a:pt x="8" y="96"/>
                    </a:cubicBezTo>
                    <a:cubicBezTo>
                      <a:pt x="9" y="94"/>
                      <a:pt x="11" y="94"/>
                      <a:pt x="12" y="93"/>
                    </a:cubicBezTo>
                    <a:cubicBezTo>
                      <a:pt x="14" y="92"/>
                      <a:pt x="13" y="92"/>
                      <a:pt x="15" y="92"/>
                    </a:cubicBezTo>
                    <a:cubicBezTo>
                      <a:pt x="16" y="91"/>
                      <a:pt x="18" y="90"/>
                      <a:pt x="19" y="89"/>
                    </a:cubicBezTo>
                    <a:cubicBezTo>
                      <a:pt x="20" y="89"/>
                      <a:pt x="20" y="88"/>
                      <a:pt x="21" y="88"/>
                    </a:cubicBezTo>
                    <a:cubicBezTo>
                      <a:pt x="21" y="87"/>
                      <a:pt x="22" y="87"/>
                      <a:pt x="22" y="87"/>
                    </a:cubicBezTo>
                    <a:cubicBezTo>
                      <a:pt x="23" y="86"/>
                      <a:pt x="23" y="86"/>
                      <a:pt x="24" y="86"/>
                    </a:cubicBezTo>
                    <a:cubicBezTo>
                      <a:pt x="24" y="86"/>
                      <a:pt x="24" y="86"/>
                      <a:pt x="24" y="86"/>
                    </a:cubicBezTo>
                    <a:cubicBezTo>
                      <a:pt x="24" y="85"/>
                      <a:pt x="24" y="85"/>
                      <a:pt x="24" y="84"/>
                    </a:cubicBezTo>
                    <a:cubicBezTo>
                      <a:pt x="24" y="84"/>
                      <a:pt x="24" y="84"/>
                      <a:pt x="24" y="83"/>
                    </a:cubicBezTo>
                    <a:cubicBezTo>
                      <a:pt x="22" y="83"/>
                      <a:pt x="21" y="82"/>
                      <a:pt x="20" y="82"/>
                    </a:cubicBezTo>
                    <a:cubicBezTo>
                      <a:pt x="20" y="81"/>
                      <a:pt x="19" y="81"/>
                      <a:pt x="18" y="81"/>
                    </a:cubicBezTo>
                    <a:cubicBezTo>
                      <a:pt x="18" y="81"/>
                      <a:pt x="18" y="79"/>
                      <a:pt x="18" y="79"/>
                    </a:cubicBezTo>
                    <a:cubicBezTo>
                      <a:pt x="16" y="79"/>
                      <a:pt x="16" y="77"/>
                      <a:pt x="15" y="77"/>
                    </a:cubicBezTo>
                    <a:cubicBezTo>
                      <a:pt x="14" y="77"/>
                      <a:pt x="14" y="77"/>
                      <a:pt x="13" y="76"/>
                    </a:cubicBezTo>
                    <a:cubicBezTo>
                      <a:pt x="13" y="76"/>
                      <a:pt x="12" y="76"/>
                      <a:pt x="11" y="76"/>
                    </a:cubicBezTo>
                    <a:cubicBezTo>
                      <a:pt x="11" y="76"/>
                      <a:pt x="10" y="76"/>
                      <a:pt x="9" y="76"/>
                    </a:cubicBezTo>
                    <a:cubicBezTo>
                      <a:pt x="7" y="75"/>
                      <a:pt x="8" y="75"/>
                      <a:pt x="7" y="74"/>
                    </a:cubicBezTo>
                    <a:cubicBezTo>
                      <a:pt x="6" y="74"/>
                      <a:pt x="6" y="73"/>
                      <a:pt x="6" y="72"/>
                    </a:cubicBezTo>
                    <a:cubicBezTo>
                      <a:pt x="6" y="71"/>
                      <a:pt x="6" y="70"/>
                      <a:pt x="6" y="69"/>
                    </a:cubicBezTo>
                    <a:cubicBezTo>
                      <a:pt x="6" y="68"/>
                      <a:pt x="6" y="68"/>
                      <a:pt x="6" y="68"/>
                    </a:cubicBezTo>
                    <a:cubicBezTo>
                      <a:pt x="6" y="66"/>
                      <a:pt x="8" y="64"/>
                      <a:pt x="8" y="63"/>
                    </a:cubicBezTo>
                    <a:cubicBezTo>
                      <a:pt x="8" y="63"/>
                      <a:pt x="9" y="62"/>
                      <a:pt x="9" y="62"/>
                    </a:cubicBezTo>
                    <a:cubicBezTo>
                      <a:pt x="9" y="62"/>
                      <a:pt x="9" y="62"/>
                      <a:pt x="9" y="62"/>
                    </a:cubicBezTo>
                    <a:cubicBezTo>
                      <a:pt x="9" y="61"/>
                      <a:pt x="10" y="61"/>
                      <a:pt x="10" y="60"/>
                    </a:cubicBezTo>
                    <a:cubicBezTo>
                      <a:pt x="11" y="59"/>
                      <a:pt x="11" y="58"/>
                      <a:pt x="12" y="58"/>
                    </a:cubicBezTo>
                    <a:cubicBezTo>
                      <a:pt x="13" y="57"/>
                      <a:pt x="13" y="57"/>
                      <a:pt x="14" y="57"/>
                    </a:cubicBezTo>
                    <a:cubicBezTo>
                      <a:pt x="16" y="57"/>
                      <a:pt x="17" y="57"/>
                      <a:pt x="18" y="57"/>
                    </a:cubicBezTo>
                    <a:cubicBezTo>
                      <a:pt x="19" y="56"/>
                      <a:pt x="20" y="56"/>
                      <a:pt x="21" y="56"/>
                    </a:cubicBezTo>
                    <a:cubicBezTo>
                      <a:pt x="21" y="55"/>
                      <a:pt x="20" y="54"/>
                      <a:pt x="21" y="54"/>
                    </a:cubicBezTo>
                    <a:cubicBezTo>
                      <a:pt x="21" y="53"/>
                      <a:pt x="20" y="53"/>
                      <a:pt x="21" y="52"/>
                    </a:cubicBezTo>
                    <a:cubicBezTo>
                      <a:pt x="20" y="51"/>
                      <a:pt x="20" y="51"/>
                      <a:pt x="20" y="50"/>
                    </a:cubicBezTo>
                    <a:cubicBezTo>
                      <a:pt x="20" y="49"/>
                      <a:pt x="20" y="46"/>
                      <a:pt x="20"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9" name="Freeform 9"/>
              <p:cNvSpPr/>
              <p:nvPr/>
            </p:nvSpPr>
            <p:spPr bwMode="auto">
              <a:xfrm>
                <a:off x="5576888" y="2940050"/>
                <a:ext cx="255588" cy="192088"/>
              </a:xfrm>
              <a:custGeom>
                <a:avLst/>
                <a:gdLst>
                  <a:gd name="T0" fmla="*/ 11 w 68"/>
                  <a:gd name="T1" fmla="*/ 42 h 51"/>
                  <a:gd name="T2" fmla="*/ 16 w 68"/>
                  <a:gd name="T3" fmla="*/ 36 h 51"/>
                  <a:gd name="T4" fmla="*/ 21 w 68"/>
                  <a:gd name="T5" fmla="*/ 30 h 51"/>
                  <a:gd name="T6" fmla="*/ 22 w 68"/>
                  <a:gd name="T7" fmla="*/ 28 h 51"/>
                  <a:gd name="T8" fmla="*/ 23 w 68"/>
                  <a:gd name="T9" fmla="*/ 26 h 51"/>
                  <a:gd name="T10" fmla="*/ 20 w 68"/>
                  <a:gd name="T11" fmla="*/ 26 h 51"/>
                  <a:gd name="T12" fmla="*/ 17 w 68"/>
                  <a:gd name="T13" fmla="*/ 27 h 51"/>
                  <a:gd name="T14" fmla="*/ 15 w 68"/>
                  <a:gd name="T15" fmla="*/ 28 h 51"/>
                  <a:gd name="T16" fmla="*/ 10 w 68"/>
                  <a:gd name="T17" fmla="*/ 30 h 51"/>
                  <a:gd name="T18" fmla="*/ 6 w 68"/>
                  <a:gd name="T19" fmla="*/ 32 h 51"/>
                  <a:gd name="T20" fmla="*/ 2 w 68"/>
                  <a:gd name="T21" fmla="*/ 27 h 51"/>
                  <a:gd name="T22" fmla="*/ 1 w 68"/>
                  <a:gd name="T23" fmla="*/ 22 h 51"/>
                  <a:gd name="T24" fmla="*/ 0 w 68"/>
                  <a:gd name="T25" fmla="*/ 17 h 51"/>
                  <a:gd name="T26" fmla="*/ 4 w 68"/>
                  <a:gd name="T27" fmla="*/ 11 h 51"/>
                  <a:gd name="T28" fmla="*/ 5 w 68"/>
                  <a:gd name="T29" fmla="*/ 10 h 51"/>
                  <a:gd name="T30" fmla="*/ 7 w 68"/>
                  <a:gd name="T31" fmla="*/ 9 h 51"/>
                  <a:gd name="T32" fmla="*/ 15 w 68"/>
                  <a:gd name="T33" fmla="*/ 6 h 51"/>
                  <a:gd name="T34" fmla="*/ 29 w 68"/>
                  <a:gd name="T35" fmla="*/ 2 h 51"/>
                  <a:gd name="T36" fmla="*/ 35 w 68"/>
                  <a:gd name="T37" fmla="*/ 2 h 51"/>
                  <a:gd name="T38" fmla="*/ 44 w 68"/>
                  <a:gd name="T39" fmla="*/ 1 h 51"/>
                  <a:gd name="T40" fmla="*/ 57 w 68"/>
                  <a:gd name="T41" fmla="*/ 1 h 51"/>
                  <a:gd name="T42" fmla="*/ 59 w 68"/>
                  <a:gd name="T43" fmla="*/ 3 h 51"/>
                  <a:gd name="T44" fmla="*/ 60 w 68"/>
                  <a:gd name="T45" fmla="*/ 3 h 51"/>
                  <a:gd name="T46" fmla="*/ 64 w 68"/>
                  <a:gd name="T47" fmla="*/ 4 h 51"/>
                  <a:gd name="T48" fmla="*/ 68 w 68"/>
                  <a:gd name="T49" fmla="*/ 10 h 51"/>
                  <a:gd name="T50" fmla="*/ 68 w 68"/>
                  <a:gd name="T51" fmla="*/ 16 h 51"/>
                  <a:gd name="T52" fmla="*/ 66 w 68"/>
                  <a:gd name="T53" fmla="*/ 20 h 51"/>
                  <a:gd name="T54" fmla="*/ 64 w 68"/>
                  <a:gd name="T55" fmla="*/ 24 h 51"/>
                  <a:gd name="T56" fmla="*/ 61 w 68"/>
                  <a:gd name="T57" fmla="*/ 26 h 51"/>
                  <a:gd name="T58" fmla="*/ 56 w 68"/>
                  <a:gd name="T59" fmla="*/ 26 h 51"/>
                  <a:gd name="T60" fmla="*/ 53 w 68"/>
                  <a:gd name="T61" fmla="*/ 27 h 51"/>
                  <a:gd name="T62" fmla="*/ 46 w 68"/>
                  <a:gd name="T63" fmla="*/ 28 h 51"/>
                  <a:gd name="T64" fmla="*/ 43 w 68"/>
                  <a:gd name="T65" fmla="*/ 31 h 51"/>
                  <a:gd name="T66" fmla="*/ 37 w 68"/>
                  <a:gd name="T67" fmla="*/ 35 h 51"/>
                  <a:gd name="T68" fmla="*/ 31 w 68"/>
                  <a:gd name="T69" fmla="*/ 39 h 51"/>
                  <a:gd name="T70" fmla="*/ 28 w 68"/>
                  <a:gd name="T71" fmla="*/ 43 h 51"/>
                  <a:gd name="T72" fmla="*/ 23 w 68"/>
                  <a:gd name="T73" fmla="*/ 46 h 51"/>
                  <a:gd name="T74" fmla="*/ 21 w 68"/>
                  <a:gd name="T75" fmla="*/ 48 h 51"/>
                  <a:gd name="T76" fmla="*/ 17 w 68"/>
                  <a:gd name="T77" fmla="*/ 50 h 51"/>
                  <a:gd name="T78" fmla="*/ 11 w 68"/>
                  <a:gd name="T79" fmla="*/ 49 h 51"/>
                  <a:gd name="T80" fmla="*/ 10 w 68"/>
                  <a:gd name="T81" fmla="*/ 4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8" h="51">
                    <a:moveTo>
                      <a:pt x="10" y="44"/>
                    </a:moveTo>
                    <a:cubicBezTo>
                      <a:pt x="11" y="43"/>
                      <a:pt x="10" y="43"/>
                      <a:pt x="11" y="42"/>
                    </a:cubicBezTo>
                    <a:cubicBezTo>
                      <a:pt x="13" y="40"/>
                      <a:pt x="13" y="39"/>
                      <a:pt x="13" y="39"/>
                    </a:cubicBezTo>
                    <a:cubicBezTo>
                      <a:pt x="15" y="38"/>
                      <a:pt x="15" y="37"/>
                      <a:pt x="16" y="36"/>
                    </a:cubicBezTo>
                    <a:cubicBezTo>
                      <a:pt x="17" y="35"/>
                      <a:pt x="18" y="34"/>
                      <a:pt x="20" y="32"/>
                    </a:cubicBezTo>
                    <a:cubicBezTo>
                      <a:pt x="20" y="31"/>
                      <a:pt x="21" y="30"/>
                      <a:pt x="21" y="30"/>
                    </a:cubicBezTo>
                    <a:cubicBezTo>
                      <a:pt x="21" y="29"/>
                      <a:pt x="21" y="29"/>
                      <a:pt x="21" y="29"/>
                    </a:cubicBezTo>
                    <a:cubicBezTo>
                      <a:pt x="22" y="29"/>
                      <a:pt x="22" y="28"/>
                      <a:pt x="22" y="28"/>
                    </a:cubicBezTo>
                    <a:cubicBezTo>
                      <a:pt x="22" y="28"/>
                      <a:pt x="22" y="28"/>
                      <a:pt x="22" y="28"/>
                    </a:cubicBezTo>
                    <a:cubicBezTo>
                      <a:pt x="23" y="27"/>
                      <a:pt x="23" y="27"/>
                      <a:pt x="23" y="26"/>
                    </a:cubicBezTo>
                    <a:cubicBezTo>
                      <a:pt x="24" y="25"/>
                      <a:pt x="25" y="25"/>
                      <a:pt x="25" y="25"/>
                    </a:cubicBezTo>
                    <a:cubicBezTo>
                      <a:pt x="24" y="25"/>
                      <a:pt x="21" y="25"/>
                      <a:pt x="20" y="26"/>
                    </a:cubicBezTo>
                    <a:cubicBezTo>
                      <a:pt x="20" y="26"/>
                      <a:pt x="20" y="26"/>
                      <a:pt x="19" y="26"/>
                    </a:cubicBezTo>
                    <a:cubicBezTo>
                      <a:pt x="18" y="27"/>
                      <a:pt x="18" y="27"/>
                      <a:pt x="17" y="27"/>
                    </a:cubicBezTo>
                    <a:cubicBezTo>
                      <a:pt x="16" y="27"/>
                      <a:pt x="16" y="27"/>
                      <a:pt x="16" y="27"/>
                    </a:cubicBezTo>
                    <a:cubicBezTo>
                      <a:pt x="15" y="27"/>
                      <a:pt x="15" y="28"/>
                      <a:pt x="15" y="28"/>
                    </a:cubicBezTo>
                    <a:cubicBezTo>
                      <a:pt x="14" y="28"/>
                      <a:pt x="13" y="29"/>
                      <a:pt x="12" y="29"/>
                    </a:cubicBezTo>
                    <a:cubicBezTo>
                      <a:pt x="12" y="30"/>
                      <a:pt x="10" y="30"/>
                      <a:pt x="10" y="30"/>
                    </a:cubicBezTo>
                    <a:cubicBezTo>
                      <a:pt x="9" y="31"/>
                      <a:pt x="9" y="31"/>
                      <a:pt x="8" y="32"/>
                    </a:cubicBezTo>
                    <a:cubicBezTo>
                      <a:pt x="7" y="32"/>
                      <a:pt x="6" y="32"/>
                      <a:pt x="6" y="32"/>
                    </a:cubicBezTo>
                    <a:cubicBezTo>
                      <a:pt x="4" y="31"/>
                      <a:pt x="5" y="31"/>
                      <a:pt x="4" y="31"/>
                    </a:cubicBezTo>
                    <a:cubicBezTo>
                      <a:pt x="3" y="29"/>
                      <a:pt x="3" y="28"/>
                      <a:pt x="2" y="27"/>
                    </a:cubicBezTo>
                    <a:cubicBezTo>
                      <a:pt x="2" y="27"/>
                      <a:pt x="2" y="26"/>
                      <a:pt x="2" y="25"/>
                    </a:cubicBezTo>
                    <a:cubicBezTo>
                      <a:pt x="1" y="24"/>
                      <a:pt x="1" y="23"/>
                      <a:pt x="1" y="22"/>
                    </a:cubicBezTo>
                    <a:cubicBezTo>
                      <a:pt x="1" y="22"/>
                      <a:pt x="0" y="21"/>
                      <a:pt x="0" y="20"/>
                    </a:cubicBezTo>
                    <a:cubicBezTo>
                      <a:pt x="0" y="19"/>
                      <a:pt x="0" y="18"/>
                      <a:pt x="0" y="17"/>
                    </a:cubicBezTo>
                    <a:cubicBezTo>
                      <a:pt x="1" y="17"/>
                      <a:pt x="1" y="16"/>
                      <a:pt x="1" y="16"/>
                    </a:cubicBezTo>
                    <a:cubicBezTo>
                      <a:pt x="1" y="14"/>
                      <a:pt x="3" y="13"/>
                      <a:pt x="4" y="11"/>
                    </a:cubicBezTo>
                    <a:cubicBezTo>
                      <a:pt x="4" y="11"/>
                      <a:pt x="4" y="11"/>
                      <a:pt x="4" y="11"/>
                    </a:cubicBezTo>
                    <a:cubicBezTo>
                      <a:pt x="4" y="10"/>
                      <a:pt x="5" y="10"/>
                      <a:pt x="5" y="10"/>
                    </a:cubicBezTo>
                    <a:cubicBezTo>
                      <a:pt x="6" y="10"/>
                      <a:pt x="6" y="10"/>
                      <a:pt x="6" y="9"/>
                    </a:cubicBezTo>
                    <a:cubicBezTo>
                      <a:pt x="7" y="9"/>
                      <a:pt x="7" y="10"/>
                      <a:pt x="7" y="9"/>
                    </a:cubicBezTo>
                    <a:cubicBezTo>
                      <a:pt x="9" y="9"/>
                      <a:pt x="11" y="7"/>
                      <a:pt x="14" y="7"/>
                    </a:cubicBezTo>
                    <a:cubicBezTo>
                      <a:pt x="14" y="6"/>
                      <a:pt x="15" y="6"/>
                      <a:pt x="15" y="6"/>
                    </a:cubicBezTo>
                    <a:cubicBezTo>
                      <a:pt x="16" y="6"/>
                      <a:pt x="17" y="5"/>
                      <a:pt x="18" y="5"/>
                    </a:cubicBezTo>
                    <a:cubicBezTo>
                      <a:pt x="21" y="3"/>
                      <a:pt x="25" y="2"/>
                      <a:pt x="29" y="2"/>
                    </a:cubicBezTo>
                    <a:cubicBezTo>
                      <a:pt x="30" y="2"/>
                      <a:pt x="31" y="2"/>
                      <a:pt x="31" y="2"/>
                    </a:cubicBezTo>
                    <a:cubicBezTo>
                      <a:pt x="33" y="2"/>
                      <a:pt x="34" y="2"/>
                      <a:pt x="35" y="2"/>
                    </a:cubicBezTo>
                    <a:cubicBezTo>
                      <a:pt x="36" y="2"/>
                      <a:pt x="36" y="1"/>
                      <a:pt x="37" y="1"/>
                    </a:cubicBezTo>
                    <a:cubicBezTo>
                      <a:pt x="39" y="1"/>
                      <a:pt x="42" y="1"/>
                      <a:pt x="44" y="1"/>
                    </a:cubicBezTo>
                    <a:cubicBezTo>
                      <a:pt x="45" y="0"/>
                      <a:pt x="51" y="0"/>
                      <a:pt x="54" y="0"/>
                    </a:cubicBezTo>
                    <a:cubicBezTo>
                      <a:pt x="55" y="0"/>
                      <a:pt x="56" y="0"/>
                      <a:pt x="57" y="1"/>
                    </a:cubicBezTo>
                    <a:cubicBezTo>
                      <a:pt x="57" y="1"/>
                      <a:pt x="58" y="2"/>
                      <a:pt x="59" y="2"/>
                    </a:cubicBezTo>
                    <a:cubicBezTo>
                      <a:pt x="59" y="3"/>
                      <a:pt x="59" y="3"/>
                      <a:pt x="59" y="3"/>
                    </a:cubicBezTo>
                    <a:cubicBezTo>
                      <a:pt x="59" y="3"/>
                      <a:pt x="59" y="3"/>
                      <a:pt x="59" y="3"/>
                    </a:cubicBezTo>
                    <a:cubicBezTo>
                      <a:pt x="59" y="3"/>
                      <a:pt x="60" y="3"/>
                      <a:pt x="60" y="3"/>
                    </a:cubicBezTo>
                    <a:cubicBezTo>
                      <a:pt x="60" y="3"/>
                      <a:pt x="60" y="3"/>
                      <a:pt x="60" y="3"/>
                    </a:cubicBezTo>
                    <a:cubicBezTo>
                      <a:pt x="61" y="3"/>
                      <a:pt x="62" y="4"/>
                      <a:pt x="64" y="4"/>
                    </a:cubicBezTo>
                    <a:cubicBezTo>
                      <a:pt x="64" y="5"/>
                      <a:pt x="65" y="5"/>
                      <a:pt x="65" y="5"/>
                    </a:cubicBezTo>
                    <a:cubicBezTo>
                      <a:pt x="66" y="7"/>
                      <a:pt x="67" y="9"/>
                      <a:pt x="68" y="10"/>
                    </a:cubicBezTo>
                    <a:cubicBezTo>
                      <a:pt x="68" y="11"/>
                      <a:pt x="68" y="12"/>
                      <a:pt x="68" y="12"/>
                    </a:cubicBezTo>
                    <a:cubicBezTo>
                      <a:pt x="68" y="14"/>
                      <a:pt x="68" y="15"/>
                      <a:pt x="68" y="16"/>
                    </a:cubicBezTo>
                    <a:cubicBezTo>
                      <a:pt x="68" y="17"/>
                      <a:pt x="68" y="17"/>
                      <a:pt x="68" y="18"/>
                    </a:cubicBezTo>
                    <a:cubicBezTo>
                      <a:pt x="68" y="18"/>
                      <a:pt x="67" y="19"/>
                      <a:pt x="66" y="20"/>
                    </a:cubicBezTo>
                    <a:cubicBezTo>
                      <a:pt x="66" y="21"/>
                      <a:pt x="65" y="21"/>
                      <a:pt x="65" y="22"/>
                    </a:cubicBezTo>
                    <a:cubicBezTo>
                      <a:pt x="64" y="23"/>
                      <a:pt x="64" y="23"/>
                      <a:pt x="64" y="24"/>
                    </a:cubicBezTo>
                    <a:cubicBezTo>
                      <a:pt x="63" y="24"/>
                      <a:pt x="63" y="25"/>
                      <a:pt x="63" y="25"/>
                    </a:cubicBezTo>
                    <a:cubicBezTo>
                      <a:pt x="62" y="26"/>
                      <a:pt x="61" y="26"/>
                      <a:pt x="61" y="26"/>
                    </a:cubicBezTo>
                    <a:cubicBezTo>
                      <a:pt x="59" y="26"/>
                      <a:pt x="59" y="26"/>
                      <a:pt x="58" y="26"/>
                    </a:cubicBezTo>
                    <a:cubicBezTo>
                      <a:pt x="57" y="26"/>
                      <a:pt x="57" y="26"/>
                      <a:pt x="56" y="26"/>
                    </a:cubicBezTo>
                    <a:cubicBezTo>
                      <a:pt x="56" y="26"/>
                      <a:pt x="55" y="26"/>
                      <a:pt x="55" y="26"/>
                    </a:cubicBezTo>
                    <a:cubicBezTo>
                      <a:pt x="54" y="26"/>
                      <a:pt x="53" y="26"/>
                      <a:pt x="53" y="27"/>
                    </a:cubicBezTo>
                    <a:cubicBezTo>
                      <a:pt x="52" y="27"/>
                      <a:pt x="51" y="27"/>
                      <a:pt x="49" y="27"/>
                    </a:cubicBezTo>
                    <a:cubicBezTo>
                      <a:pt x="48" y="27"/>
                      <a:pt x="47" y="28"/>
                      <a:pt x="46" y="28"/>
                    </a:cubicBezTo>
                    <a:cubicBezTo>
                      <a:pt x="46" y="29"/>
                      <a:pt x="45" y="29"/>
                      <a:pt x="45" y="29"/>
                    </a:cubicBezTo>
                    <a:cubicBezTo>
                      <a:pt x="44" y="30"/>
                      <a:pt x="44" y="30"/>
                      <a:pt x="43" y="31"/>
                    </a:cubicBezTo>
                    <a:cubicBezTo>
                      <a:pt x="42" y="31"/>
                      <a:pt x="42" y="31"/>
                      <a:pt x="41" y="32"/>
                    </a:cubicBezTo>
                    <a:cubicBezTo>
                      <a:pt x="41" y="33"/>
                      <a:pt x="38" y="34"/>
                      <a:pt x="37" y="35"/>
                    </a:cubicBezTo>
                    <a:cubicBezTo>
                      <a:pt x="36" y="35"/>
                      <a:pt x="36" y="36"/>
                      <a:pt x="34" y="37"/>
                    </a:cubicBezTo>
                    <a:cubicBezTo>
                      <a:pt x="33" y="38"/>
                      <a:pt x="32" y="39"/>
                      <a:pt x="31" y="39"/>
                    </a:cubicBezTo>
                    <a:cubicBezTo>
                      <a:pt x="31" y="40"/>
                      <a:pt x="30" y="40"/>
                      <a:pt x="29" y="41"/>
                    </a:cubicBezTo>
                    <a:cubicBezTo>
                      <a:pt x="29" y="41"/>
                      <a:pt x="28" y="43"/>
                      <a:pt x="28" y="43"/>
                    </a:cubicBezTo>
                    <a:cubicBezTo>
                      <a:pt x="27" y="43"/>
                      <a:pt x="25" y="44"/>
                      <a:pt x="25" y="44"/>
                    </a:cubicBezTo>
                    <a:cubicBezTo>
                      <a:pt x="24" y="45"/>
                      <a:pt x="24" y="45"/>
                      <a:pt x="23" y="46"/>
                    </a:cubicBezTo>
                    <a:cubicBezTo>
                      <a:pt x="23" y="46"/>
                      <a:pt x="22" y="47"/>
                      <a:pt x="22" y="47"/>
                    </a:cubicBezTo>
                    <a:cubicBezTo>
                      <a:pt x="22" y="47"/>
                      <a:pt x="21" y="47"/>
                      <a:pt x="21" y="48"/>
                    </a:cubicBezTo>
                    <a:cubicBezTo>
                      <a:pt x="20" y="48"/>
                      <a:pt x="19" y="49"/>
                      <a:pt x="19" y="49"/>
                    </a:cubicBezTo>
                    <a:cubicBezTo>
                      <a:pt x="17" y="50"/>
                      <a:pt x="17" y="50"/>
                      <a:pt x="17" y="50"/>
                    </a:cubicBezTo>
                    <a:cubicBezTo>
                      <a:pt x="16" y="51"/>
                      <a:pt x="16" y="51"/>
                      <a:pt x="14" y="50"/>
                    </a:cubicBezTo>
                    <a:cubicBezTo>
                      <a:pt x="13" y="50"/>
                      <a:pt x="12" y="50"/>
                      <a:pt x="11" y="49"/>
                    </a:cubicBezTo>
                    <a:cubicBezTo>
                      <a:pt x="11" y="49"/>
                      <a:pt x="11" y="48"/>
                      <a:pt x="10" y="48"/>
                    </a:cubicBezTo>
                    <a:cubicBezTo>
                      <a:pt x="9" y="47"/>
                      <a:pt x="9" y="45"/>
                      <a:pt x="10"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0" name="Freeform 10"/>
              <p:cNvSpPr/>
              <p:nvPr/>
            </p:nvSpPr>
            <p:spPr bwMode="auto">
              <a:xfrm>
                <a:off x="5456238" y="2997200"/>
                <a:ext cx="120650" cy="109538"/>
              </a:xfrm>
              <a:custGeom>
                <a:avLst/>
                <a:gdLst>
                  <a:gd name="T0" fmla="*/ 13 w 32"/>
                  <a:gd name="T1" fmla="*/ 29 h 29"/>
                  <a:gd name="T2" fmla="*/ 10 w 32"/>
                  <a:gd name="T3" fmla="*/ 28 h 29"/>
                  <a:gd name="T4" fmla="*/ 4 w 32"/>
                  <a:gd name="T5" fmla="*/ 25 h 29"/>
                  <a:gd name="T6" fmla="*/ 3 w 32"/>
                  <a:gd name="T7" fmla="*/ 23 h 29"/>
                  <a:gd name="T8" fmla="*/ 1 w 32"/>
                  <a:gd name="T9" fmla="*/ 19 h 29"/>
                  <a:gd name="T10" fmla="*/ 1 w 32"/>
                  <a:gd name="T11" fmla="*/ 19 h 29"/>
                  <a:gd name="T12" fmla="*/ 0 w 32"/>
                  <a:gd name="T13" fmla="*/ 12 h 29"/>
                  <a:gd name="T14" fmla="*/ 1 w 32"/>
                  <a:gd name="T15" fmla="*/ 10 h 29"/>
                  <a:gd name="T16" fmla="*/ 1 w 32"/>
                  <a:gd name="T17" fmla="*/ 9 h 29"/>
                  <a:gd name="T18" fmla="*/ 2 w 32"/>
                  <a:gd name="T19" fmla="*/ 6 h 29"/>
                  <a:gd name="T20" fmla="*/ 9 w 32"/>
                  <a:gd name="T21" fmla="*/ 1 h 29"/>
                  <a:gd name="T22" fmla="*/ 10 w 32"/>
                  <a:gd name="T23" fmla="*/ 0 h 29"/>
                  <a:gd name="T24" fmla="*/ 11 w 32"/>
                  <a:gd name="T25" fmla="*/ 0 h 29"/>
                  <a:gd name="T26" fmla="*/ 14 w 32"/>
                  <a:gd name="T27" fmla="*/ 0 h 29"/>
                  <a:gd name="T28" fmla="*/ 15 w 32"/>
                  <a:gd name="T29" fmla="*/ 0 h 29"/>
                  <a:gd name="T30" fmla="*/ 20 w 32"/>
                  <a:gd name="T31" fmla="*/ 2 h 29"/>
                  <a:gd name="T32" fmla="*/ 25 w 32"/>
                  <a:gd name="T33" fmla="*/ 7 h 29"/>
                  <a:gd name="T34" fmla="*/ 27 w 32"/>
                  <a:gd name="T35" fmla="*/ 9 h 29"/>
                  <a:gd name="T36" fmla="*/ 27 w 32"/>
                  <a:gd name="T37" fmla="*/ 9 h 29"/>
                  <a:gd name="T38" fmla="*/ 29 w 32"/>
                  <a:gd name="T39" fmla="*/ 12 h 29"/>
                  <a:gd name="T40" fmla="*/ 30 w 32"/>
                  <a:gd name="T41" fmla="*/ 13 h 29"/>
                  <a:gd name="T42" fmla="*/ 32 w 32"/>
                  <a:gd name="T43" fmla="*/ 17 h 29"/>
                  <a:gd name="T44" fmla="*/ 32 w 32"/>
                  <a:gd name="T45" fmla="*/ 19 h 29"/>
                  <a:gd name="T46" fmla="*/ 29 w 32"/>
                  <a:gd name="T47" fmla="*/ 23 h 29"/>
                  <a:gd name="T48" fmla="*/ 20 w 32"/>
                  <a:gd name="T49" fmla="*/ 28 h 29"/>
                  <a:gd name="T50" fmla="*/ 16 w 32"/>
                  <a:gd name="T51" fmla="*/ 29 h 29"/>
                  <a:gd name="T52" fmla="*/ 13 w 32"/>
                  <a:gd name="T53"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29">
                    <a:moveTo>
                      <a:pt x="13" y="29"/>
                    </a:moveTo>
                    <a:cubicBezTo>
                      <a:pt x="11" y="29"/>
                      <a:pt x="10" y="29"/>
                      <a:pt x="10" y="28"/>
                    </a:cubicBezTo>
                    <a:cubicBezTo>
                      <a:pt x="8" y="27"/>
                      <a:pt x="6" y="26"/>
                      <a:pt x="4" y="25"/>
                    </a:cubicBezTo>
                    <a:cubicBezTo>
                      <a:pt x="4" y="25"/>
                      <a:pt x="3" y="24"/>
                      <a:pt x="3" y="23"/>
                    </a:cubicBezTo>
                    <a:cubicBezTo>
                      <a:pt x="2" y="22"/>
                      <a:pt x="1" y="20"/>
                      <a:pt x="1" y="19"/>
                    </a:cubicBezTo>
                    <a:cubicBezTo>
                      <a:pt x="1" y="19"/>
                      <a:pt x="1" y="19"/>
                      <a:pt x="1" y="19"/>
                    </a:cubicBezTo>
                    <a:cubicBezTo>
                      <a:pt x="1" y="17"/>
                      <a:pt x="0" y="13"/>
                      <a:pt x="0" y="12"/>
                    </a:cubicBezTo>
                    <a:cubicBezTo>
                      <a:pt x="0" y="11"/>
                      <a:pt x="0" y="10"/>
                      <a:pt x="1" y="10"/>
                    </a:cubicBezTo>
                    <a:cubicBezTo>
                      <a:pt x="1" y="10"/>
                      <a:pt x="1" y="9"/>
                      <a:pt x="1" y="9"/>
                    </a:cubicBezTo>
                    <a:cubicBezTo>
                      <a:pt x="1" y="8"/>
                      <a:pt x="2" y="7"/>
                      <a:pt x="2" y="6"/>
                    </a:cubicBezTo>
                    <a:cubicBezTo>
                      <a:pt x="4" y="3"/>
                      <a:pt x="6" y="3"/>
                      <a:pt x="9" y="1"/>
                    </a:cubicBezTo>
                    <a:cubicBezTo>
                      <a:pt x="9" y="1"/>
                      <a:pt x="10" y="0"/>
                      <a:pt x="10" y="0"/>
                    </a:cubicBezTo>
                    <a:cubicBezTo>
                      <a:pt x="10" y="0"/>
                      <a:pt x="10" y="0"/>
                      <a:pt x="11" y="0"/>
                    </a:cubicBezTo>
                    <a:cubicBezTo>
                      <a:pt x="12" y="0"/>
                      <a:pt x="13" y="0"/>
                      <a:pt x="14" y="0"/>
                    </a:cubicBezTo>
                    <a:cubicBezTo>
                      <a:pt x="15" y="0"/>
                      <a:pt x="15" y="0"/>
                      <a:pt x="15" y="0"/>
                    </a:cubicBezTo>
                    <a:cubicBezTo>
                      <a:pt x="17" y="0"/>
                      <a:pt x="18" y="1"/>
                      <a:pt x="20" y="2"/>
                    </a:cubicBezTo>
                    <a:cubicBezTo>
                      <a:pt x="22" y="4"/>
                      <a:pt x="23" y="5"/>
                      <a:pt x="25" y="7"/>
                    </a:cubicBezTo>
                    <a:cubicBezTo>
                      <a:pt x="25" y="7"/>
                      <a:pt x="26" y="8"/>
                      <a:pt x="27" y="9"/>
                    </a:cubicBezTo>
                    <a:cubicBezTo>
                      <a:pt x="27" y="9"/>
                      <a:pt x="27" y="9"/>
                      <a:pt x="27" y="9"/>
                    </a:cubicBezTo>
                    <a:cubicBezTo>
                      <a:pt x="28" y="10"/>
                      <a:pt x="28" y="11"/>
                      <a:pt x="29" y="12"/>
                    </a:cubicBezTo>
                    <a:cubicBezTo>
                      <a:pt x="29" y="13"/>
                      <a:pt x="29" y="13"/>
                      <a:pt x="30" y="13"/>
                    </a:cubicBezTo>
                    <a:cubicBezTo>
                      <a:pt x="30" y="14"/>
                      <a:pt x="31" y="14"/>
                      <a:pt x="32" y="17"/>
                    </a:cubicBezTo>
                    <a:cubicBezTo>
                      <a:pt x="31" y="17"/>
                      <a:pt x="32" y="18"/>
                      <a:pt x="32" y="19"/>
                    </a:cubicBezTo>
                    <a:cubicBezTo>
                      <a:pt x="31" y="19"/>
                      <a:pt x="32" y="22"/>
                      <a:pt x="29" y="23"/>
                    </a:cubicBezTo>
                    <a:cubicBezTo>
                      <a:pt x="26" y="23"/>
                      <a:pt x="22" y="27"/>
                      <a:pt x="20" y="28"/>
                    </a:cubicBezTo>
                    <a:cubicBezTo>
                      <a:pt x="18" y="29"/>
                      <a:pt x="17" y="29"/>
                      <a:pt x="16" y="29"/>
                    </a:cubicBezTo>
                    <a:cubicBezTo>
                      <a:pt x="15" y="29"/>
                      <a:pt x="14" y="29"/>
                      <a:pt x="13"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1" name="Freeform 11"/>
              <p:cNvSpPr/>
              <p:nvPr/>
            </p:nvSpPr>
            <p:spPr bwMode="auto">
              <a:xfrm>
                <a:off x="3522663" y="2879725"/>
                <a:ext cx="282575" cy="101600"/>
              </a:xfrm>
              <a:custGeom>
                <a:avLst/>
                <a:gdLst>
                  <a:gd name="T0" fmla="*/ 44 w 75"/>
                  <a:gd name="T1" fmla="*/ 27 h 27"/>
                  <a:gd name="T2" fmla="*/ 41 w 75"/>
                  <a:gd name="T3" fmla="*/ 27 h 27"/>
                  <a:gd name="T4" fmla="*/ 39 w 75"/>
                  <a:gd name="T5" fmla="*/ 26 h 27"/>
                  <a:gd name="T6" fmla="*/ 36 w 75"/>
                  <a:gd name="T7" fmla="*/ 26 h 27"/>
                  <a:gd name="T8" fmla="*/ 35 w 75"/>
                  <a:gd name="T9" fmla="*/ 25 h 27"/>
                  <a:gd name="T10" fmla="*/ 33 w 75"/>
                  <a:gd name="T11" fmla="*/ 25 h 27"/>
                  <a:gd name="T12" fmla="*/ 30 w 75"/>
                  <a:gd name="T13" fmla="*/ 25 h 27"/>
                  <a:gd name="T14" fmla="*/ 25 w 75"/>
                  <a:gd name="T15" fmla="*/ 26 h 27"/>
                  <a:gd name="T16" fmla="*/ 17 w 75"/>
                  <a:gd name="T17" fmla="*/ 26 h 27"/>
                  <a:gd name="T18" fmla="*/ 15 w 75"/>
                  <a:gd name="T19" fmla="*/ 27 h 27"/>
                  <a:gd name="T20" fmla="*/ 12 w 75"/>
                  <a:gd name="T21" fmla="*/ 26 h 27"/>
                  <a:gd name="T22" fmla="*/ 9 w 75"/>
                  <a:gd name="T23" fmla="*/ 25 h 27"/>
                  <a:gd name="T24" fmla="*/ 5 w 75"/>
                  <a:gd name="T25" fmla="*/ 24 h 27"/>
                  <a:gd name="T26" fmla="*/ 5 w 75"/>
                  <a:gd name="T27" fmla="*/ 24 h 27"/>
                  <a:gd name="T28" fmla="*/ 3 w 75"/>
                  <a:gd name="T29" fmla="*/ 23 h 27"/>
                  <a:gd name="T30" fmla="*/ 1 w 75"/>
                  <a:gd name="T31" fmla="*/ 21 h 27"/>
                  <a:gd name="T32" fmla="*/ 0 w 75"/>
                  <a:gd name="T33" fmla="*/ 18 h 27"/>
                  <a:gd name="T34" fmla="*/ 0 w 75"/>
                  <a:gd name="T35" fmla="*/ 16 h 27"/>
                  <a:gd name="T36" fmla="*/ 1 w 75"/>
                  <a:gd name="T37" fmla="*/ 14 h 27"/>
                  <a:gd name="T38" fmla="*/ 5 w 75"/>
                  <a:gd name="T39" fmla="*/ 10 h 27"/>
                  <a:gd name="T40" fmla="*/ 6 w 75"/>
                  <a:gd name="T41" fmla="*/ 9 h 27"/>
                  <a:gd name="T42" fmla="*/ 6 w 75"/>
                  <a:gd name="T43" fmla="*/ 9 h 27"/>
                  <a:gd name="T44" fmla="*/ 11 w 75"/>
                  <a:gd name="T45" fmla="*/ 7 h 27"/>
                  <a:gd name="T46" fmla="*/ 11 w 75"/>
                  <a:gd name="T47" fmla="*/ 7 h 27"/>
                  <a:gd name="T48" fmla="*/ 14 w 75"/>
                  <a:gd name="T49" fmla="*/ 6 h 27"/>
                  <a:gd name="T50" fmla="*/ 16 w 75"/>
                  <a:gd name="T51" fmla="*/ 5 h 27"/>
                  <a:gd name="T52" fmla="*/ 18 w 75"/>
                  <a:gd name="T53" fmla="*/ 5 h 27"/>
                  <a:gd name="T54" fmla="*/ 21 w 75"/>
                  <a:gd name="T55" fmla="*/ 4 h 27"/>
                  <a:gd name="T56" fmla="*/ 23 w 75"/>
                  <a:gd name="T57" fmla="*/ 4 h 27"/>
                  <a:gd name="T58" fmla="*/ 25 w 75"/>
                  <a:gd name="T59" fmla="*/ 3 h 27"/>
                  <a:gd name="T60" fmla="*/ 26 w 75"/>
                  <a:gd name="T61" fmla="*/ 3 h 27"/>
                  <a:gd name="T62" fmla="*/ 35 w 75"/>
                  <a:gd name="T63" fmla="*/ 3 h 27"/>
                  <a:gd name="T64" fmla="*/ 35 w 75"/>
                  <a:gd name="T65" fmla="*/ 3 h 27"/>
                  <a:gd name="T66" fmla="*/ 44 w 75"/>
                  <a:gd name="T67" fmla="*/ 2 h 27"/>
                  <a:gd name="T68" fmla="*/ 48 w 75"/>
                  <a:gd name="T69" fmla="*/ 1 h 27"/>
                  <a:gd name="T70" fmla="*/ 60 w 75"/>
                  <a:gd name="T71" fmla="*/ 0 h 27"/>
                  <a:gd name="T72" fmla="*/ 62 w 75"/>
                  <a:gd name="T73" fmla="*/ 1 h 27"/>
                  <a:gd name="T74" fmla="*/ 64 w 75"/>
                  <a:gd name="T75" fmla="*/ 1 h 27"/>
                  <a:gd name="T76" fmla="*/ 65 w 75"/>
                  <a:gd name="T77" fmla="*/ 1 h 27"/>
                  <a:gd name="T78" fmla="*/ 66 w 75"/>
                  <a:gd name="T79" fmla="*/ 1 h 27"/>
                  <a:gd name="T80" fmla="*/ 69 w 75"/>
                  <a:gd name="T81" fmla="*/ 2 h 27"/>
                  <a:gd name="T82" fmla="*/ 72 w 75"/>
                  <a:gd name="T83" fmla="*/ 4 h 27"/>
                  <a:gd name="T84" fmla="*/ 74 w 75"/>
                  <a:gd name="T85" fmla="*/ 6 h 27"/>
                  <a:gd name="T86" fmla="*/ 74 w 75"/>
                  <a:gd name="T87" fmla="*/ 9 h 27"/>
                  <a:gd name="T88" fmla="*/ 75 w 75"/>
                  <a:gd name="T89" fmla="*/ 12 h 27"/>
                  <a:gd name="T90" fmla="*/ 74 w 75"/>
                  <a:gd name="T91" fmla="*/ 14 h 27"/>
                  <a:gd name="T92" fmla="*/ 74 w 75"/>
                  <a:gd name="T93" fmla="*/ 15 h 27"/>
                  <a:gd name="T94" fmla="*/ 74 w 75"/>
                  <a:gd name="T95" fmla="*/ 16 h 27"/>
                  <a:gd name="T96" fmla="*/ 73 w 75"/>
                  <a:gd name="T97" fmla="*/ 17 h 27"/>
                  <a:gd name="T98" fmla="*/ 71 w 75"/>
                  <a:gd name="T99" fmla="*/ 19 h 27"/>
                  <a:gd name="T100" fmla="*/ 69 w 75"/>
                  <a:gd name="T101" fmla="*/ 21 h 27"/>
                  <a:gd name="T102" fmla="*/ 63 w 75"/>
                  <a:gd name="T103" fmla="*/ 22 h 27"/>
                  <a:gd name="T104" fmla="*/ 62 w 75"/>
                  <a:gd name="T105" fmla="*/ 23 h 27"/>
                  <a:gd name="T106" fmla="*/ 58 w 75"/>
                  <a:gd name="T107" fmla="*/ 24 h 27"/>
                  <a:gd name="T108" fmla="*/ 55 w 75"/>
                  <a:gd name="T109" fmla="*/ 25 h 27"/>
                  <a:gd name="T110" fmla="*/ 53 w 75"/>
                  <a:gd name="T111" fmla="*/ 26 h 27"/>
                  <a:gd name="T112" fmla="*/ 52 w 75"/>
                  <a:gd name="T113" fmla="*/ 26 h 27"/>
                  <a:gd name="T114" fmla="*/ 47 w 75"/>
                  <a:gd name="T115" fmla="*/ 27 h 27"/>
                  <a:gd name="T116" fmla="*/ 44 w 75"/>
                  <a:gd name="T117"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5" h="27">
                    <a:moveTo>
                      <a:pt x="44" y="27"/>
                    </a:moveTo>
                    <a:cubicBezTo>
                      <a:pt x="43" y="27"/>
                      <a:pt x="42" y="27"/>
                      <a:pt x="41" y="27"/>
                    </a:cubicBezTo>
                    <a:cubicBezTo>
                      <a:pt x="40" y="27"/>
                      <a:pt x="40" y="26"/>
                      <a:pt x="39" y="26"/>
                    </a:cubicBezTo>
                    <a:cubicBezTo>
                      <a:pt x="38" y="26"/>
                      <a:pt x="37" y="26"/>
                      <a:pt x="36" y="26"/>
                    </a:cubicBezTo>
                    <a:cubicBezTo>
                      <a:pt x="36" y="26"/>
                      <a:pt x="35" y="26"/>
                      <a:pt x="35" y="25"/>
                    </a:cubicBezTo>
                    <a:cubicBezTo>
                      <a:pt x="34" y="25"/>
                      <a:pt x="34" y="25"/>
                      <a:pt x="33" y="25"/>
                    </a:cubicBezTo>
                    <a:cubicBezTo>
                      <a:pt x="33" y="25"/>
                      <a:pt x="31" y="25"/>
                      <a:pt x="30" y="25"/>
                    </a:cubicBezTo>
                    <a:cubicBezTo>
                      <a:pt x="28" y="25"/>
                      <a:pt x="27" y="25"/>
                      <a:pt x="25" y="26"/>
                    </a:cubicBezTo>
                    <a:cubicBezTo>
                      <a:pt x="22" y="26"/>
                      <a:pt x="21" y="26"/>
                      <a:pt x="17" y="26"/>
                    </a:cubicBezTo>
                    <a:cubicBezTo>
                      <a:pt x="16" y="27"/>
                      <a:pt x="15" y="27"/>
                      <a:pt x="15" y="27"/>
                    </a:cubicBezTo>
                    <a:cubicBezTo>
                      <a:pt x="14" y="27"/>
                      <a:pt x="13" y="26"/>
                      <a:pt x="12" y="26"/>
                    </a:cubicBezTo>
                    <a:cubicBezTo>
                      <a:pt x="11" y="26"/>
                      <a:pt x="10" y="25"/>
                      <a:pt x="9" y="25"/>
                    </a:cubicBezTo>
                    <a:cubicBezTo>
                      <a:pt x="8" y="25"/>
                      <a:pt x="6" y="25"/>
                      <a:pt x="5" y="24"/>
                    </a:cubicBezTo>
                    <a:cubicBezTo>
                      <a:pt x="5" y="24"/>
                      <a:pt x="5" y="24"/>
                      <a:pt x="5" y="24"/>
                    </a:cubicBezTo>
                    <a:cubicBezTo>
                      <a:pt x="4" y="23"/>
                      <a:pt x="3" y="23"/>
                      <a:pt x="3" y="23"/>
                    </a:cubicBezTo>
                    <a:cubicBezTo>
                      <a:pt x="2" y="21"/>
                      <a:pt x="2" y="22"/>
                      <a:pt x="1" y="21"/>
                    </a:cubicBezTo>
                    <a:cubicBezTo>
                      <a:pt x="1" y="20"/>
                      <a:pt x="0" y="19"/>
                      <a:pt x="0" y="18"/>
                    </a:cubicBezTo>
                    <a:cubicBezTo>
                      <a:pt x="0" y="17"/>
                      <a:pt x="0" y="17"/>
                      <a:pt x="0" y="16"/>
                    </a:cubicBezTo>
                    <a:cubicBezTo>
                      <a:pt x="1" y="15"/>
                      <a:pt x="1" y="14"/>
                      <a:pt x="1" y="14"/>
                    </a:cubicBezTo>
                    <a:cubicBezTo>
                      <a:pt x="2" y="12"/>
                      <a:pt x="4" y="11"/>
                      <a:pt x="5" y="10"/>
                    </a:cubicBezTo>
                    <a:cubicBezTo>
                      <a:pt x="5" y="10"/>
                      <a:pt x="6" y="9"/>
                      <a:pt x="6" y="9"/>
                    </a:cubicBezTo>
                    <a:cubicBezTo>
                      <a:pt x="6" y="9"/>
                      <a:pt x="6" y="9"/>
                      <a:pt x="6" y="9"/>
                    </a:cubicBezTo>
                    <a:cubicBezTo>
                      <a:pt x="8" y="8"/>
                      <a:pt x="9" y="8"/>
                      <a:pt x="11" y="7"/>
                    </a:cubicBezTo>
                    <a:cubicBezTo>
                      <a:pt x="11" y="7"/>
                      <a:pt x="11" y="7"/>
                      <a:pt x="11" y="7"/>
                    </a:cubicBezTo>
                    <a:cubicBezTo>
                      <a:pt x="12" y="7"/>
                      <a:pt x="13" y="6"/>
                      <a:pt x="14" y="6"/>
                    </a:cubicBezTo>
                    <a:cubicBezTo>
                      <a:pt x="14" y="6"/>
                      <a:pt x="15" y="6"/>
                      <a:pt x="16" y="5"/>
                    </a:cubicBezTo>
                    <a:cubicBezTo>
                      <a:pt x="16" y="5"/>
                      <a:pt x="17" y="5"/>
                      <a:pt x="18" y="5"/>
                    </a:cubicBezTo>
                    <a:cubicBezTo>
                      <a:pt x="19" y="5"/>
                      <a:pt x="20" y="4"/>
                      <a:pt x="21" y="4"/>
                    </a:cubicBezTo>
                    <a:cubicBezTo>
                      <a:pt x="22" y="4"/>
                      <a:pt x="23" y="4"/>
                      <a:pt x="23" y="4"/>
                    </a:cubicBezTo>
                    <a:cubicBezTo>
                      <a:pt x="24" y="3"/>
                      <a:pt x="25" y="3"/>
                      <a:pt x="25" y="3"/>
                    </a:cubicBezTo>
                    <a:cubicBezTo>
                      <a:pt x="25" y="3"/>
                      <a:pt x="26" y="3"/>
                      <a:pt x="26" y="3"/>
                    </a:cubicBezTo>
                    <a:cubicBezTo>
                      <a:pt x="29" y="3"/>
                      <a:pt x="32" y="3"/>
                      <a:pt x="35" y="3"/>
                    </a:cubicBezTo>
                    <a:cubicBezTo>
                      <a:pt x="35" y="3"/>
                      <a:pt x="35" y="3"/>
                      <a:pt x="35" y="3"/>
                    </a:cubicBezTo>
                    <a:cubicBezTo>
                      <a:pt x="38" y="2"/>
                      <a:pt x="41" y="2"/>
                      <a:pt x="44" y="2"/>
                    </a:cubicBezTo>
                    <a:cubicBezTo>
                      <a:pt x="45" y="2"/>
                      <a:pt x="46" y="1"/>
                      <a:pt x="48" y="1"/>
                    </a:cubicBezTo>
                    <a:cubicBezTo>
                      <a:pt x="48" y="0"/>
                      <a:pt x="58" y="0"/>
                      <a:pt x="60" y="0"/>
                    </a:cubicBezTo>
                    <a:cubicBezTo>
                      <a:pt x="61" y="0"/>
                      <a:pt x="62" y="0"/>
                      <a:pt x="62" y="1"/>
                    </a:cubicBezTo>
                    <a:cubicBezTo>
                      <a:pt x="63" y="1"/>
                      <a:pt x="64" y="1"/>
                      <a:pt x="64" y="1"/>
                    </a:cubicBezTo>
                    <a:cubicBezTo>
                      <a:pt x="64" y="1"/>
                      <a:pt x="65" y="1"/>
                      <a:pt x="65" y="1"/>
                    </a:cubicBezTo>
                    <a:cubicBezTo>
                      <a:pt x="65" y="1"/>
                      <a:pt x="66" y="1"/>
                      <a:pt x="66" y="1"/>
                    </a:cubicBezTo>
                    <a:cubicBezTo>
                      <a:pt x="67" y="1"/>
                      <a:pt x="68" y="2"/>
                      <a:pt x="69" y="2"/>
                    </a:cubicBezTo>
                    <a:cubicBezTo>
                      <a:pt x="70" y="3"/>
                      <a:pt x="71" y="3"/>
                      <a:pt x="72" y="4"/>
                    </a:cubicBezTo>
                    <a:cubicBezTo>
                      <a:pt x="72" y="5"/>
                      <a:pt x="73" y="5"/>
                      <a:pt x="74" y="6"/>
                    </a:cubicBezTo>
                    <a:cubicBezTo>
                      <a:pt x="74" y="7"/>
                      <a:pt x="74" y="8"/>
                      <a:pt x="74" y="9"/>
                    </a:cubicBezTo>
                    <a:cubicBezTo>
                      <a:pt x="74" y="10"/>
                      <a:pt x="74" y="11"/>
                      <a:pt x="75" y="12"/>
                    </a:cubicBezTo>
                    <a:cubicBezTo>
                      <a:pt x="74" y="13"/>
                      <a:pt x="74" y="13"/>
                      <a:pt x="74" y="14"/>
                    </a:cubicBezTo>
                    <a:cubicBezTo>
                      <a:pt x="74" y="14"/>
                      <a:pt x="74" y="14"/>
                      <a:pt x="74" y="15"/>
                    </a:cubicBezTo>
                    <a:cubicBezTo>
                      <a:pt x="74" y="15"/>
                      <a:pt x="74" y="15"/>
                      <a:pt x="74" y="16"/>
                    </a:cubicBezTo>
                    <a:cubicBezTo>
                      <a:pt x="74" y="16"/>
                      <a:pt x="73" y="17"/>
                      <a:pt x="73" y="17"/>
                    </a:cubicBezTo>
                    <a:cubicBezTo>
                      <a:pt x="73" y="18"/>
                      <a:pt x="72" y="19"/>
                      <a:pt x="71" y="19"/>
                    </a:cubicBezTo>
                    <a:cubicBezTo>
                      <a:pt x="71" y="20"/>
                      <a:pt x="70" y="20"/>
                      <a:pt x="69" y="21"/>
                    </a:cubicBezTo>
                    <a:cubicBezTo>
                      <a:pt x="68" y="21"/>
                      <a:pt x="65" y="22"/>
                      <a:pt x="63" y="22"/>
                    </a:cubicBezTo>
                    <a:cubicBezTo>
                      <a:pt x="63" y="23"/>
                      <a:pt x="62" y="23"/>
                      <a:pt x="62" y="23"/>
                    </a:cubicBezTo>
                    <a:cubicBezTo>
                      <a:pt x="60" y="23"/>
                      <a:pt x="59" y="24"/>
                      <a:pt x="58" y="24"/>
                    </a:cubicBezTo>
                    <a:cubicBezTo>
                      <a:pt x="57" y="24"/>
                      <a:pt x="57" y="25"/>
                      <a:pt x="55" y="25"/>
                    </a:cubicBezTo>
                    <a:cubicBezTo>
                      <a:pt x="54" y="25"/>
                      <a:pt x="54" y="26"/>
                      <a:pt x="53" y="26"/>
                    </a:cubicBezTo>
                    <a:cubicBezTo>
                      <a:pt x="52" y="26"/>
                      <a:pt x="52" y="26"/>
                      <a:pt x="52" y="26"/>
                    </a:cubicBezTo>
                    <a:cubicBezTo>
                      <a:pt x="50" y="26"/>
                      <a:pt x="49" y="27"/>
                      <a:pt x="47" y="27"/>
                    </a:cubicBezTo>
                    <a:cubicBezTo>
                      <a:pt x="46" y="27"/>
                      <a:pt x="45" y="27"/>
                      <a:pt x="44"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2" name="Freeform 12"/>
              <p:cNvSpPr/>
              <p:nvPr/>
            </p:nvSpPr>
            <p:spPr bwMode="auto">
              <a:xfrm>
                <a:off x="5097463" y="3309938"/>
                <a:ext cx="161925" cy="173038"/>
              </a:xfrm>
              <a:custGeom>
                <a:avLst/>
                <a:gdLst>
                  <a:gd name="T0" fmla="*/ 29 w 43"/>
                  <a:gd name="T1" fmla="*/ 46 h 46"/>
                  <a:gd name="T2" fmla="*/ 27 w 43"/>
                  <a:gd name="T3" fmla="*/ 45 h 46"/>
                  <a:gd name="T4" fmla="*/ 26 w 43"/>
                  <a:gd name="T5" fmla="*/ 44 h 46"/>
                  <a:gd name="T6" fmla="*/ 24 w 43"/>
                  <a:gd name="T7" fmla="*/ 40 h 46"/>
                  <a:gd name="T8" fmla="*/ 21 w 43"/>
                  <a:gd name="T9" fmla="*/ 35 h 46"/>
                  <a:gd name="T10" fmla="*/ 19 w 43"/>
                  <a:gd name="T11" fmla="*/ 31 h 46"/>
                  <a:gd name="T12" fmla="*/ 16 w 43"/>
                  <a:gd name="T13" fmla="*/ 26 h 46"/>
                  <a:gd name="T14" fmla="*/ 11 w 43"/>
                  <a:gd name="T15" fmla="*/ 21 h 46"/>
                  <a:gd name="T16" fmla="*/ 9 w 43"/>
                  <a:gd name="T17" fmla="*/ 20 h 46"/>
                  <a:gd name="T18" fmla="*/ 8 w 43"/>
                  <a:gd name="T19" fmla="*/ 18 h 46"/>
                  <a:gd name="T20" fmla="*/ 7 w 43"/>
                  <a:gd name="T21" fmla="*/ 18 h 46"/>
                  <a:gd name="T22" fmla="*/ 5 w 43"/>
                  <a:gd name="T23" fmla="*/ 17 h 46"/>
                  <a:gd name="T24" fmla="*/ 5 w 43"/>
                  <a:gd name="T25" fmla="*/ 16 h 46"/>
                  <a:gd name="T26" fmla="*/ 3 w 43"/>
                  <a:gd name="T27" fmla="*/ 14 h 46"/>
                  <a:gd name="T28" fmla="*/ 3 w 43"/>
                  <a:gd name="T29" fmla="*/ 14 h 46"/>
                  <a:gd name="T30" fmla="*/ 1 w 43"/>
                  <a:gd name="T31" fmla="*/ 12 h 46"/>
                  <a:gd name="T32" fmla="*/ 0 w 43"/>
                  <a:gd name="T33" fmla="*/ 10 h 46"/>
                  <a:gd name="T34" fmla="*/ 0 w 43"/>
                  <a:gd name="T35" fmla="*/ 9 h 46"/>
                  <a:gd name="T36" fmla="*/ 0 w 43"/>
                  <a:gd name="T37" fmla="*/ 6 h 46"/>
                  <a:gd name="T38" fmla="*/ 2 w 43"/>
                  <a:gd name="T39" fmla="*/ 3 h 46"/>
                  <a:gd name="T40" fmla="*/ 3 w 43"/>
                  <a:gd name="T41" fmla="*/ 1 h 46"/>
                  <a:gd name="T42" fmla="*/ 7 w 43"/>
                  <a:gd name="T43" fmla="*/ 0 h 46"/>
                  <a:gd name="T44" fmla="*/ 10 w 43"/>
                  <a:gd name="T45" fmla="*/ 0 h 46"/>
                  <a:gd name="T46" fmla="*/ 13 w 43"/>
                  <a:gd name="T47" fmla="*/ 1 h 46"/>
                  <a:gd name="T48" fmla="*/ 15 w 43"/>
                  <a:gd name="T49" fmla="*/ 2 h 46"/>
                  <a:gd name="T50" fmla="*/ 18 w 43"/>
                  <a:gd name="T51" fmla="*/ 3 h 46"/>
                  <a:gd name="T52" fmla="*/ 21 w 43"/>
                  <a:gd name="T53" fmla="*/ 3 h 46"/>
                  <a:gd name="T54" fmla="*/ 24 w 43"/>
                  <a:gd name="T55" fmla="*/ 4 h 46"/>
                  <a:gd name="T56" fmla="*/ 28 w 43"/>
                  <a:gd name="T57" fmla="*/ 4 h 46"/>
                  <a:gd name="T58" fmla="*/ 31 w 43"/>
                  <a:gd name="T59" fmla="*/ 5 h 46"/>
                  <a:gd name="T60" fmla="*/ 33 w 43"/>
                  <a:gd name="T61" fmla="*/ 7 h 46"/>
                  <a:gd name="T62" fmla="*/ 34 w 43"/>
                  <a:gd name="T63" fmla="*/ 7 h 46"/>
                  <a:gd name="T64" fmla="*/ 37 w 43"/>
                  <a:gd name="T65" fmla="*/ 8 h 46"/>
                  <a:gd name="T66" fmla="*/ 39 w 43"/>
                  <a:gd name="T67" fmla="*/ 9 h 46"/>
                  <a:gd name="T68" fmla="*/ 40 w 43"/>
                  <a:gd name="T69" fmla="*/ 11 h 46"/>
                  <a:gd name="T70" fmla="*/ 42 w 43"/>
                  <a:gd name="T71" fmla="*/ 13 h 46"/>
                  <a:gd name="T72" fmla="*/ 43 w 43"/>
                  <a:gd name="T73" fmla="*/ 16 h 46"/>
                  <a:gd name="T74" fmla="*/ 43 w 43"/>
                  <a:gd name="T75" fmla="*/ 19 h 46"/>
                  <a:gd name="T76" fmla="*/ 43 w 43"/>
                  <a:gd name="T77" fmla="*/ 22 h 46"/>
                  <a:gd name="T78" fmla="*/ 42 w 43"/>
                  <a:gd name="T79" fmla="*/ 25 h 46"/>
                  <a:gd name="T80" fmla="*/ 43 w 43"/>
                  <a:gd name="T81" fmla="*/ 28 h 46"/>
                  <a:gd name="T82" fmla="*/ 43 w 43"/>
                  <a:gd name="T83" fmla="*/ 30 h 46"/>
                  <a:gd name="T84" fmla="*/ 42 w 43"/>
                  <a:gd name="T85" fmla="*/ 35 h 46"/>
                  <a:gd name="T86" fmla="*/ 41 w 43"/>
                  <a:gd name="T87" fmla="*/ 38 h 46"/>
                  <a:gd name="T88" fmla="*/ 39 w 43"/>
                  <a:gd name="T89" fmla="*/ 40 h 46"/>
                  <a:gd name="T90" fmla="*/ 35 w 43"/>
                  <a:gd name="T91" fmla="*/ 45 h 46"/>
                  <a:gd name="T92" fmla="*/ 33 w 43"/>
                  <a:gd name="T93" fmla="*/ 46 h 46"/>
                  <a:gd name="T94" fmla="*/ 31 w 43"/>
                  <a:gd name="T95" fmla="*/ 46 h 46"/>
                  <a:gd name="T96" fmla="*/ 29 w 43"/>
                  <a:gd name="T97"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3" h="46">
                    <a:moveTo>
                      <a:pt x="29" y="46"/>
                    </a:moveTo>
                    <a:cubicBezTo>
                      <a:pt x="28" y="46"/>
                      <a:pt x="29" y="46"/>
                      <a:pt x="27" y="45"/>
                    </a:cubicBezTo>
                    <a:cubicBezTo>
                      <a:pt x="27" y="45"/>
                      <a:pt x="26" y="44"/>
                      <a:pt x="26" y="44"/>
                    </a:cubicBezTo>
                    <a:cubicBezTo>
                      <a:pt x="25" y="43"/>
                      <a:pt x="24" y="41"/>
                      <a:pt x="24" y="40"/>
                    </a:cubicBezTo>
                    <a:cubicBezTo>
                      <a:pt x="23" y="38"/>
                      <a:pt x="22" y="37"/>
                      <a:pt x="21" y="35"/>
                    </a:cubicBezTo>
                    <a:cubicBezTo>
                      <a:pt x="21" y="34"/>
                      <a:pt x="19" y="31"/>
                      <a:pt x="19" y="31"/>
                    </a:cubicBezTo>
                    <a:cubicBezTo>
                      <a:pt x="18" y="29"/>
                      <a:pt x="17" y="27"/>
                      <a:pt x="16" y="26"/>
                    </a:cubicBezTo>
                    <a:cubicBezTo>
                      <a:pt x="14" y="24"/>
                      <a:pt x="13" y="22"/>
                      <a:pt x="11" y="21"/>
                    </a:cubicBezTo>
                    <a:cubicBezTo>
                      <a:pt x="10" y="20"/>
                      <a:pt x="10" y="20"/>
                      <a:pt x="9" y="20"/>
                    </a:cubicBezTo>
                    <a:cubicBezTo>
                      <a:pt x="9" y="19"/>
                      <a:pt x="8" y="19"/>
                      <a:pt x="8" y="18"/>
                    </a:cubicBezTo>
                    <a:cubicBezTo>
                      <a:pt x="7" y="18"/>
                      <a:pt x="7" y="18"/>
                      <a:pt x="7" y="18"/>
                    </a:cubicBezTo>
                    <a:cubicBezTo>
                      <a:pt x="6" y="17"/>
                      <a:pt x="5" y="17"/>
                      <a:pt x="5" y="17"/>
                    </a:cubicBezTo>
                    <a:cubicBezTo>
                      <a:pt x="5" y="16"/>
                      <a:pt x="5" y="16"/>
                      <a:pt x="5" y="16"/>
                    </a:cubicBezTo>
                    <a:cubicBezTo>
                      <a:pt x="5" y="16"/>
                      <a:pt x="3" y="15"/>
                      <a:pt x="3" y="14"/>
                    </a:cubicBezTo>
                    <a:cubicBezTo>
                      <a:pt x="3" y="14"/>
                      <a:pt x="3" y="14"/>
                      <a:pt x="3" y="14"/>
                    </a:cubicBezTo>
                    <a:cubicBezTo>
                      <a:pt x="2" y="13"/>
                      <a:pt x="1" y="13"/>
                      <a:pt x="1" y="12"/>
                    </a:cubicBezTo>
                    <a:cubicBezTo>
                      <a:pt x="0" y="11"/>
                      <a:pt x="1" y="11"/>
                      <a:pt x="0" y="10"/>
                    </a:cubicBezTo>
                    <a:cubicBezTo>
                      <a:pt x="0" y="10"/>
                      <a:pt x="0" y="9"/>
                      <a:pt x="0" y="9"/>
                    </a:cubicBezTo>
                    <a:cubicBezTo>
                      <a:pt x="0" y="8"/>
                      <a:pt x="0" y="7"/>
                      <a:pt x="0" y="6"/>
                    </a:cubicBezTo>
                    <a:cubicBezTo>
                      <a:pt x="0" y="6"/>
                      <a:pt x="1" y="4"/>
                      <a:pt x="2" y="3"/>
                    </a:cubicBezTo>
                    <a:cubicBezTo>
                      <a:pt x="2" y="2"/>
                      <a:pt x="2" y="2"/>
                      <a:pt x="3" y="1"/>
                    </a:cubicBezTo>
                    <a:cubicBezTo>
                      <a:pt x="3" y="1"/>
                      <a:pt x="5" y="0"/>
                      <a:pt x="7" y="0"/>
                    </a:cubicBezTo>
                    <a:cubicBezTo>
                      <a:pt x="8" y="0"/>
                      <a:pt x="9" y="0"/>
                      <a:pt x="10" y="0"/>
                    </a:cubicBezTo>
                    <a:cubicBezTo>
                      <a:pt x="11" y="0"/>
                      <a:pt x="12" y="1"/>
                      <a:pt x="13" y="1"/>
                    </a:cubicBezTo>
                    <a:cubicBezTo>
                      <a:pt x="14" y="1"/>
                      <a:pt x="14" y="1"/>
                      <a:pt x="15" y="2"/>
                    </a:cubicBezTo>
                    <a:cubicBezTo>
                      <a:pt x="16" y="2"/>
                      <a:pt x="18" y="3"/>
                      <a:pt x="18" y="3"/>
                    </a:cubicBezTo>
                    <a:cubicBezTo>
                      <a:pt x="19" y="3"/>
                      <a:pt x="20" y="3"/>
                      <a:pt x="21" y="3"/>
                    </a:cubicBezTo>
                    <a:cubicBezTo>
                      <a:pt x="22" y="3"/>
                      <a:pt x="23" y="3"/>
                      <a:pt x="24" y="4"/>
                    </a:cubicBezTo>
                    <a:cubicBezTo>
                      <a:pt x="26" y="4"/>
                      <a:pt x="26" y="4"/>
                      <a:pt x="28" y="4"/>
                    </a:cubicBezTo>
                    <a:cubicBezTo>
                      <a:pt x="28" y="4"/>
                      <a:pt x="30" y="5"/>
                      <a:pt x="31" y="5"/>
                    </a:cubicBezTo>
                    <a:cubicBezTo>
                      <a:pt x="32" y="6"/>
                      <a:pt x="33" y="6"/>
                      <a:pt x="33" y="7"/>
                    </a:cubicBezTo>
                    <a:cubicBezTo>
                      <a:pt x="34" y="7"/>
                      <a:pt x="34" y="7"/>
                      <a:pt x="34" y="7"/>
                    </a:cubicBezTo>
                    <a:cubicBezTo>
                      <a:pt x="35" y="7"/>
                      <a:pt x="36" y="8"/>
                      <a:pt x="37" y="8"/>
                    </a:cubicBezTo>
                    <a:cubicBezTo>
                      <a:pt x="37" y="9"/>
                      <a:pt x="38" y="9"/>
                      <a:pt x="39" y="9"/>
                    </a:cubicBezTo>
                    <a:cubicBezTo>
                      <a:pt x="40" y="10"/>
                      <a:pt x="39" y="10"/>
                      <a:pt x="40" y="11"/>
                    </a:cubicBezTo>
                    <a:cubicBezTo>
                      <a:pt x="42" y="11"/>
                      <a:pt x="42" y="12"/>
                      <a:pt x="42" y="13"/>
                    </a:cubicBezTo>
                    <a:cubicBezTo>
                      <a:pt x="43" y="14"/>
                      <a:pt x="43" y="15"/>
                      <a:pt x="43" y="16"/>
                    </a:cubicBezTo>
                    <a:cubicBezTo>
                      <a:pt x="43" y="17"/>
                      <a:pt x="43" y="18"/>
                      <a:pt x="43" y="19"/>
                    </a:cubicBezTo>
                    <a:cubicBezTo>
                      <a:pt x="43" y="19"/>
                      <a:pt x="43" y="21"/>
                      <a:pt x="43" y="22"/>
                    </a:cubicBezTo>
                    <a:cubicBezTo>
                      <a:pt x="42" y="23"/>
                      <a:pt x="43" y="24"/>
                      <a:pt x="42" y="25"/>
                    </a:cubicBezTo>
                    <a:cubicBezTo>
                      <a:pt x="42" y="26"/>
                      <a:pt x="42" y="28"/>
                      <a:pt x="43" y="28"/>
                    </a:cubicBezTo>
                    <a:cubicBezTo>
                      <a:pt x="43" y="28"/>
                      <a:pt x="43" y="30"/>
                      <a:pt x="43" y="30"/>
                    </a:cubicBezTo>
                    <a:cubicBezTo>
                      <a:pt x="43" y="32"/>
                      <a:pt x="42" y="34"/>
                      <a:pt x="42" y="35"/>
                    </a:cubicBezTo>
                    <a:cubicBezTo>
                      <a:pt x="42" y="37"/>
                      <a:pt x="41" y="37"/>
                      <a:pt x="41" y="38"/>
                    </a:cubicBezTo>
                    <a:cubicBezTo>
                      <a:pt x="40" y="38"/>
                      <a:pt x="41" y="38"/>
                      <a:pt x="39" y="40"/>
                    </a:cubicBezTo>
                    <a:cubicBezTo>
                      <a:pt x="39" y="40"/>
                      <a:pt x="36" y="44"/>
                      <a:pt x="35" y="45"/>
                    </a:cubicBezTo>
                    <a:cubicBezTo>
                      <a:pt x="35" y="45"/>
                      <a:pt x="33" y="46"/>
                      <a:pt x="33" y="46"/>
                    </a:cubicBezTo>
                    <a:cubicBezTo>
                      <a:pt x="33" y="46"/>
                      <a:pt x="32" y="46"/>
                      <a:pt x="31" y="46"/>
                    </a:cubicBezTo>
                    <a:cubicBezTo>
                      <a:pt x="31" y="46"/>
                      <a:pt x="30" y="46"/>
                      <a:pt x="29"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3" name="Freeform 13"/>
              <p:cNvSpPr/>
              <p:nvPr/>
            </p:nvSpPr>
            <p:spPr bwMode="auto">
              <a:xfrm>
                <a:off x="4908551" y="3041650"/>
                <a:ext cx="325438" cy="395288"/>
              </a:xfrm>
              <a:custGeom>
                <a:avLst/>
                <a:gdLst>
                  <a:gd name="T0" fmla="*/ 6 w 86"/>
                  <a:gd name="T1" fmla="*/ 104 h 105"/>
                  <a:gd name="T2" fmla="*/ 2 w 86"/>
                  <a:gd name="T3" fmla="*/ 99 h 105"/>
                  <a:gd name="T4" fmla="*/ 2 w 86"/>
                  <a:gd name="T5" fmla="*/ 88 h 105"/>
                  <a:gd name="T6" fmla="*/ 8 w 86"/>
                  <a:gd name="T7" fmla="*/ 78 h 105"/>
                  <a:gd name="T8" fmla="*/ 15 w 86"/>
                  <a:gd name="T9" fmla="*/ 65 h 105"/>
                  <a:gd name="T10" fmla="*/ 16 w 86"/>
                  <a:gd name="T11" fmla="*/ 59 h 105"/>
                  <a:gd name="T12" fmla="*/ 13 w 86"/>
                  <a:gd name="T13" fmla="*/ 58 h 105"/>
                  <a:gd name="T14" fmla="*/ 7 w 86"/>
                  <a:gd name="T15" fmla="*/ 55 h 105"/>
                  <a:gd name="T16" fmla="*/ 3 w 86"/>
                  <a:gd name="T17" fmla="*/ 49 h 105"/>
                  <a:gd name="T18" fmla="*/ 4 w 86"/>
                  <a:gd name="T19" fmla="*/ 39 h 105"/>
                  <a:gd name="T20" fmla="*/ 9 w 86"/>
                  <a:gd name="T21" fmla="*/ 35 h 105"/>
                  <a:gd name="T22" fmla="*/ 13 w 86"/>
                  <a:gd name="T23" fmla="*/ 33 h 105"/>
                  <a:gd name="T24" fmla="*/ 26 w 86"/>
                  <a:gd name="T25" fmla="*/ 32 h 105"/>
                  <a:gd name="T26" fmla="*/ 28 w 86"/>
                  <a:gd name="T27" fmla="*/ 28 h 105"/>
                  <a:gd name="T28" fmla="*/ 27 w 86"/>
                  <a:gd name="T29" fmla="*/ 25 h 105"/>
                  <a:gd name="T30" fmla="*/ 24 w 86"/>
                  <a:gd name="T31" fmla="*/ 19 h 105"/>
                  <a:gd name="T32" fmla="*/ 28 w 86"/>
                  <a:gd name="T33" fmla="*/ 6 h 105"/>
                  <a:gd name="T34" fmla="*/ 32 w 86"/>
                  <a:gd name="T35" fmla="*/ 1 h 105"/>
                  <a:gd name="T36" fmla="*/ 40 w 86"/>
                  <a:gd name="T37" fmla="*/ 0 h 105"/>
                  <a:gd name="T38" fmla="*/ 44 w 86"/>
                  <a:gd name="T39" fmla="*/ 2 h 105"/>
                  <a:gd name="T40" fmla="*/ 51 w 86"/>
                  <a:gd name="T41" fmla="*/ 12 h 105"/>
                  <a:gd name="T42" fmla="*/ 52 w 86"/>
                  <a:gd name="T43" fmla="*/ 22 h 105"/>
                  <a:gd name="T44" fmla="*/ 55 w 86"/>
                  <a:gd name="T45" fmla="*/ 26 h 105"/>
                  <a:gd name="T46" fmla="*/ 58 w 86"/>
                  <a:gd name="T47" fmla="*/ 25 h 105"/>
                  <a:gd name="T48" fmla="*/ 61 w 86"/>
                  <a:gd name="T49" fmla="*/ 22 h 105"/>
                  <a:gd name="T50" fmla="*/ 64 w 86"/>
                  <a:gd name="T51" fmla="*/ 20 h 105"/>
                  <a:gd name="T52" fmla="*/ 67 w 86"/>
                  <a:gd name="T53" fmla="*/ 19 h 105"/>
                  <a:gd name="T54" fmla="*/ 71 w 86"/>
                  <a:gd name="T55" fmla="*/ 20 h 105"/>
                  <a:gd name="T56" fmla="*/ 74 w 86"/>
                  <a:gd name="T57" fmla="*/ 22 h 105"/>
                  <a:gd name="T58" fmla="*/ 76 w 86"/>
                  <a:gd name="T59" fmla="*/ 24 h 105"/>
                  <a:gd name="T60" fmla="*/ 78 w 86"/>
                  <a:gd name="T61" fmla="*/ 26 h 105"/>
                  <a:gd name="T62" fmla="*/ 82 w 86"/>
                  <a:gd name="T63" fmla="*/ 28 h 105"/>
                  <a:gd name="T64" fmla="*/ 86 w 86"/>
                  <a:gd name="T65" fmla="*/ 33 h 105"/>
                  <a:gd name="T66" fmla="*/ 85 w 86"/>
                  <a:gd name="T67" fmla="*/ 35 h 105"/>
                  <a:gd name="T68" fmla="*/ 85 w 86"/>
                  <a:gd name="T69" fmla="*/ 37 h 105"/>
                  <a:gd name="T70" fmla="*/ 85 w 86"/>
                  <a:gd name="T71" fmla="*/ 38 h 105"/>
                  <a:gd name="T72" fmla="*/ 84 w 86"/>
                  <a:gd name="T73" fmla="*/ 39 h 105"/>
                  <a:gd name="T74" fmla="*/ 80 w 86"/>
                  <a:gd name="T75" fmla="*/ 41 h 105"/>
                  <a:gd name="T76" fmla="*/ 78 w 86"/>
                  <a:gd name="T77" fmla="*/ 43 h 105"/>
                  <a:gd name="T78" fmla="*/ 76 w 86"/>
                  <a:gd name="T79" fmla="*/ 44 h 105"/>
                  <a:gd name="T80" fmla="*/ 70 w 86"/>
                  <a:gd name="T81" fmla="*/ 47 h 105"/>
                  <a:gd name="T82" fmla="*/ 66 w 86"/>
                  <a:gd name="T83" fmla="*/ 49 h 105"/>
                  <a:gd name="T84" fmla="*/ 51 w 86"/>
                  <a:gd name="T85" fmla="*/ 54 h 105"/>
                  <a:gd name="T86" fmla="*/ 46 w 86"/>
                  <a:gd name="T87" fmla="*/ 56 h 105"/>
                  <a:gd name="T88" fmla="*/ 41 w 86"/>
                  <a:gd name="T89" fmla="*/ 59 h 105"/>
                  <a:gd name="T90" fmla="*/ 37 w 86"/>
                  <a:gd name="T91" fmla="*/ 64 h 105"/>
                  <a:gd name="T92" fmla="*/ 36 w 86"/>
                  <a:gd name="T93" fmla="*/ 67 h 105"/>
                  <a:gd name="T94" fmla="*/ 35 w 86"/>
                  <a:gd name="T95" fmla="*/ 68 h 105"/>
                  <a:gd name="T96" fmla="*/ 32 w 86"/>
                  <a:gd name="T97" fmla="*/ 72 h 105"/>
                  <a:gd name="T98" fmla="*/ 29 w 86"/>
                  <a:gd name="T99" fmla="*/ 79 h 105"/>
                  <a:gd name="T100" fmla="*/ 25 w 86"/>
                  <a:gd name="T101" fmla="*/ 88 h 105"/>
                  <a:gd name="T102" fmla="*/ 19 w 86"/>
                  <a:gd name="T103" fmla="*/ 100 h 105"/>
                  <a:gd name="T104" fmla="*/ 12 w 86"/>
                  <a:gd name="T105" fmla="*/ 104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105">
                    <a:moveTo>
                      <a:pt x="9" y="105"/>
                    </a:moveTo>
                    <a:cubicBezTo>
                      <a:pt x="8" y="105"/>
                      <a:pt x="6" y="104"/>
                      <a:pt x="6" y="104"/>
                    </a:cubicBezTo>
                    <a:cubicBezTo>
                      <a:pt x="5" y="103"/>
                      <a:pt x="4" y="102"/>
                      <a:pt x="4" y="102"/>
                    </a:cubicBezTo>
                    <a:cubicBezTo>
                      <a:pt x="3" y="100"/>
                      <a:pt x="2" y="100"/>
                      <a:pt x="2" y="99"/>
                    </a:cubicBezTo>
                    <a:cubicBezTo>
                      <a:pt x="1" y="98"/>
                      <a:pt x="0" y="96"/>
                      <a:pt x="0" y="96"/>
                    </a:cubicBezTo>
                    <a:cubicBezTo>
                      <a:pt x="0" y="92"/>
                      <a:pt x="1" y="90"/>
                      <a:pt x="2" y="88"/>
                    </a:cubicBezTo>
                    <a:cubicBezTo>
                      <a:pt x="3" y="86"/>
                      <a:pt x="4" y="84"/>
                      <a:pt x="6" y="83"/>
                    </a:cubicBezTo>
                    <a:cubicBezTo>
                      <a:pt x="6" y="81"/>
                      <a:pt x="7" y="79"/>
                      <a:pt x="8" y="78"/>
                    </a:cubicBezTo>
                    <a:cubicBezTo>
                      <a:pt x="8" y="77"/>
                      <a:pt x="8" y="77"/>
                      <a:pt x="9" y="77"/>
                    </a:cubicBezTo>
                    <a:cubicBezTo>
                      <a:pt x="9" y="72"/>
                      <a:pt x="13" y="69"/>
                      <a:pt x="15" y="65"/>
                    </a:cubicBezTo>
                    <a:cubicBezTo>
                      <a:pt x="16" y="63"/>
                      <a:pt x="17" y="62"/>
                      <a:pt x="17" y="60"/>
                    </a:cubicBezTo>
                    <a:cubicBezTo>
                      <a:pt x="17" y="60"/>
                      <a:pt x="16" y="59"/>
                      <a:pt x="16" y="59"/>
                    </a:cubicBezTo>
                    <a:cubicBezTo>
                      <a:pt x="16" y="59"/>
                      <a:pt x="15" y="59"/>
                      <a:pt x="15" y="58"/>
                    </a:cubicBezTo>
                    <a:cubicBezTo>
                      <a:pt x="14" y="58"/>
                      <a:pt x="14" y="58"/>
                      <a:pt x="13" y="58"/>
                    </a:cubicBezTo>
                    <a:cubicBezTo>
                      <a:pt x="13" y="57"/>
                      <a:pt x="12" y="57"/>
                      <a:pt x="12" y="57"/>
                    </a:cubicBezTo>
                    <a:cubicBezTo>
                      <a:pt x="10" y="56"/>
                      <a:pt x="9" y="55"/>
                      <a:pt x="7" y="55"/>
                    </a:cubicBezTo>
                    <a:cubicBezTo>
                      <a:pt x="5" y="53"/>
                      <a:pt x="3" y="51"/>
                      <a:pt x="3" y="50"/>
                    </a:cubicBezTo>
                    <a:cubicBezTo>
                      <a:pt x="3" y="50"/>
                      <a:pt x="3" y="49"/>
                      <a:pt x="3" y="49"/>
                    </a:cubicBezTo>
                    <a:cubicBezTo>
                      <a:pt x="3" y="46"/>
                      <a:pt x="3" y="43"/>
                      <a:pt x="4" y="41"/>
                    </a:cubicBezTo>
                    <a:cubicBezTo>
                      <a:pt x="4" y="40"/>
                      <a:pt x="4" y="39"/>
                      <a:pt x="4" y="39"/>
                    </a:cubicBezTo>
                    <a:cubicBezTo>
                      <a:pt x="5" y="38"/>
                      <a:pt x="5" y="37"/>
                      <a:pt x="6" y="36"/>
                    </a:cubicBezTo>
                    <a:cubicBezTo>
                      <a:pt x="7" y="36"/>
                      <a:pt x="7" y="35"/>
                      <a:pt x="9" y="35"/>
                    </a:cubicBezTo>
                    <a:cubicBezTo>
                      <a:pt x="9" y="34"/>
                      <a:pt x="10" y="34"/>
                      <a:pt x="12" y="34"/>
                    </a:cubicBezTo>
                    <a:cubicBezTo>
                      <a:pt x="12" y="34"/>
                      <a:pt x="12" y="33"/>
                      <a:pt x="13" y="33"/>
                    </a:cubicBezTo>
                    <a:cubicBezTo>
                      <a:pt x="13" y="33"/>
                      <a:pt x="14" y="33"/>
                      <a:pt x="14" y="33"/>
                    </a:cubicBezTo>
                    <a:cubicBezTo>
                      <a:pt x="15" y="32"/>
                      <a:pt x="24" y="32"/>
                      <a:pt x="26" y="32"/>
                    </a:cubicBezTo>
                    <a:cubicBezTo>
                      <a:pt x="26" y="32"/>
                      <a:pt x="27" y="32"/>
                      <a:pt x="27" y="31"/>
                    </a:cubicBezTo>
                    <a:cubicBezTo>
                      <a:pt x="27" y="30"/>
                      <a:pt x="27" y="29"/>
                      <a:pt x="28" y="28"/>
                    </a:cubicBezTo>
                    <a:cubicBezTo>
                      <a:pt x="27" y="28"/>
                      <a:pt x="27" y="28"/>
                      <a:pt x="27" y="28"/>
                    </a:cubicBezTo>
                    <a:cubicBezTo>
                      <a:pt x="27" y="27"/>
                      <a:pt x="27" y="26"/>
                      <a:pt x="27" y="25"/>
                    </a:cubicBezTo>
                    <a:cubicBezTo>
                      <a:pt x="27" y="24"/>
                      <a:pt x="27" y="23"/>
                      <a:pt x="27" y="22"/>
                    </a:cubicBezTo>
                    <a:cubicBezTo>
                      <a:pt x="25" y="21"/>
                      <a:pt x="25" y="19"/>
                      <a:pt x="24" y="19"/>
                    </a:cubicBezTo>
                    <a:cubicBezTo>
                      <a:pt x="24" y="17"/>
                      <a:pt x="24" y="16"/>
                      <a:pt x="24" y="14"/>
                    </a:cubicBezTo>
                    <a:cubicBezTo>
                      <a:pt x="25" y="10"/>
                      <a:pt x="26" y="8"/>
                      <a:pt x="28" y="6"/>
                    </a:cubicBezTo>
                    <a:cubicBezTo>
                      <a:pt x="28" y="5"/>
                      <a:pt x="29" y="4"/>
                      <a:pt x="30" y="3"/>
                    </a:cubicBezTo>
                    <a:cubicBezTo>
                      <a:pt x="30" y="3"/>
                      <a:pt x="31" y="2"/>
                      <a:pt x="32" y="1"/>
                    </a:cubicBezTo>
                    <a:cubicBezTo>
                      <a:pt x="32" y="1"/>
                      <a:pt x="33" y="0"/>
                      <a:pt x="35" y="0"/>
                    </a:cubicBezTo>
                    <a:cubicBezTo>
                      <a:pt x="36" y="0"/>
                      <a:pt x="38" y="0"/>
                      <a:pt x="40" y="0"/>
                    </a:cubicBezTo>
                    <a:cubicBezTo>
                      <a:pt x="40" y="0"/>
                      <a:pt x="41" y="1"/>
                      <a:pt x="42" y="1"/>
                    </a:cubicBezTo>
                    <a:cubicBezTo>
                      <a:pt x="42" y="1"/>
                      <a:pt x="43" y="2"/>
                      <a:pt x="44" y="2"/>
                    </a:cubicBezTo>
                    <a:cubicBezTo>
                      <a:pt x="44" y="2"/>
                      <a:pt x="46" y="5"/>
                      <a:pt x="46" y="5"/>
                    </a:cubicBezTo>
                    <a:cubicBezTo>
                      <a:pt x="48" y="7"/>
                      <a:pt x="49" y="8"/>
                      <a:pt x="51" y="12"/>
                    </a:cubicBezTo>
                    <a:cubicBezTo>
                      <a:pt x="51" y="13"/>
                      <a:pt x="51" y="14"/>
                      <a:pt x="52" y="15"/>
                    </a:cubicBezTo>
                    <a:cubicBezTo>
                      <a:pt x="52" y="17"/>
                      <a:pt x="52" y="20"/>
                      <a:pt x="52" y="22"/>
                    </a:cubicBezTo>
                    <a:cubicBezTo>
                      <a:pt x="52" y="23"/>
                      <a:pt x="52" y="25"/>
                      <a:pt x="52" y="27"/>
                    </a:cubicBezTo>
                    <a:cubicBezTo>
                      <a:pt x="53" y="27"/>
                      <a:pt x="53" y="26"/>
                      <a:pt x="55" y="26"/>
                    </a:cubicBezTo>
                    <a:cubicBezTo>
                      <a:pt x="55" y="26"/>
                      <a:pt x="55" y="25"/>
                      <a:pt x="56" y="25"/>
                    </a:cubicBezTo>
                    <a:cubicBezTo>
                      <a:pt x="57" y="25"/>
                      <a:pt x="57" y="25"/>
                      <a:pt x="58" y="25"/>
                    </a:cubicBezTo>
                    <a:cubicBezTo>
                      <a:pt x="58" y="24"/>
                      <a:pt x="59" y="24"/>
                      <a:pt x="59" y="24"/>
                    </a:cubicBezTo>
                    <a:cubicBezTo>
                      <a:pt x="60" y="24"/>
                      <a:pt x="60" y="23"/>
                      <a:pt x="61" y="22"/>
                    </a:cubicBezTo>
                    <a:cubicBezTo>
                      <a:pt x="62" y="22"/>
                      <a:pt x="63" y="21"/>
                      <a:pt x="63" y="21"/>
                    </a:cubicBezTo>
                    <a:cubicBezTo>
                      <a:pt x="63" y="21"/>
                      <a:pt x="64" y="21"/>
                      <a:pt x="64" y="20"/>
                    </a:cubicBezTo>
                    <a:cubicBezTo>
                      <a:pt x="65" y="20"/>
                      <a:pt x="65" y="20"/>
                      <a:pt x="65" y="20"/>
                    </a:cubicBezTo>
                    <a:cubicBezTo>
                      <a:pt x="66" y="20"/>
                      <a:pt x="65" y="19"/>
                      <a:pt x="67" y="19"/>
                    </a:cubicBezTo>
                    <a:cubicBezTo>
                      <a:pt x="68" y="19"/>
                      <a:pt x="69" y="19"/>
                      <a:pt x="70" y="19"/>
                    </a:cubicBezTo>
                    <a:cubicBezTo>
                      <a:pt x="70" y="19"/>
                      <a:pt x="71" y="19"/>
                      <a:pt x="71" y="20"/>
                    </a:cubicBezTo>
                    <a:cubicBezTo>
                      <a:pt x="72" y="20"/>
                      <a:pt x="72" y="20"/>
                      <a:pt x="73" y="20"/>
                    </a:cubicBezTo>
                    <a:cubicBezTo>
                      <a:pt x="73" y="21"/>
                      <a:pt x="73" y="21"/>
                      <a:pt x="74" y="22"/>
                    </a:cubicBezTo>
                    <a:cubicBezTo>
                      <a:pt x="74" y="22"/>
                      <a:pt x="75" y="23"/>
                      <a:pt x="75" y="23"/>
                    </a:cubicBezTo>
                    <a:cubicBezTo>
                      <a:pt x="76" y="24"/>
                      <a:pt x="76" y="24"/>
                      <a:pt x="76" y="24"/>
                    </a:cubicBezTo>
                    <a:cubicBezTo>
                      <a:pt x="76" y="25"/>
                      <a:pt x="76" y="25"/>
                      <a:pt x="77" y="25"/>
                    </a:cubicBezTo>
                    <a:cubicBezTo>
                      <a:pt x="77" y="26"/>
                      <a:pt x="77" y="26"/>
                      <a:pt x="78" y="26"/>
                    </a:cubicBezTo>
                    <a:cubicBezTo>
                      <a:pt x="78" y="26"/>
                      <a:pt x="79" y="27"/>
                      <a:pt x="79" y="27"/>
                    </a:cubicBezTo>
                    <a:cubicBezTo>
                      <a:pt x="80" y="27"/>
                      <a:pt x="81" y="28"/>
                      <a:pt x="82" y="28"/>
                    </a:cubicBezTo>
                    <a:cubicBezTo>
                      <a:pt x="82" y="29"/>
                      <a:pt x="83" y="29"/>
                      <a:pt x="84" y="30"/>
                    </a:cubicBezTo>
                    <a:cubicBezTo>
                      <a:pt x="85" y="31"/>
                      <a:pt x="85" y="32"/>
                      <a:pt x="86" y="33"/>
                    </a:cubicBezTo>
                    <a:cubicBezTo>
                      <a:pt x="86" y="33"/>
                      <a:pt x="86" y="33"/>
                      <a:pt x="86" y="34"/>
                    </a:cubicBezTo>
                    <a:cubicBezTo>
                      <a:pt x="85" y="34"/>
                      <a:pt x="86" y="34"/>
                      <a:pt x="85" y="35"/>
                    </a:cubicBezTo>
                    <a:cubicBezTo>
                      <a:pt x="85" y="35"/>
                      <a:pt x="85" y="36"/>
                      <a:pt x="85" y="36"/>
                    </a:cubicBezTo>
                    <a:cubicBezTo>
                      <a:pt x="85" y="36"/>
                      <a:pt x="85" y="36"/>
                      <a:pt x="85" y="37"/>
                    </a:cubicBezTo>
                    <a:cubicBezTo>
                      <a:pt x="85" y="37"/>
                      <a:pt x="85" y="37"/>
                      <a:pt x="85" y="37"/>
                    </a:cubicBezTo>
                    <a:cubicBezTo>
                      <a:pt x="85" y="38"/>
                      <a:pt x="85" y="38"/>
                      <a:pt x="85" y="38"/>
                    </a:cubicBezTo>
                    <a:cubicBezTo>
                      <a:pt x="84" y="38"/>
                      <a:pt x="84" y="38"/>
                      <a:pt x="84" y="39"/>
                    </a:cubicBezTo>
                    <a:cubicBezTo>
                      <a:pt x="84" y="39"/>
                      <a:pt x="84" y="39"/>
                      <a:pt x="84" y="39"/>
                    </a:cubicBezTo>
                    <a:cubicBezTo>
                      <a:pt x="83" y="40"/>
                      <a:pt x="83" y="40"/>
                      <a:pt x="82" y="40"/>
                    </a:cubicBezTo>
                    <a:cubicBezTo>
                      <a:pt x="81" y="41"/>
                      <a:pt x="81" y="41"/>
                      <a:pt x="80" y="41"/>
                    </a:cubicBezTo>
                    <a:cubicBezTo>
                      <a:pt x="80" y="41"/>
                      <a:pt x="80" y="42"/>
                      <a:pt x="80" y="42"/>
                    </a:cubicBezTo>
                    <a:cubicBezTo>
                      <a:pt x="79" y="42"/>
                      <a:pt x="79" y="43"/>
                      <a:pt x="78" y="43"/>
                    </a:cubicBezTo>
                    <a:cubicBezTo>
                      <a:pt x="78" y="43"/>
                      <a:pt x="77" y="43"/>
                      <a:pt x="77" y="43"/>
                    </a:cubicBezTo>
                    <a:cubicBezTo>
                      <a:pt x="77" y="43"/>
                      <a:pt x="76" y="44"/>
                      <a:pt x="76" y="44"/>
                    </a:cubicBezTo>
                    <a:cubicBezTo>
                      <a:pt x="75" y="45"/>
                      <a:pt x="74" y="45"/>
                      <a:pt x="73" y="46"/>
                    </a:cubicBezTo>
                    <a:cubicBezTo>
                      <a:pt x="71" y="46"/>
                      <a:pt x="71" y="46"/>
                      <a:pt x="70" y="47"/>
                    </a:cubicBezTo>
                    <a:cubicBezTo>
                      <a:pt x="69" y="47"/>
                      <a:pt x="69" y="47"/>
                      <a:pt x="69" y="48"/>
                    </a:cubicBezTo>
                    <a:cubicBezTo>
                      <a:pt x="68" y="48"/>
                      <a:pt x="66" y="48"/>
                      <a:pt x="66" y="49"/>
                    </a:cubicBezTo>
                    <a:cubicBezTo>
                      <a:pt x="64" y="50"/>
                      <a:pt x="61" y="51"/>
                      <a:pt x="58" y="52"/>
                    </a:cubicBezTo>
                    <a:cubicBezTo>
                      <a:pt x="56" y="53"/>
                      <a:pt x="53" y="53"/>
                      <a:pt x="51" y="54"/>
                    </a:cubicBezTo>
                    <a:cubicBezTo>
                      <a:pt x="50" y="54"/>
                      <a:pt x="48" y="55"/>
                      <a:pt x="47" y="56"/>
                    </a:cubicBezTo>
                    <a:cubicBezTo>
                      <a:pt x="46" y="56"/>
                      <a:pt x="46" y="56"/>
                      <a:pt x="46" y="56"/>
                    </a:cubicBezTo>
                    <a:cubicBezTo>
                      <a:pt x="45" y="56"/>
                      <a:pt x="44" y="57"/>
                      <a:pt x="44" y="57"/>
                    </a:cubicBezTo>
                    <a:cubicBezTo>
                      <a:pt x="43" y="58"/>
                      <a:pt x="42" y="58"/>
                      <a:pt x="41" y="59"/>
                    </a:cubicBezTo>
                    <a:cubicBezTo>
                      <a:pt x="41" y="59"/>
                      <a:pt x="40" y="61"/>
                      <a:pt x="39" y="61"/>
                    </a:cubicBezTo>
                    <a:cubicBezTo>
                      <a:pt x="39" y="62"/>
                      <a:pt x="38" y="63"/>
                      <a:pt x="37" y="64"/>
                    </a:cubicBezTo>
                    <a:cubicBezTo>
                      <a:pt x="37" y="64"/>
                      <a:pt x="37" y="65"/>
                      <a:pt x="36" y="65"/>
                    </a:cubicBezTo>
                    <a:cubicBezTo>
                      <a:pt x="36" y="66"/>
                      <a:pt x="36" y="66"/>
                      <a:pt x="36" y="67"/>
                    </a:cubicBezTo>
                    <a:cubicBezTo>
                      <a:pt x="35" y="67"/>
                      <a:pt x="35" y="67"/>
                      <a:pt x="35" y="67"/>
                    </a:cubicBezTo>
                    <a:cubicBezTo>
                      <a:pt x="35" y="67"/>
                      <a:pt x="35" y="68"/>
                      <a:pt x="35" y="68"/>
                    </a:cubicBezTo>
                    <a:cubicBezTo>
                      <a:pt x="34" y="68"/>
                      <a:pt x="34" y="69"/>
                      <a:pt x="34" y="69"/>
                    </a:cubicBezTo>
                    <a:cubicBezTo>
                      <a:pt x="33" y="70"/>
                      <a:pt x="33" y="70"/>
                      <a:pt x="32" y="72"/>
                    </a:cubicBezTo>
                    <a:cubicBezTo>
                      <a:pt x="31" y="74"/>
                      <a:pt x="30" y="76"/>
                      <a:pt x="29" y="78"/>
                    </a:cubicBezTo>
                    <a:cubicBezTo>
                      <a:pt x="29" y="79"/>
                      <a:pt x="29" y="79"/>
                      <a:pt x="29" y="79"/>
                    </a:cubicBezTo>
                    <a:cubicBezTo>
                      <a:pt x="28" y="80"/>
                      <a:pt x="26" y="85"/>
                      <a:pt x="26" y="86"/>
                    </a:cubicBezTo>
                    <a:cubicBezTo>
                      <a:pt x="25" y="87"/>
                      <a:pt x="25" y="87"/>
                      <a:pt x="25" y="88"/>
                    </a:cubicBezTo>
                    <a:cubicBezTo>
                      <a:pt x="25" y="89"/>
                      <a:pt x="23" y="93"/>
                      <a:pt x="22" y="94"/>
                    </a:cubicBezTo>
                    <a:cubicBezTo>
                      <a:pt x="20" y="96"/>
                      <a:pt x="20" y="97"/>
                      <a:pt x="19" y="100"/>
                    </a:cubicBezTo>
                    <a:cubicBezTo>
                      <a:pt x="17" y="101"/>
                      <a:pt x="17" y="101"/>
                      <a:pt x="16" y="103"/>
                    </a:cubicBezTo>
                    <a:cubicBezTo>
                      <a:pt x="15" y="103"/>
                      <a:pt x="13" y="104"/>
                      <a:pt x="12" y="104"/>
                    </a:cubicBezTo>
                    <a:cubicBezTo>
                      <a:pt x="10" y="104"/>
                      <a:pt x="11" y="105"/>
                      <a:pt x="9" y="10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4" name="Freeform 14"/>
              <p:cNvSpPr>
                <a:spLocks noEditPoints="1"/>
              </p:cNvSpPr>
              <p:nvPr/>
            </p:nvSpPr>
            <p:spPr bwMode="auto">
              <a:xfrm>
                <a:off x="3297238" y="3686175"/>
                <a:ext cx="2543175" cy="158750"/>
              </a:xfrm>
              <a:custGeom>
                <a:avLst/>
                <a:gdLst>
                  <a:gd name="T0" fmla="*/ 22 w 675"/>
                  <a:gd name="T1" fmla="*/ 17 h 42"/>
                  <a:gd name="T2" fmla="*/ 1 w 675"/>
                  <a:gd name="T3" fmla="*/ 2 h 42"/>
                  <a:gd name="T4" fmla="*/ 0 w 675"/>
                  <a:gd name="T5" fmla="*/ 41 h 42"/>
                  <a:gd name="T6" fmla="*/ 26 w 675"/>
                  <a:gd name="T7" fmla="*/ 32 h 42"/>
                  <a:gd name="T8" fmla="*/ 36 w 675"/>
                  <a:gd name="T9" fmla="*/ 36 h 42"/>
                  <a:gd name="T10" fmla="*/ 65 w 675"/>
                  <a:gd name="T11" fmla="*/ 41 h 42"/>
                  <a:gd name="T12" fmla="*/ 65 w 675"/>
                  <a:gd name="T13" fmla="*/ 1 h 42"/>
                  <a:gd name="T14" fmla="*/ 47 w 675"/>
                  <a:gd name="T15" fmla="*/ 40 h 42"/>
                  <a:gd name="T16" fmla="*/ 78 w 675"/>
                  <a:gd name="T17" fmla="*/ 30 h 42"/>
                  <a:gd name="T18" fmla="*/ 78 w 675"/>
                  <a:gd name="T19" fmla="*/ 37 h 42"/>
                  <a:gd name="T20" fmla="*/ 97 w 675"/>
                  <a:gd name="T21" fmla="*/ 40 h 42"/>
                  <a:gd name="T22" fmla="*/ 82 w 675"/>
                  <a:gd name="T23" fmla="*/ 26 h 42"/>
                  <a:gd name="T24" fmla="*/ 122 w 675"/>
                  <a:gd name="T25" fmla="*/ 3 h 42"/>
                  <a:gd name="T26" fmla="*/ 131 w 675"/>
                  <a:gd name="T27" fmla="*/ 40 h 42"/>
                  <a:gd name="T28" fmla="*/ 157 w 675"/>
                  <a:gd name="T29" fmla="*/ 7 h 42"/>
                  <a:gd name="T30" fmla="*/ 168 w 675"/>
                  <a:gd name="T31" fmla="*/ 40 h 42"/>
                  <a:gd name="T32" fmla="*/ 209 w 675"/>
                  <a:gd name="T33" fmla="*/ 31 h 42"/>
                  <a:gd name="T34" fmla="*/ 194 w 675"/>
                  <a:gd name="T35" fmla="*/ 22 h 42"/>
                  <a:gd name="T36" fmla="*/ 194 w 675"/>
                  <a:gd name="T37" fmla="*/ 19 h 42"/>
                  <a:gd name="T38" fmla="*/ 206 w 675"/>
                  <a:gd name="T39" fmla="*/ 10 h 42"/>
                  <a:gd name="T40" fmla="*/ 178 w 675"/>
                  <a:gd name="T41" fmla="*/ 39 h 42"/>
                  <a:gd name="T42" fmla="*/ 241 w 675"/>
                  <a:gd name="T43" fmla="*/ 2 h 42"/>
                  <a:gd name="T44" fmla="*/ 213 w 675"/>
                  <a:gd name="T45" fmla="*/ 2 h 42"/>
                  <a:gd name="T46" fmla="*/ 228 w 675"/>
                  <a:gd name="T47" fmla="*/ 40 h 42"/>
                  <a:gd name="T48" fmla="*/ 250 w 675"/>
                  <a:gd name="T49" fmla="*/ 10 h 42"/>
                  <a:gd name="T50" fmla="*/ 320 w 675"/>
                  <a:gd name="T51" fmla="*/ 4 h 42"/>
                  <a:gd name="T52" fmla="*/ 300 w 675"/>
                  <a:gd name="T53" fmla="*/ 3 h 42"/>
                  <a:gd name="T54" fmla="*/ 293 w 675"/>
                  <a:gd name="T55" fmla="*/ 27 h 42"/>
                  <a:gd name="T56" fmla="*/ 376 w 675"/>
                  <a:gd name="T57" fmla="*/ 1 h 42"/>
                  <a:gd name="T58" fmla="*/ 344 w 675"/>
                  <a:gd name="T59" fmla="*/ 1 h 42"/>
                  <a:gd name="T60" fmla="*/ 334 w 675"/>
                  <a:gd name="T61" fmla="*/ 41 h 42"/>
                  <a:gd name="T62" fmla="*/ 369 w 675"/>
                  <a:gd name="T63" fmla="*/ 41 h 42"/>
                  <a:gd name="T64" fmla="*/ 399 w 675"/>
                  <a:gd name="T65" fmla="*/ 41 h 42"/>
                  <a:gd name="T66" fmla="*/ 399 w 675"/>
                  <a:gd name="T67" fmla="*/ 1 h 42"/>
                  <a:gd name="T68" fmla="*/ 381 w 675"/>
                  <a:gd name="T69" fmla="*/ 40 h 42"/>
                  <a:gd name="T70" fmla="*/ 436 w 675"/>
                  <a:gd name="T71" fmla="*/ 9 h 42"/>
                  <a:gd name="T72" fmla="*/ 404 w 675"/>
                  <a:gd name="T73" fmla="*/ 1 h 42"/>
                  <a:gd name="T74" fmla="*/ 442 w 675"/>
                  <a:gd name="T75" fmla="*/ 3 h 42"/>
                  <a:gd name="T76" fmla="*/ 463 w 675"/>
                  <a:gd name="T77" fmla="*/ 39 h 42"/>
                  <a:gd name="T78" fmla="*/ 479 w 675"/>
                  <a:gd name="T79" fmla="*/ 13 h 42"/>
                  <a:gd name="T80" fmla="*/ 472 w 675"/>
                  <a:gd name="T81" fmla="*/ 3 h 42"/>
                  <a:gd name="T82" fmla="*/ 454 w 675"/>
                  <a:gd name="T83" fmla="*/ 3 h 42"/>
                  <a:gd name="T84" fmla="*/ 485 w 675"/>
                  <a:gd name="T85" fmla="*/ 31 h 42"/>
                  <a:gd name="T86" fmla="*/ 490 w 675"/>
                  <a:gd name="T87" fmla="*/ 2 h 42"/>
                  <a:gd name="T88" fmla="*/ 507 w 675"/>
                  <a:gd name="T89" fmla="*/ 41 h 42"/>
                  <a:gd name="T90" fmla="*/ 529 w 675"/>
                  <a:gd name="T91" fmla="*/ 41 h 42"/>
                  <a:gd name="T92" fmla="*/ 559 w 675"/>
                  <a:gd name="T93" fmla="*/ 0 h 42"/>
                  <a:gd name="T94" fmla="*/ 554 w 675"/>
                  <a:gd name="T95" fmla="*/ 28 h 42"/>
                  <a:gd name="T96" fmla="*/ 540 w 675"/>
                  <a:gd name="T97" fmla="*/ 40 h 42"/>
                  <a:gd name="T98" fmla="*/ 559 w 675"/>
                  <a:gd name="T99" fmla="*/ 13 h 42"/>
                  <a:gd name="T100" fmla="*/ 582 w 675"/>
                  <a:gd name="T101" fmla="*/ 35 h 42"/>
                  <a:gd name="T102" fmla="*/ 575 w 675"/>
                  <a:gd name="T103" fmla="*/ 3 h 42"/>
                  <a:gd name="T104" fmla="*/ 615 w 675"/>
                  <a:gd name="T105" fmla="*/ 39 h 42"/>
                  <a:gd name="T106" fmla="*/ 628 w 675"/>
                  <a:gd name="T107" fmla="*/ 1 h 42"/>
                  <a:gd name="T108" fmla="*/ 608 w 675"/>
                  <a:gd name="T109" fmla="*/ 34 h 42"/>
                  <a:gd name="T110" fmla="*/ 661 w 675"/>
                  <a:gd name="T111" fmla="*/ 1 h 42"/>
                  <a:gd name="T112" fmla="*/ 650 w 675"/>
                  <a:gd name="T113" fmla="*/ 2 h 42"/>
                  <a:gd name="T114" fmla="*/ 651 w 675"/>
                  <a:gd name="T115" fmla="*/ 23 h 42"/>
                  <a:gd name="T116" fmla="*/ 659 w 675"/>
                  <a:gd name="T117" fmla="*/ 3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75" h="42">
                    <a:moveTo>
                      <a:pt x="42" y="1"/>
                    </a:moveTo>
                    <a:cubicBezTo>
                      <a:pt x="27" y="1"/>
                      <a:pt x="27" y="1"/>
                      <a:pt x="27" y="1"/>
                    </a:cubicBezTo>
                    <a:cubicBezTo>
                      <a:pt x="27" y="2"/>
                      <a:pt x="27" y="2"/>
                      <a:pt x="27" y="2"/>
                    </a:cubicBezTo>
                    <a:cubicBezTo>
                      <a:pt x="28" y="2"/>
                      <a:pt x="28" y="2"/>
                      <a:pt x="28" y="2"/>
                    </a:cubicBezTo>
                    <a:cubicBezTo>
                      <a:pt x="31" y="3"/>
                      <a:pt x="32" y="3"/>
                      <a:pt x="32" y="4"/>
                    </a:cubicBezTo>
                    <a:cubicBezTo>
                      <a:pt x="32" y="5"/>
                      <a:pt x="31" y="7"/>
                      <a:pt x="29" y="8"/>
                    </a:cubicBezTo>
                    <a:cubicBezTo>
                      <a:pt x="22" y="17"/>
                      <a:pt x="22" y="17"/>
                      <a:pt x="22" y="17"/>
                    </a:cubicBezTo>
                    <a:cubicBezTo>
                      <a:pt x="20" y="13"/>
                      <a:pt x="20" y="13"/>
                      <a:pt x="20" y="13"/>
                    </a:cubicBezTo>
                    <a:cubicBezTo>
                      <a:pt x="16" y="8"/>
                      <a:pt x="14" y="5"/>
                      <a:pt x="15" y="4"/>
                    </a:cubicBezTo>
                    <a:cubicBezTo>
                      <a:pt x="14" y="3"/>
                      <a:pt x="16" y="2"/>
                      <a:pt x="19" y="2"/>
                    </a:cubicBezTo>
                    <a:cubicBezTo>
                      <a:pt x="19" y="2"/>
                      <a:pt x="19" y="2"/>
                      <a:pt x="19" y="2"/>
                    </a:cubicBezTo>
                    <a:cubicBezTo>
                      <a:pt x="19" y="1"/>
                      <a:pt x="19" y="1"/>
                      <a:pt x="19" y="1"/>
                    </a:cubicBezTo>
                    <a:cubicBezTo>
                      <a:pt x="1" y="1"/>
                      <a:pt x="1" y="1"/>
                      <a:pt x="1" y="1"/>
                    </a:cubicBezTo>
                    <a:cubicBezTo>
                      <a:pt x="1" y="2"/>
                      <a:pt x="1" y="2"/>
                      <a:pt x="1" y="2"/>
                    </a:cubicBezTo>
                    <a:cubicBezTo>
                      <a:pt x="3" y="2"/>
                      <a:pt x="5" y="3"/>
                      <a:pt x="6" y="4"/>
                    </a:cubicBezTo>
                    <a:cubicBezTo>
                      <a:pt x="7" y="5"/>
                      <a:pt x="9" y="8"/>
                      <a:pt x="12" y="12"/>
                    </a:cubicBezTo>
                    <a:cubicBezTo>
                      <a:pt x="19" y="22"/>
                      <a:pt x="19" y="22"/>
                      <a:pt x="19" y="22"/>
                    </a:cubicBezTo>
                    <a:cubicBezTo>
                      <a:pt x="9" y="33"/>
                      <a:pt x="9" y="33"/>
                      <a:pt x="9" y="33"/>
                    </a:cubicBezTo>
                    <a:cubicBezTo>
                      <a:pt x="6" y="37"/>
                      <a:pt x="5" y="39"/>
                      <a:pt x="4" y="39"/>
                    </a:cubicBezTo>
                    <a:cubicBezTo>
                      <a:pt x="3" y="40"/>
                      <a:pt x="2" y="40"/>
                      <a:pt x="0" y="40"/>
                    </a:cubicBezTo>
                    <a:cubicBezTo>
                      <a:pt x="0" y="41"/>
                      <a:pt x="0" y="41"/>
                      <a:pt x="0" y="41"/>
                    </a:cubicBezTo>
                    <a:cubicBezTo>
                      <a:pt x="14" y="41"/>
                      <a:pt x="14" y="41"/>
                      <a:pt x="14" y="41"/>
                    </a:cubicBezTo>
                    <a:cubicBezTo>
                      <a:pt x="14" y="40"/>
                      <a:pt x="14" y="40"/>
                      <a:pt x="14" y="40"/>
                    </a:cubicBezTo>
                    <a:cubicBezTo>
                      <a:pt x="11" y="40"/>
                      <a:pt x="10" y="39"/>
                      <a:pt x="10" y="38"/>
                    </a:cubicBezTo>
                    <a:cubicBezTo>
                      <a:pt x="10" y="37"/>
                      <a:pt x="11" y="36"/>
                      <a:pt x="12" y="33"/>
                    </a:cubicBezTo>
                    <a:cubicBezTo>
                      <a:pt x="13" y="33"/>
                      <a:pt x="13" y="33"/>
                      <a:pt x="13" y="33"/>
                    </a:cubicBezTo>
                    <a:cubicBezTo>
                      <a:pt x="20" y="24"/>
                      <a:pt x="20" y="24"/>
                      <a:pt x="20" y="24"/>
                    </a:cubicBezTo>
                    <a:cubicBezTo>
                      <a:pt x="26" y="32"/>
                      <a:pt x="26" y="32"/>
                      <a:pt x="26" y="32"/>
                    </a:cubicBezTo>
                    <a:cubicBezTo>
                      <a:pt x="28" y="35"/>
                      <a:pt x="29" y="37"/>
                      <a:pt x="29" y="38"/>
                    </a:cubicBezTo>
                    <a:cubicBezTo>
                      <a:pt x="29" y="39"/>
                      <a:pt x="28" y="40"/>
                      <a:pt x="25" y="40"/>
                    </a:cubicBezTo>
                    <a:cubicBezTo>
                      <a:pt x="25" y="40"/>
                      <a:pt x="25" y="40"/>
                      <a:pt x="24" y="40"/>
                    </a:cubicBezTo>
                    <a:cubicBezTo>
                      <a:pt x="24" y="41"/>
                      <a:pt x="24" y="41"/>
                      <a:pt x="24" y="41"/>
                    </a:cubicBezTo>
                    <a:cubicBezTo>
                      <a:pt x="42" y="41"/>
                      <a:pt x="42" y="41"/>
                      <a:pt x="42" y="41"/>
                    </a:cubicBezTo>
                    <a:cubicBezTo>
                      <a:pt x="42" y="40"/>
                      <a:pt x="42" y="40"/>
                      <a:pt x="42" y="40"/>
                    </a:cubicBezTo>
                    <a:cubicBezTo>
                      <a:pt x="40" y="40"/>
                      <a:pt x="38" y="39"/>
                      <a:pt x="36" y="36"/>
                    </a:cubicBezTo>
                    <a:cubicBezTo>
                      <a:pt x="24" y="19"/>
                      <a:pt x="24" y="19"/>
                      <a:pt x="24" y="19"/>
                    </a:cubicBezTo>
                    <a:cubicBezTo>
                      <a:pt x="33" y="8"/>
                      <a:pt x="33" y="8"/>
                      <a:pt x="33" y="8"/>
                    </a:cubicBezTo>
                    <a:cubicBezTo>
                      <a:pt x="35" y="6"/>
                      <a:pt x="36" y="4"/>
                      <a:pt x="37" y="3"/>
                    </a:cubicBezTo>
                    <a:cubicBezTo>
                      <a:pt x="38" y="3"/>
                      <a:pt x="40" y="2"/>
                      <a:pt x="42" y="2"/>
                    </a:cubicBezTo>
                    <a:cubicBezTo>
                      <a:pt x="42" y="1"/>
                      <a:pt x="42" y="1"/>
                      <a:pt x="42" y="1"/>
                    </a:cubicBezTo>
                    <a:close/>
                    <a:moveTo>
                      <a:pt x="47" y="41"/>
                    </a:moveTo>
                    <a:cubicBezTo>
                      <a:pt x="65" y="41"/>
                      <a:pt x="65" y="41"/>
                      <a:pt x="65" y="41"/>
                    </a:cubicBezTo>
                    <a:cubicBezTo>
                      <a:pt x="65" y="40"/>
                      <a:pt x="65" y="40"/>
                      <a:pt x="65" y="40"/>
                    </a:cubicBezTo>
                    <a:cubicBezTo>
                      <a:pt x="63" y="40"/>
                      <a:pt x="61" y="40"/>
                      <a:pt x="61" y="39"/>
                    </a:cubicBezTo>
                    <a:cubicBezTo>
                      <a:pt x="60" y="38"/>
                      <a:pt x="60" y="37"/>
                      <a:pt x="60" y="35"/>
                    </a:cubicBezTo>
                    <a:cubicBezTo>
                      <a:pt x="60" y="8"/>
                      <a:pt x="60" y="8"/>
                      <a:pt x="60" y="8"/>
                    </a:cubicBezTo>
                    <a:cubicBezTo>
                      <a:pt x="60" y="5"/>
                      <a:pt x="60" y="4"/>
                      <a:pt x="61" y="3"/>
                    </a:cubicBezTo>
                    <a:cubicBezTo>
                      <a:pt x="61" y="3"/>
                      <a:pt x="63" y="2"/>
                      <a:pt x="65" y="2"/>
                    </a:cubicBezTo>
                    <a:cubicBezTo>
                      <a:pt x="65" y="1"/>
                      <a:pt x="65" y="1"/>
                      <a:pt x="65" y="1"/>
                    </a:cubicBezTo>
                    <a:cubicBezTo>
                      <a:pt x="47" y="1"/>
                      <a:pt x="47" y="1"/>
                      <a:pt x="47" y="1"/>
                    </a:cubicBezTo>
                    <a:cubicBezTo>
                      <a:pt x="47" y="2"/>
                      <a:pt x="47" y="2"/>
                      <a:pt x="47" y="2"/>
                    </a:cubicBezTo>
                    <a:cubicBezTo>
                      <a:pt x="50" y="2"/>
                      <a:pt x="52" y="3"/>
                      <a:pt x="52" y="3"/>
                    </a:cubicBezTo>
                    <a:cubicBezTo>
                      <a:pt x="53" y="4"/>
                      <a:pt x="53" y="5"/>
                      <a:pt x="53" y="8"/>
                    </a:cubicBezTo>
                    <a:cubicBezTo>
                      <a:pt x="53" y="35"/>
                      <a:pt x="53" y="35"/>
                      <a:pt x="53" y="35"/>
                    </a:cubicBezTo>
                    <a:cubicBezTo>
                      <a:pt x="53" y="37"/>
                      <a:pt x="53" y="38"/>
                      <a:pt x="52" y="39"/>
                    </a:cubicBezTo>
                    <a:cubicBezTo>
                      <a:pt x="51" y="40"/>
                      <a:pt x="50" y="40"/>
                      <a:pt x="47" y="40"/>
                    </a:cubicBezTo>
                    <a:cubicBezTo>
                      <a:pt x="47" y="41"/>
                      <a:pt x="47" y="41"/>
                      <a:pt x="47" y="41"/>
                    </a:cubicBezTo>
                    <a:close/>
                    <a:moveTo>
                      <a:pt x="112" y="40"/>
                    </a:moveTo>
                    <a:cubicBezTo>
                      <a:pt x="111" y="40"/>
                      <a:pt x="110" y="40"/>
                      <a:pt x="109" y="39"/>
                    </a:cubicBezTo>
                    <a:cubicBezTo>
                      <a:pt x="109" y="38"/>
                      <a:pt x="108" y="37"/>
                      <a:pt x="107" y="35"/>
                    </a:cubicBezTo>
                    <a:cubicBezTo>
                      <a:pt x="92" y="0"/>
                      <a:pt x="92" y="0"/>
                      <a:pt x="92" y="0"/>
                    </a:cubicBezTo>
                    <a:cubicBezTo>
                      <a:pt x="90" y="0"/>
                      <a:pt x="90" y="0"/>
                      <a:pt x="90" y="0"/>
                    </a:cubicBezTo>
                    <a:cubicBezTo>
                      <a:pt x="78" y="30"/>
                      <a:pt x="78" y="30"/>
                      <a:pt x="78" y="30"/>
                    </a:cubicBezTo>
                    <a:cubicBezTo>
                      <a:pt x="78" y="30"/>
                      <a:pt x="78" y="31"/>
                      <a:pt x="77" y="31"/>
                    </a:cubicBezTo>
                    <a:cubicBezTo>
                      <a:pt x="76" y="35"/>
                      <a:pt x="74" y="38"/>
                      <a:pt x="73" y="39"/>
                    </a:cubicBezTo>
                    <a:cubicBezTo>
                      <a:pt x="72" y="40"/>
                      <a:pt x="71" y="40"/>
                      <a:pt x="70" y="40"/>
                    </a:cubicBezTo>
                    <a:cubicBezTo>
                      <a:pt x="70" y="41"/>
                      <a:pt x="70" y="41"/>
                      <a:pt x="70" y="41"/>
                    </a:cubicBezTo>
                    <a:cubicBezTo>
                      <a:pt x="82" y="41"/>
                      <a:pt x="82" y="41"/>
                      <a:pt x="82" y="41"/>
                    </a:cubicBezTo>
                    <a:cubicBezTo>
                      <a:pt x="82" y="40"/>
                      <a:pt x="82" y="40"/>
                      <a:pt x="82" y="40"/>
                    </a:cubicBezTo>
                    <a:cubicBezTo>
                      <a:pt x="80" y="40"/>
                      <a:pt x="78" y="39"/>
                      <a:pt x="78" y="37"/>
                    </a:cubicBezTo>
                    <a:cubicBezTo>
                      <a:pt x="78" y="37"/>
                      <a:pt x="78" y="36"/>
                      <a:pt x="79" y="35"/>
                    </a:cubicBezTo>
                    <a:cubicBezTo>
                      <a:pt x="82" y="28"/>
                      <a:pt x="82" y="28"/>
                      <a:pt x="82" y="28"/>
                    </a:cubicBezTo>
                    <a:cubicBezTo>
                      <a:pt x="97" y="28"/>
                      <a:pt x="97" y="28"/>
                      <a:pt x="97" y="28"/>
                    </a:cubicBezTo>
                    <a:cubicBezTo>
                      <a:pt x="100" y="34"/>
                      <a:pt x="100" y="34"/>
                      <a:pt x="100" y="34"/>
                    </a:cubicBezTo>
                    <a:cubicBezTo>
                      <a:pt x="100" y="34"/>
                      <a:pt x="100" y="34"/>
                      <a:pt x="100" y="35"/>
                    </a:cubicBezTo>
                    <a:cubicBezTo>
                      <a:pt x="101" y="36"/>
                      <a:pt x="101" y="37"/>
                      <a:pt x="101" y="38"/>
                    </a:cubicBezTo>
                    <a:cubicBezTo>
                      <a:pt x="101" y="39"/>
                      <a:pt x="100" y="40"/>
                      <a:pt x="97" y="40"/>
                    </a:cubicBezTo>
                    <a:cubicBezTo>
                      <a:pt x="97" y="41"/>
                      <a:pt x="97" y="41"/>
                      <a:pt x="97" y="41"/>
                    </a:cubicBezTo>
                    <a:cubicBezTo>
                      <a:pt x="112" y="41"/>
                      <a:pt x="112" y="41"/>
                      <a:pt x="112" y="41"/>
                    </a:cubicBezTo>
                    <a:cubicBezTo>
                      <a:pt x="112" y="40"/>
                      <a:pt x="112" y="40"/>
                      <a:pt x="112" y="40"/>
                    </a:cubicBezTo>
                    <a:close/>
                    <a:moveTo>
                      <a:pt x="82" y="26"/>
                    </a:moveTo>
                    <a:cubicBezTo>
                      <a:pt x="90" y="9"/>
                      <a:pt x="90" y="9"/>
                      <a:pt x="90" y="9"/>
                    </a:cubicBezTo>
                    <a:cubicBezTo>
                      <a:pt x="96" y="26"/>
                      <a:pt x="96" y="26"/>
                      <a:pt x="96" y="26"/>
                    </a:cubicBezTo>
                    <a:cubicBezTo>
                      <a:pt x="82" y="26"/>
                      <a:pt x="82" y="26"/>
                      <a:pt x="82" y="26"/>
                    </a:cubicBezTo>
                    <a:close/>
                    <a:moveTo>
                      <a:pt x="168" y="1"/>
                    </a:moveTo>
                    <a:cubicBezTo>
                      <a:pt x="156" y="1"/>
                      <a:pt x="156" y="1"/>
                      <a:pt x="156" y="1"/>
                    </a:cubicBezTo>
                    <a:cubicBezTo>
                      <a:pt x="143" y="32"/>
                      <a:pt x="143" y="32"/>
                      <a:pt x="143" y="32"/>
                    </a:cubicBezTo>
                    <a:cubicBezTo>
                      <a:pt x="129" y="1"/>
                      <a:pt x="129" y="1"/>
                      <a:pt x="129" y="1"/>
                    </a:cubicBezTo>
                    <a:cubicBezTo>
                      <a:pt x="117" y="1"/>
                      <a:pt x="117" y="1"/>
                      <a:pt x="117" y="1"/>
                    </a:cubicBezTo>
                    <a:cubicBezTo>
                      <a:pt x="117" y="2"/>
                      <a:pt x="117" y="2"/>
                      <a:pt x="117" y="2"/>
                    </a:cubicBezTo>
                    <a:cubicBezTo>
                      <a:pt x="119" y="2"/>
                      <a:pt x="121" y="3"/>
                      <a:pt x="122" y="3"/>
                    </a:cubicBezTo>
                    <a:cubicBezTo>
                      <a:pt x="122" y="4"/>
                      <a:pt x="123" y="5"/>
                      <a:pt x="123" y="8"/>
                    </a:cubicBezTo>
                    <a:cubicBezTo>
                      <a:pt x="123" y="32"/>
                      <a:pt x="123" y="32"/>
                      <a:pt x="123" y="32"/>
                    </a:cubicBezTo>
                    <a:cubicBezTo>
                      <a:pt x="123" y="35"/>
                      <a:pt x="122" y="37"/>
                      <a:pt x="121" y="38"/>
                    </a:cubicBezTo>
                    <a:cubicBezTo>
                      <a:pt x="121" y="39"/>
                      <a:pt x="119" y="40"/>
                      <a:pt x="117" y="40"/>
                    </a:cubicBezTo>
                    <a:cubicBezTo>
                      <a:pt x="117" y="41"/>
                      <a:pt x="117" y="41"/>
                      <a:pt x="117" y="41"/>
                    </a:cubicBezTo>
                    <a:cubicBezTo>
                      <a:pt x="131" y="41"/>
                      <a:pt x="131" y="41"/>
                      <a:pt x="131" y="41"/>
                    </a:cubicBezTo>
                    <a:cubicBezTo>
                      <a:pt x="131" y="40"/>
                      <a:pt x="131" y="40"/>
                      <a:pt x="131" y="40"/>
                    </a:cubicBezTo>
                    <a:cubicBezTo>
                      <a:pt x="129" y="40"/>
                      <a:pt x="127" y="39"/>
                      <a:pt x="126" y="38"/>
                    </a:cubicBezTo>
                    <a:cubicBezTo>
                      <a:pt x="126" y="37"/>
                      <a:pt x="125" y="35"/>
                      <a:pt x="125" y="32"/>
                    </a:cubicBezTo>
                    <a:cubicBezTo>
                      <a:pt x="125" y="8"/>
                      <a:pt x="125" y="8"/>
                      <a:pt x="125" y="8"/>
                    </a:cubicBezTo>
                    <a:cubicBezTo>
                      <a:pt x="125" y="8"/>
                      <a:pt x="125" y="8"/>
                      <a:pt x="125" y="8"/>
                    </a:cubicBezTo>
                    <a:cubicBezTo>
                      <a:pt x="140" y="41"/>
                      <a:pt x="140" y="41"/>
                      <a:pt x="140" y="41"/>
                    </a:cubicBezTo>
                    <a:cubicBezTo>
                      <a:pt x="141" y="41"/>
                      <a:pt x="141" y="41"/>
                      <a:pt x="141" y="41"/>
                    </a:cubicBezTo>
                    <a:cubicBezTo>
                      <a:pt x="157" y="7"/>
                      <a:pt x="157" y="7"/>
                      <a:pt x="157" y="7"/>
                    </a:cubicBezTo>
                    <a:cubicBezTo>
                      <a:pt x="157" y="7"/>
                      <a:pt x="157" y="7"/>
                      <a:pt x="157" y="7"/>
                    </a:cubicBezTo>
                    <a:cubicBezTo>
                      <a:pt x="157" y="34"/>
                      <a:pt x="157" y="34"/>
                      <a:pt x="157" y="34"/>
                    </a:cubicBezTo>
                    <a:cubicBezTo>
                      <a:pt x="157" y="36"/>
                      <a:pt x="157" y="38"/>
                      <a:pt x="156" y="39"/>
                    </a:cubicBezTo>
                    <a:cubicBezTo>
                      <a:pt x="155" y="39"/>
                      <a:pt x="154" y="40"/>
                      <a:pt x="151" y="40"/>
                    </a:cubicBezTo>
                    <a:cubicBezTo>
                      <a:pt x="151" y="41"/>
                      <a:pt x="151" y="41"/>
                      <a:pt x="151" y="41"/>
                    </a:cubicBezTo>
                    <a:cubicBezTo>
                      <a:pt x="168" y="41"/>
                      <a:pt x="168" y="41"/>
                      <a:pt x="168" y="41"/>
                    </a:cubicBezTo>
                    <a:cubicBezTo>
                      <a:pt x="168" y="40"/>
                      <a:pt x="168" y="40"/>
                      <a:pt x="168" y="40"/>
                    </a:cubicBezTo>
                    <a:cubicBezTo>
                      <a:pt x="166" y="40"/>
                      <a:pt x="165" y="39"/>
                      <a:pt x="164" y="39"/>
                    </a:cubicBezTo>
                    <a:cubicBezTo>
                      <a:pt x="163" y="38"/>
                      <a:pt x="163" y="37"/>
                      <a:pt x="163" y="35"/>
                    </a:cubicBezTo>
                    <a:cubicBezTo>
                      <a:pt x="163" y="8"/>
                      <a:pt x="163" y="8"/>
                      <a:pt x="163" y="8"/>
                    </a:cubicBezTo>
                    <a:cubicBezTo>
                      <a:pt x="163" y="6"/>
                      <a:pt x="163" y="4"/>
                      <a:pt x="164" y="3"/>
                    </a:cubicBezTo>
                    <a:cubicBezTo>
                      <a:pt x="165" y="3"/>
                      <a:pt x="166" y="2"/>
                      <a:pt x="168" y="2"/>
                    </a:cubicBezTo>
                    <a:cubicBezTo>
                      <a:pt x="168" y="1"/>
                      <a:pt x="168" y="1"/>
                      <a:pt x="168" y="1"/>
                    </a:cubicBezTo>
                    <a:close/>
                    <a:moveTo>
                      <a:pt x="209" y="31"/>
                    </a:moveTo>
                    <a:cubicBezTo>
                      <a:pt x="207" y="31"/>
                      <a:pt x="207" y="31"/>
                      <a:pt x="207" y="31"/>
                    </a:cubicBezTo>
                    <a:cubicBezTo>
                      <a:pt x="206" y="34"/>
                      <a:pt x="204" y="36"/>
                      <a:pt x="203" y="37"/>
                    </a:cubicBezTo>
                    <a:cubicBezTo>
                      <a:pt x="201" y="38"/>
                      <a:pt x="198" y="39"/>
                      <a:pt x="194" y="39"/>
                    </a:cubicBezTo>
                    <a:cubicBezTo>
                      <a:pt x="189" y="39"/>
                      <a:pt x="186" y="39"/>
                      <a:pt x="186" y="39"/>
                    </a:cubicBezTo>
                    <a:cubicBezTo>
                      <a:pt x="185" y="38"/>
                      <a:pt x="185" y="38"/>
                      <a:pt x="185" y="36"/>
                    </a:cubicBezTo>
                    <a:cubicBezTo>
                      <a:pt x="185" y="21"/>
                      <a:pt x="185" y="21"/>
                      <a:pt x="185" y="21"/>
                    </a:cubicBezTo>
                    <a:cubicBezTo>
                      <a:pt x="194" y="22"/>
                      <a:pt x="194" y="22"/>
                      <a:pt x="194" y="22"/>
                    </a:cubicBezTo>
                    <a:cubicBezTo>
                      <a:pt x="197" y="22"/>
                      <a:pt x="198" y="22"/>
                      <a:pt x="199" y="23"/>
                    </a:cubicBezTo>
                    <a:cubicBezTo>
                      <a:pt x="200" y="23"/>
                      <a:pt x="201" y="25"/>
                      <a:pt x="201" y="27"/>
                    </a:cubicBezTo>
                    <a:cubicBezTo>
                      <a:pt x="202" y="27"/>
                      <a:pt x="202" y="27"/>
                      <a:pt x="202" y="27"/>
                    </a:cubicBezTo>
                    <a:cubicBezTo>
                      <a:pt x="202" y="13"/>
                      <a:pt x="202" y="13"/>
                      <a:pt x="202" y="13"/>
                    </a:cubicBezTo>
                    <a:cubicBezTo>
                      <a:pt x="201" y="13"/>
                      <a:pt x="201" y="13"/>
                      <a:pt x="201" y="13"/>
                    </a:cubicBezTo>
                    <a:cubicBezTo>
                      <a:pt x="201" y="16"/>
                      <a:pt x="200" y="17"/>
                      <a:pt x="199" y="18"/>
                    </a:cubicBezTo>
                    <a:cubicBezTo>
                      <a:pt x="198" y="19"/>
                      <a:pt x="197" y="19"/>
                      <a:pt x="194" y="19"/>
                    </a:cubicBezTo>
                    <a:cubicBezTo>
                      <a:pt x="185" y="19"/>
                      <a:pt x="185" y="19"/>
                      <a:pt x="185" y="19"/>
                    </a:cubicBezTo>
                    <a:cubicBezTo>
                      <a:pt x="185" y="5"/>
                      <a:pt x="185" y="5"/>
                      <a:pt x="185" y="5"/>
                    </a:cubicBezTo>
                    <a:cubicBezTo>
                      <a:pt x="185" y="4"/>
                      <a:pt x="186" y="3"/>
                      <a:pt x="187" y="3"/>
                    </a:cubicBezTo>
                    <a:cubicBezTo>
                      <a:pt x="195" y="3"/>
                      <a:pt x="195" y="3"/>
                      <a:pt x="195" y="3"/>
                    </a:cubicBezTo>
                    <a:cubicBezTo>
                      <a:pt x="199" y="3"/>
                      <a:pt x="201" y="4"/>
                      <a:pt x="202" y="5"/>
                    </a:cubicBezTo>
                    <a:cubicBezTo>
                      <a:pt x="203" y="5"/>
                      <a:pt x="204" y="7"/>
                      <a:pt x="204" y="10"/>
                    </a:cubicBezTo>
                    <a:cubicBezTo>
                      <a:pt x="206" y="10"/>
                      <a:pt x="206" y="10"/>
                      <a:pt x="206" y="10"/>
                    </a:cubicBezTo>
                    <a:cubicBezTo>
                      <a:pt x="206" y="1"/>
                      <a:pt x="206" y="1"/>
                      <a:pt x="206" y="1"/>
                    </a:cubicBezTo>
                    <a:cubicBezTo>
                      <a:pt x="173" y="1"/>
                      <a:pt x="173" y="1"/>
                      <a:pt x="173" y="1"/>
                    </a:cubicBezTo>
                    <a:cubicBezTo>
                      <a:pt x="173" y="2"/>
                      <a:pt x="173" y="2"/>
                      <a:pt x="173" y="2"/>
                    </a:cubicBezTo>
                    <a:cubicBezTo>
                      <a:pt x="176" y="2"/>
                      <a:pt x="177" y="3"/>
                      <a:pt x="178" y="3"/>
                    </a:cubicBezTo>
                    <a:cubicBezTo>
                      <a:pt x="178" y="4"/>
                      <a:pt x="179" y="6"/>
                      <a:pt x="179" y="8"/>
                    </a:cubicBezTo>
                    <a:cubicBezTo>
                      <a:pt x="179" y="35"/>
                      <a:pt x="179" y="35"/>
                      <a:pt x="179" y="35"/>
                    </a:cubicBezTo>
                    <a:cubicBezTo>
                      <a:pt x="179" y="37"/>
                      <a:pt x="178" y="38"/>
                      <a:pt x="178" y="39"/>
                    </a:cubicBezTo>
                    <a:cubicBezTo>
                      <a:pt x="177" y="39"/>
                      <a:pt x="176" y="40"/>
                      <a:pt x="173" y="40"/>
                    </a:cubicBezTo>
                    <a:cubicBezTo>
                      <a:pt x="173" y="41"/>
                      <a:pt x="173" y="41"/>
                      <a:pt x="173" y="41"/>
                    </a:cubicBezTo>
                    <a:cubicBezTo>
                      <a:pt x="206" y="41"/>
                      <a:pt x="206" y="41"/>
                      <a:pt x="206" y="41"/>
                    </a:cubicBezTo>
                    <a:cubicBezTo>
                      <a:pt x="209" y="31"/>
                      <a:pt x="209" y="31"/>
                      <a:pt x="209" y="31"/>
                    </a:cubicBezTo>
                    <a:close/>
                    <a:moveTo>
                      <a:pt x="255" y="1"/>
                    </a:moveTo>
                    <a:cubicBezTo>
                      <a:pt x="241" y="1"/>
                      <a:pt x="241" y="1"/>
                      <a:pt x="241" y="1"/>
                    </a:cubicBezTo>
                    <a:cubicBezTo>
                      <a:pt x="241" y="2"/>
                      <a:pt x="241" y="2"/>
                      <a:pt x="241" y="2"/>
                    </a:cubicBezTo>
                    <a:cubicBezTo>
                      <a:pt x="244" y="2"/>
                      <a:pt x="245" y="3"/>
                      <a:pt x="246" y="4"/>
                    </a:cubicBezTo>
                    <a:cubicBezTo>
                      <a:pt x="247" y="5"/>
                      <a:pt x="247" y="7"/>
                      <a:pt x="247" y="10"/>
                    </a:cubicBezTo>
                    <a:cubicBezTo>
                      <a:pt x="247" y="30"/>
                      <a:pt x="247" y="30"/>
                      <a:pt x="247" y="30"/>
                    </a:cubicBezTo>
                    <a:cubicBezTo>
                      <a:pt x="247" y="30"/>
                      <a:pt x="247" y="30"/>
                      <a:pt x="247" y="30"/>
                    </a:cubicBezTo>
                    <a:cubicBezTo>
                      <a:pt x="224" y="1"/>
                      <a:pt x="224" y="1"/>
                      <a:pt x="224" y="1"/>
                    </a:cubicBezTo>
                    <a:cubicBezTo>
                      <a:pt x="213" y="1"/>
                      <a:pt x="213" y="1"/>
                      <a:pt x="213" y="1"/>
                    </a:cubicBezTo>
                    <a:cubicBezTo>
                      <a:pt x="213" y="2"/>
                      <a:pt x="213" y="2"/>
                      <a:pt x="213" y="2"/>
                    </a:cubicBezTo>
                    <a:cubicBezTo>
                      <a:pt x="215" y="2"/>
                      <a:pt x="217" y="3"/>
                      <a:pt x="219" y="5"/>
                    </a:cubicBezTo>
                    <a:cubicBezTo>
                      <a:pt x="219" y="32"/>
                      <a:pt x="219" y="32"/>
                      <a:pt x="219" y="32"/>
                    </a:cubicBezTo>
                    <a:cubicBezTo>
                      <a:pt x="219" y="35"/>
                      <a:pt x="219" y="37"/>
                      <a:pt x="218" y="38"/>
                    </a:cubicBezTo>
                    <a:cubicBezTo>
                      <a:pt x="217" y="39"/>
                      <a:pt x="216" y="40"/>
                      <a:pt x="213" y="40"/>
                    </a:cubicBezTo>
                    <a:cubicBezTo>
                      <a:pt x="213" y="41"/>
                      <a:pt x="213" y="41"/>
                      <a:pt x="213" y="41"/>
                    </a:cubicBezTo>
                    <a:cubicBezTo>
                      <a:pt x="228" y="41"/>
                      <a:pt x="228" y="41"/>
                      <a:pt x="228" y="41"/>
                    </a:cubicBezTo>
                    <a:cubicBezTo>
                      <a:pt x="228" y="40"/>
                      <a:pt x="228" y="40"/>
                      <a:pt x="228" y="40"/>
                    </a:cubicBezTo>
                    <a:cubicBezTo>
                      <a:pt x="225" y="40"/>
                      <a:pt x="224" y="39"/>
                      <a:pt x="223" y="38"/>
                    </a:cubicBezTo>
                    <a:cubicBezTo>
                      <a:pt x="222" y="37"/>
                      <a:pt x="222" y="35"/>
                      <a:pt x="222" y="32"/>
                    </a:cubicBezTo>
                    <a:cubicBezTo>
                      <a:pt x="222" y="9"/>
                      <a:pt x="222" y="9"/>
                      <a:pt x="222" y="9"/>
                    </a:cubicBezTo>
                    <a:cubicBezTo>
                      <a:pt x="222" y="9"/>
                      <a:pt x="222" y="9"/>
                      <a:pt x="222" y="9"/>
                    </a:cubicBezTo>
                    <a:cubicBezTo>
                      <a:pt x="249" y="41"/>
                      <a:pt x="249" y="41"/>
                      <a:pt x="249" y="41"/>
                    </a:cubicBezTo>
                    <a:cubicBezTo>
                      <a:pt x="250" y="41"/>
                      <a:pt x="250" y="41"/>
                      <a:pt x="250" y="41"/>
                    </a:cubicBezTo>
                    <a:cubicBezTo>
                      <a:pt x="250" y="10"/>
                      <a:pt x="250" y="10"/>
                      <a:pt x="250" y="10"/>
                    </a:cubicBezTo>
                    <a:cubicBezTo>
                      <a:pt x="250" y="7"/>
                      <a:pt x="250" y="5"/>
                      <a:pt x="251" y="4"/>
                    </a:cubicBezTo>
                    <a:cubicBezTo>
                      <a:pt x="251" y="3"/>
                      <a:pt x="253" y="2"/>
                      <a:pt x="255" y="2"/>
                    </a:cubicBezTo>
                    <a:cubicBezTo>
                      <a:pt x="255" y="1"/>
                      <a:pt x="255" y="1"/>
                      <a:pt x="255" y="1"/>
                    </a:cubicBezTo>
                    <a:close/>
                    <a:moveTo>
                      <a:pt x="329" y="1"/>
                    </a:moveTo>
                    <a:cubicBezTo>
                      <a:pt x="315" y="1"/>
                      <a:pt x="315" y="1"/>
                      <a:pt x="315" y="1"/>
                    </a:cubicBezTo>
                    <a:cubicBezTo>
                      <a:pt x="315" y="2"/>
                      <a:pt x="315" y="2"/>
                      <a:pt x="315" y="2"/>
                    </a:cubicBezTo>
                    <a:cubicBezTo>
                      <a:pt x="317" y="2"/>
                      <a:pt x="319" y="3"/>
                      <a:pt x="320" y="4"/>
                    </a:cubicBezTo>
                    <a:cubicBezTo>
                      <a:pt x="320" y="5"/>
                      <a:pt x="321" y="7"/>
                      <a:pt x="321" y="10"/>
                    </a:cubicBezTo>
                    <a:cubicBezTo>
                      <a:pt x="321" y="26"/>
                      <a:pt x="321" y="26"/>
                      <a:pt x="321" y="26"/>
                    </a:cubicBezTo>
                    <a:cubicBezTo>
                      <a:pt x="321" y="31"/>
                      <a:pt x="320" y="33"/>
                      <a:pt x="319" y="35"/>
                    </a:cubicBezTo>
                    <a:cubicBezTo>
                      <a:pt x="317" y="38"/>
                      <a:pt x="314" y="39"/>
                      <a:pt x="309" y="39"/>
                    </a:cubicBezTo>
                    <a:cubicBezTo>
                      <a:pt x="302" y="39"/>
                      <a:pt x="299" y="35"/>
                      <a:pt x="299" y="27"/>
                    </a:cubicBezTo>
                    <a:cubicBezTo>
                      <a:pt x="299" y="8"/>
                      <a:pt x="299" y="8"/>
                      <a:pt x="299" y="8"/>
                    </a:cubicBezTo>
                    <a:cubicBezTo>
                      <a:pt x="299" y="5"/>
                      <a:pt x="299" y="4"/>
                      <a:pt x="300" y="3"/>
                    </a:cubicBezTo>
                    <a:cubicBezTo>
                      <a:pt x="301" y="3"/>
                      <a:pt x="302" y="2"/>
                      <a:pt x="304" y="2"/>
                    </a:cubicBezTo>
                    <a:cubicBezTo>
                      <a:pt x="304" y="1"/>
                      <a:pt x="304" y="1"/>
                      <a:pt x="304" y="1"/>
                    </a:cubicBezTo>
                    <a:cubicBezTo>
                      <a:pt x="287" y="1"/>
                      <a:pt x="287" y="1"/>
                      <a:pt x="287" y="1"/>
                    </a:cubicBezTo>
                    <a:cubicBezTo>
                      <a:pt x="287" y="2"/>
                      <a:pt x="287" y="2"/>
                      <a:pt x="287" y="2"/>
                    </a:cubicBezTo>
                    <a:cubicBezTo>
                      <a:pt x="290" y="2"/>
                      <a:pt x="291" y="3"/>
                      <a:pt x="292" y="3"/>
                    </a:cubicBezTo>
                    <a:cubicBezTo>
                      <a:pt x="293" y="4"/>
                      <a:pt x="293" y="5"/>
                      <a:pt x="293" y="8"/>
                    </a:cubicBezTo>
                    <a:cubicBezTo>
                      <a:pt x="293" y="27"/>
                      <a:pt x="293" y="27"/>
                      <a:pt x="293" y="27"/>
                    </a:cubicBezTo>
                    <a:cubicBezTo>
                      <a:pt x="293" y="37"/>
                      <a:pt x="298" y="42"/>
                      <a:pt x="308" y="42"/>
                    </a:cubicBezTo>
                    <a:cubicBezTo>
                      <a:pt x="318" y="42"/>
                      <a:pt x="324" y="36"/>
                      <a:pt x="323" y="26"/>
                    </a:cubicBezTo>
                    <a:cubicBezTo>
                      <a:pt x="323" y="10"/>
                      <a:pt x="323" y="10"/>
                      <a:pt x="323" y="10"/>
                    </a:cubicBezTo>
                    <a:cubicBezTo>
                      <a:pt x="323" y="7"/>
                      <a:pt x="324" y="5"/>
                      <a:pt x="325" y="4"/>
                    </a:cubicBezTo>
                    <a:cubicBezTo>
                      <a:pt x="325" y="3"/>
                      <a:pt x="327" y="2"/>
                      <a:pt x="329" y="2"/>
                    </a:cubicBezTo>
                    <a:cubicBezTo>
                      <a:pt x="329" y="1"/>
                      <a:pt x="329" y="1"/>
                      <a:pt x="329" y="1"/>
                    </a:cubicBezTo>
                    <a:close/>
                    <a:moveTo>
                      <a:pt x="376" y="1"/>
                    </a:moveTo>
                    <a:cubicBezTo>
                      <a:pt x="362" y="1"/>
                      <a:pt x="362" y="1"/>
                      <a:pt x="362" y="1"/>
                    </a:cubicBezTo>
                    <a:cubicBezTo>
                      <a:pt x="362" y="2"/>
                      <a:pt x="362" y="2"/>
                      <a:pt x="362" y="2"/>
                    </a:cubicBezTo>
                    <a:cubicBezTo>
                      <a:pt x="364" y="2"/>
                      <a:pt x="366" y="3"/>
                      <a:pt x="366" y="4"/>
                    </a:cubicBezTo>
                    <a:cubicBezTo>
                      <a:pt x="367" y="5"/>
                      <a:pt x="367" y="7"/>
                      <a:pt x="367" y="10"/>
                    </a:cubicBezTo>
                    <a:cubicBezTo>
                      <a:pt x="367" y="30"/>
                      <a:pt x="367" y="30"/>
                      <a:pt x="367" y="30"/>
                    </a:cubicBezTo>
                    <a:cubicBezTo>
                      <a:pt x="367" y="30"/>
                      <a:pt x="367" y="30"/>
                      <a:pt x="367" y="30"/>
                    </a:cubicBezTo>
                    <a:cubicBezTo>
                      <a:pt x="344" y="1"/>
                      <a:pt x="344" y="1"/>
                      <a:pt x="344" y="1"/>
                    </a:cubicBezTo>
                    <a:cubicBezTo>
                      <a:pt x="334" y="1"/>
                      <a:pt x="334" y="1"/>
                      <a:pt x="334" y="1"/>
                    </a:cubicBezTo>
                    <a:cubicBezTo>
                      <a:pt x="334" y="2"/>
                      <a:pt x="334" y="2"/>
                      <a:pt x="334" y="2"/>
                    </a:cubicBezTo>
                    <a:cubicBezTo>
                      <a:pt x="336" y="2"/>
                      <a:pt x="338" y="3"/>
                      <a:pt x="340" y="5"/>
                    </a:cubicBezTo>
                    <a:cubicBezTo>
                      <a:pt x="340" y="32"/>
                      <a:pt x="340" y="32"/>
                      <a:pt x="340" y="32"/>
                    </a:cubicBezTo>
                    <a:cubicBezTo>
                      <a:pt x="340" y="35"/>
                      <a:pt x="339" y="37"/>
                      <a:pt x="338" y="38"/>
                    </a:cubicBezTo>
                    <a:cubicBezTo>
                      <a:pt x="338" y="39"/>
                      <a:pt x="336" y="40"/>
                      <a:pt x="334" y="40"/>
                    </a:cubicBezTo>
                    <a:cubicBezTo>
                      <a:pt x="334" y="41"/>
                      <a:pt x="334" y="41"/>
                      <a:pt x="334" y="41"/>
                    </a:cubicBezTo>
                    <a:cubicBezTo>
                      <a:pt x="348" y="41"/>
                      <a:pt x="348" y="41"/>
                      <a:pt x="348" y="41"/>
                    </a:cubicBezTo>
                    <a:cubicBezTo>
                      <a:pt x="348" y="40"/>
                      <a:pt x="348" y="40"/>
                      <a:pt x="348" y="40"/>
                    </a:cubicBezTo>
                    <a:cubicBezTo>
                      <a:pt x="346" y="40"/>
                      <a:pt x="344" y="39"/>
                      <a:pt x="343" y="38"/>
                    </a:cubicBezTo>
                    <a:cubicBezTo>
                      <a:pt x="343" y="37"/>
                      <a:pt x="342" y="35"/>
                      <a:pt x="342" y="32"/>
                    </a:cubicBezTo>
                    <a:cubicBezTo>
                      <a:pt x="342" y="9"/>
                      <a:pt x="342" y="9"/>
                      <a:pt x="342" y="9"/>
                    </a:cubicBezTo>
                    <a:cubicBezTo>
                      <a:pt x="342" y="9"/>
                      <a:pt x="342" y="9"/>
                      <a:pt x="342" y="9"/>
                    </a:cubicBezTo>
                    <a:cubicBezTo>
                      <a:pt x="369" y="41"/>
                      <a:pt x="369" y="41"/>
                      <a:pt x="369" y="41"/>
                    </a:cubicBezTo>
                    <a:cubicBezTo>
                      <a:pt x="370" y="41"/>
                      <a:pt x="370" y="41"/>
                      <a:pt x="370" y="41"/>
                    </a:cubicBezTo>
                    <a:cubicBezTo>
                      <a:pt x="370" y="10"/>
                      <a:pt x="370" y="10"/>
                      <a:pt x="370" y="10"/>
                    </a:cubicBezTo>
                    <a:cubicBezTo>
                      <a:pt x="370" y="7"/>
                      <a:pt x="371" y="5"/>
                      <a:pt x="371" y="4"/>
                    </a:cubicBezTo>
                    <a:cubicBezTo>
                      <a:pt x="372" y="3"/>
                      <a:pt x="373" y="2"/>
                      <a:pt x="376" y="2"/>
                    </a:cubicBezTo>
                    <a:cubicBezTo>
                      <a:pt x="376" y="1"/>
                      <a:pt x="376" y="1"/>
                      <a:pt x="376" y="1"/>
                    </a:cubicBezTo>
                    <a:close/>
                    <a:moveTo>
                      <a:pt x="381" y="41"/>
                    </a:moveTo>
                    <a:cubicBezTo>
                      <a:pt x="399" y="41"/>
                      <a:pt x="399" y="41"/>
                      <a:pt x="399" y="41"/>
                    </a:cubicBezTo>
                    <a:cubicBezTo>
                      <a:pt x="399" y="40"/>
                      <a:pt x="399" y="40"/>
                      <a:pt x="399" y="40"/>
                    </a:cubicBezTo>
                    <a:cubicBezTo>
                      <a:pt x="396" y="40"/>
                      <a:pt x="395" y="40"/>
                      <a:pt x="394" y="39"/>
                    </a:cubicBezTo>
                    <a:cubicBezTo>
                      <a:pt x="393" y="38"/>
                      <a:pt x="393" y="37"/>
                      <a:pt x="393" y="35"/>
                    </a:cubicBezTo>
                    <a:cubicBezTo>
                      <a:pt x="393" y="8"/>
                      <a:pt x="393" y="8"/>
                      <a:pt x="393" y="8"/>
                    </a:cubicBezTo>
                    <a:cubicBezTo>
                      <a:pt x="393" y="5"/>
                      <a:pt x="393" y="4"/>
                      <a:pt x="394" y="3"/>
                    </a:cubicBezTo>
                    <a:cubicBezTo>
                      <a:pt x="395" y="3"/>
                      <a:pt x="396" y="2"/>
                      <a:pt x="399" y="2"/>
                    </a:cubicBezTo>
                    <a:cubicBezTo>
                      <a:pt x="399" y="1"/>
                      <a:pt x="399" y="1"/>
                      <a:pt x="399" y="1"/>
                    </a:cubicBezTo>
                    <a:cubicBezTo>
                      <a:pt x="381" y="1"/>
                      <a:pt x="381" y="1"/>
                      <a:pt x="381" y="1"/>
                    </a:cubicBezTo>
                    <a:cubicBezTo>
                      <a:pt x="381" y="2"/>
                      <a:pt x="381" y="2"/>
                      <a:pt x="381" y="2"/>
                    </a:cubicBezTo>
                    <a:cubicBezTo>
                      <a:pt x="383" y="2"/>
                      <a:pt x="385" y="3"/>
                      <a:pt x="385" y="3"/>
                    </a:cubicBezTo>
                    <a:cubicBezTo>
                      <a:pt x="386" y="4"/>
                      <a:pt x="386" y="5"/>
                      <a:pt x="386" y="8"/>
                    </a:cubicBezTo>
                    <a:cubicBezTo>
                      <a:pt x="386" y="35"/>
                      <a:pt x="386" y="35"/>
                      <a:pt x="386" y="35"/>
                    </a:cubicBezTo>
                    <a:cubicBezTo>
                      <a:pt x="386" y="37"/>
                      <a:pt x="386" y="38"/>
                      <a:pt x="385" y="39"/>
                    </a:cubicBezTo>
                    <a:cubicBezTo>
                      <a:pt x="385" y="40"/>
                      <a:pt x="383" y="40"/>
                      <a:pt x="381" y="40"/>
                    </a:cubicBezTo>
                    <a:cubicBezTo>
                      <a:pt x="381" y="41"/>
                      <a:pt x="381" y="41"/>
                      <a:pt x="381" y="41"/>
                    </a:cubicBezTo>
                    <a:close/>
                    <a:moveTo>
                      <a:pt x="445" y="1"/>
                    </a:moveTo>
                    <a:cubicBezTo>
                      <a:pt x="433" y="1"/>
                      <a:pt x="433" y="1"/>
                      <a:pt x="433" y="1"/>
                    </a:cubicBezTo>
                    <a:cubicBezTo>
                      <a:pt x="433" y="2"/>
                      <a:pt x="433" y="2"/>
                      <a:pt x="433" y="2"/>
                    </a:cubicBezTo>
                    <a:cubicBezTo>
                      <a:pt x="436" y="2"/>
                      <a:pt x="437" y="3"/>
                      <a:pt x="437" y="5"/>
                    </a:cubicBezTo>
                    <a:cubicBezTo>
                      <a:pt x="437" y="6"/>
                      <a:pt x="437" y="7"/>
                      <a:pt x="436" y="8"/>
                    </a:cubicBezTo>
                    <a:cubicBezTo>
                      <a:pt x="436" y="9"/>
                      <a:pt x="436" y="9"/>
                      <a:pt x="436" y="9"/>
                    </a:cubicBezTo>
                    <a:cubicBezTo>
                      <a:pt x="427" y="32"/>
                      <a:pt x="427" y="32"/>
                      <a:pt x="427" y="32"/>
                    </a:cubicBezTo>
                    <a:cubicBezTo>
                      <a:pt x="418" y="11"/>
                      <a:pt x="418" y="11"/>
                      <a:pt x="418" y="11"/>
                    </a:cubicBezTo>
                    <a:cubicBezTo>
                      <a:pt x="417" y="10"/>
                      <a:pt x="417" y="9"/>
                      <a:pt x="416" y="8"/>
                    </a:cubicBezTo>
                    <a:cubicBezTo>
                      <a:pt x="416" y="6"/>
                      <a:pt x="415" y="5"/>
                      <a:pt x="415" y="5"/>
                    </a:cubicBezTo>
                    <a:cubicBezTo>
                      <a:pt x="415" y="3"/>
                      <a:pt x="416" y="2"/>
                      <a:pt x="420" y="2"/>
                    </a:cubicBezTo>
                    <a:cubicBezTo>
                      <a:pt x="420" y="1"/>
                      <a:pt x="420" y="1"/>
                      <a:pt x="420" y="1"/>
                    </a:cubicBezTo>
                    <a:cubicBezTo>
                      <a:pt x="404" y="1"/>
                      <a:pt x="404" y="1"/>
                      <a:pt x="404" y="1"/>
                    </a:cubicBezTo>
                    <a:cubicBezTo>
                      <a:pt x="404" y="2"/>
                      <a:pt x="404" y="2"/>
                      <a:pt x="404" y="2"/>
                    </a:cubicBezTo>
                    <a:cubicBezTo>
                      <a:pt x="405" y="2"/>
                      <a:pt x="406" y="3"/>
                      <a:pt x="407" y="4"/>
                    </a:cubicBezTo>
                    <a:cubicBezTo>
                      <a:pt x="408" y="4"/>
                      <a:pt x="409" y="6"/>
                      <a:pt x="410" y="9"/>
                    </a:cubicBezTo>
                    <a:cubicBezTo>
                      <a:pt x="425" y="41"/>
                      <a:pt x="425" y="41"/>
                      <a:pt x="425" y="41"/>
                    </a:cubicBezTo>
                    <a:cubicBezTo>
                      <a:pt x="426" y="41"/>
                      <a:pt x="426" y="41"/>
                      <a:pt x="426" y="41"/>
                    </a:cubicBezTo>
                    <a:cubicBezTo>
                      <a:pt x="439" y="8"/>
                      <a:pt x="439" y="8"/>
                      <a:pt x="439" y="8"/>
                    </a:cubicBezTo>
                    <a:cubicBezTo>
                      <a:pt x="440" y="5"/>
                      <a:pt x="441" y="4"/>
                      <a:pt x="442" y="3"/>
                    </a:cubicBezTo>
                    <a:cubicBezTo>
                      <a:pt x="442" y="3"/>
                      <a:pt x="443" y="2"/>
                      <a:pt x="445" y="2"/>
                    </a:cubicBezTo>
                    <a:cubicBezTo>
                      <a:pt x="445" y="1"/>
                      <a:pt x="445" y="1"/>
                      <a:pt x="445" y="1"/>
                    </a:cubicBezTo>
                    <a:close/>
                    <a:moveTo>
                      <a:pt x="485" y="31"/>
                    </a:moveTo>
                    <a:cubicBezTo>
                      <a:pt x="484" y="31"/>
                      <a:pt x="484" y="31"/>
                      <a:pt x="484" y="31"/>
                    </a:cubicBezTo>
                    <a:cubicBezTo>
                      <a:pt x="482" y="34"/>
                      <a:pt x="481" y="36"/>
                      <a:pt x="479" y="37"/>
                    </a:cubicBezTo>
                    <a:cubicBezTo>
                      <a:pt x="477" y="38"/>
                      <a:pt x="474" y="39"/>
                      <a:pt x="471" y="39"/>
                    </a:cubicBezTo>
                    <a:cubicBezTo>
                      <a:pt x="466" y="39"/>
                      <a:pt x="463" y="39"/>
                      <a:pt x="463" y="39"/>
                    </a:cubicBezTo>
                    <a:cubicBezTo>
                      <a:pt x="462" y="38"/>
                      <a:pt x="461" y="38"/>
                      <a:pt x="461" y="36"/>
                    </a:cubicBezTo>
                    <a:cubicBezTo>
                      <a:pt x="461" y="21"/>
                      <a:pt x="461" y="21"/>
                      <a:pt x="461" y="21"/>
                    </a:cubicBezTo>
                    <a:cubicBezTo>
                      <a:pt x="471" y="22"/>
                      <a:pt x="471" y="22"/>
                      <a:pt x="471" y="22"/>
                    </a:cubicBezTo>
                    <a:cubicBezTo>
                      <a:pt x="473" y="22"/>
                      <a:pt x="475" y="22"/>
                      <a:pt x="476" y="23"/>
                    </a:cubicBezTo>
                    <a:cubicBezTo>
                      <a:pt x="477" y="23"/>
                      <a:pt x="477" y="25"/>
                      <a:pt x="477" y="27"/>
                    </a:cubicBezTo>
                    <a:cubicBezTo>
                      <a:pt x="479" y="27"/>
                      <a:pt x="479" y="27"/>
                      <a:pt x="479" y="27"/>
                    </a:cubicBezTo>
                    <a:cubicBezTo>
                      <a:pt x="479" y="13"/>
                      <a:pt x="479" y="13"/>
                      <a:pt x="479" y="13"/>
                    </a:cubicBezTo>
                    <a:cubicBezTo>
                      <a:pt x="477" y="13"/>
                      <a:pt x="477" y="13"/>
                      <a:pt x="477" y="13"/>
                    </a:cubicBezTo>
                    <a:cubicBezTo>
                      <a:pt x="477" y="16"/>
                      <a:pt x="477" y="17"/>
                      <a:pt x="476" y="18"/>
                    </a:cubicBezTo>
                    <a:cubicBezTo>
                      <a:pt x="475" y="19"/>
                      <a:pt x="473" y="19"/>
                      <a:pt x="471" y="19"/>
                    </a:cubicBezTo>
                    <a:cubicBezTo>
                      <a:pt x="461" y="19"/>
                      <a:pt x="461" y="19"/>
                      <a:pt x="461" y="19"/>
                    </a:cubicBezTo>
                    <a:cubicBezTo>
                      <a:pt x="461" y="5"/>
                      <a:pt x="461" y="5"/>
                      <a:pt x="461" y="5"/>
                    </a:cubicBezTo>
                    <a:cubicBezTo>
                      <a:pt x="461" y="4"/>
                      <a:pt x="462" y="3"/>
                      <a:pt x="463" y="3"/>
                    </a:cubicBezTo>
                    <a:cubicBezTo>
                      <a:pt x="472" y="3"/>
                      <a:pt x="472" y="3"/>
                      <a:pt x="472" y="3"/>
                    </a:cubicBezTo>
                    <a:cubicBezTo>
                      <a:pt x="475" y="3"/>
                      <a:pt x="477" y="4"/>
                      <a:pt x="478" y="5"/>
                    </a:cubicBezTo>
                    <a:cubicBezTo>
                      <a:pt x="480" y="5"/>
                      <a:pt x="480" y="7"/>
                      <a:pt x="481" y="10"/>
                    </a:cubicBezTo>
                    <a:cubicBezTo>
                      <a:pt x="482" y="10"/>
                      <a:pt x="482" y="10"/>
                      <a:pt x="482" y="10"/>
                    </a:cubicBezTo>
                    <a:cubicBezTo>
                      <a:pt x="482" y="1"/>
                      <a:pt x="482" y="1"/>
                      <a:pt x="482" y="1"/>
                    </a:cubicBezTo>
                    <a:cubicBezTo>
                      <a:pt x="450" y="1"/>
                      <a:pt x="450" y="1"/>
                      <a:pt x="450" y="1"/>
                    </a:cubicBezTo>
                    <a:cubicBezTo>
                      <a:pt x="450" y="2"/>
                      <a:pt x="450" y="2"/>
                      <a:pt x="450" y="2"/>
                    </a:cubicBezTo>
                    <a:cubicBezTo>
                      <a:pt x="452" y="2"/>
                      <a:pt x="454" y="3"/>
                      <a:pt x="454" y="3"/>
                    </a:cubicBezTo>
                    <a:cubicBezTo>
                      <a:pt x="455" y="4"/>
                      <a:pt x="455" y="6"/>
                      <a:pt x="455" y="8"/>
                    </a:cubicBezTo>
                    <a:cubicBezTo>
                      <a:pt x="455" y="35"/>
                      <a:pt x="455" y="35"/>
                      <a:pt x="455" y="35"/>
                    </a:cubicBezTo>
                    <a:cubicBezTo>
                      <a:pt x="455" y="37"/>
                      <a:pt x="455" y="38"/>
                      <a:pt x="454" y="39"/>
                    </a:cubicBezTo>
                    <a:cubicBezTo>
                      <a:pt x="454" y="39"/>
                      <a:pt x="452" y="40"/>
                      <a:pt x="450" y="40"/>
                    </a:cubicBezTo>
                    <a:cubicBezTo>
                      <a:pt x="450" y="41"/>
                      <a:pt x="450" y="41"/>
                      <a:pt x="450" y="41"/>
                    </a:cubicBezTo>
                    <a:cubicBezTo>
                      <a:pt x="483" y="41"/>
                      <a:pt x="483" y="41"/>
                      <a:pt x="483" y="41"/>
                    </a:cubicBezTo>
                    <a:cubicBezTo>
                      <a:pt x="485" y="31"/>
                      <a:pt x="485" y="31"/>
                      <a:pt x="485" y="31"/>
                    </a:cubicBezTo>
                    <a:close/>
                    <a:moveTo>
                      <a:pt x="529" y="40"/>
                    </a:moveTo>
                    <a:cubicBezTo>
                      <a:pt x="527" y="40"/>
                      <a:pt x="525" y="39"/>
                      <a:pt x="524" y="37"/>
                    </a:cubicBezTo>
                    <a:cubicBezTo>
                      <a:pt x="511" y="22"/>
                      <a:pt x="511" y="22"/>
                      <a:pt x="511" y="22"/>
                    </a:cubicBezTo>
                    <a:cubicBezTo>
                      <a:pt x="519" y="21"/>
                      <a:pt x="522" y="17"/>
                      <a:pt x="522" y="12"/>
                    </a:cubicBezTo>
                    <a:cubicBezTo>
                      <a:pt x="522" y="5"/>
                      <a:pt x="517" y="1"/>
                      <a:pt x="507" y="1"/>
                    </a:cubicBezTo>
                    <a:cubicBezTo>
                      <a:pt x="490" y="1"/>
                      <a:pt x="490" y="1"/>
                      <a:pt x="490" y="1"/>
                    </a:cubicBezTo>
                    <a:cubicBezTo>
                      <a:pt x="490" y="2"/>
                      <a:pt x="490" y="2"/>
                      <a:pt x="490" y="2"/>
                    </a:cubicBezTo>
                    <a:cubicBezTo>
                      <a:pt x="493" y="2"/>
                      <a:pt x="494" y="3"/>
                      <a:pt x="494" y="3"/>
                    </a:cubicBezTo>
                    <a:cubicBezTo>
                      <a:pt x="495" y="4"/>
                      <a:pt x="495" y="5"/>
                      <a:pt x="495" y="8"/>
                    </a:cubicBezTo>
                    <a:cubicBezTo>
                      <a:pt x="495" y="34"/>
                      <a:pt x="495" y="34"/>
                      <a:pt x="495" y="34"/>
                    </a:cubicBezTo>
                    <a:cubicBezTo>
                      <a:pt x="495" y="37"/>
                      <a:pt x="495" y="38"/>
                      <a:pt x="494" y="39"/>
                    </a:cubicBezTo>
                    <a:cubicBezTo>
                      <a:pt x="494" y="39"/>
                      <a:pt x="493" y="40"/>
                      <a:pt x="490" y="40"/>
                    </a:cubicBezTo>
                    <a:cubicBezTo>
                      <a:pt x="490" y="41"/>
                      <a:pt x="490" y="41"/>
                      <a:pt x="490" y="41"/>
                    </a:cubicBezTo>
                    <a:cubicBezTo>
                      <a:pt x="507" y="41"/>
                      <a:pt x="507" y="41"/>
                      <a:pt x="507" y="41"/>
                    </a:cubicBezTo>
                    <a:cubicBezTo>
                      <a:pt x="507" y="40"/>
                      <a:pt x="507" y="40"/>
                      <a:pt x="507" y="40"/>
                    </a:cubicBezTo>
                    <a:cubicBezTo>
                      <a:pt x="505" y="40"/>
                      <a:pt x="503" y="39"/>
                      <a:pt x="502" y="39"/>
                    </a:cubicBezTo>
                    <a:cubicBezTo>
                      <a:pt x="502" y="38"/>
                      <a:pt x="502" y="37"/>
                      <a:pt x="502" y="35"/>
                    </a:cubicBezTo>
                    <a:cubicBezTo>
                      <a:pt x="502" y="23"/>
                      <a:pt x="502" y="23"/>
                      <a:pt x="502" y="23"/>
                    </a:cubicBezTo>
                    <a:cubicBezTo>
                      <a:pt x="505" y="23"/>
                      <a:pt x="505" y="23"/>
                      <a:pt x="505" y="23"/>
                    </a:cubicBezTo>
                    <a:cubicBezTo>
                      <a:pt x="519" y="41"/>
                      <a:pt x="519" y="41"/>
                      <a:pt x="519" y="41"/>
                    </a:cubicBezTo>
                    <a:cubicBezTo>
                      <a:pt x="529" y="41"/>
                      <a:pt x="529" y="41"/>
                      <a:pt x="529" y="41"/>
                    </a:cubicBezTo>
                    <a:cubicBezTo>
                      <a:pt x="529" y="40"/>
                      <a:pt x="529" y="40"/>
                      <a:pt x="529" y="40"/>
                    </a:cubicBezTo>
                    <a:close/>
                    <a:moveTo>
                      <a:pt x="502" y="5"/>
                    </a:moveTo>
                    <a:cubicBezTo>
                      <a:pt x="501" y="4"/>
                      <a:pt x="502" y="3"/>
                      <a:pt x="505" y="3"/>
                    </a:cubicBezTo>
                    <a:cubicBezTo>
                      <a:pt x="512" y="3"/>
                      <a:pt x="516" y="6"/>
                      <a:pt x="516" y="12"/>
                    </a:cubicBezTo>
                    <a:cubicBezTo>
                      <a:pt x="516" y="18"/>
                      <a:pt x="511" y="21"/>
                      <a:pt x="502" y="20"/>
                    </a:cubicBezTo>
                    <a:cubicBezTo>
                      <a:pt x="502" y="5"/>
                      <a:pt x="502" y="5"/>
                      <a:pt x="502" y="5"/>
                    </a:cubicBezTo>
                    <a:close/>
                    <a:moveTo>
                      <a:pt x="559" y="0"/>
                    </a:moveTo>
                    <a:cubicBezTo>
                      <a:pt x="558" y="0"/>
                      <a:pt x="558" y="0"/>
                      <a:pt x="558" y="0"/>
                    </a:cubicBezTo>
                    <a:cubicBezTo>
                      <a:pt x="558" y="2"/>
                      <a:pt x="557" y="2"/>
                      <a:pt x="556" y="2"/>
                    </a:cubicBezTo>
                    <a:cubicBezTo>
                      <a:pt x="556" y="2"/>
                      <a:pt x="555" y="2"/>
                      <a:pt x="554" y="2"/>
                    </a:cubicBezTo>
                    <a:cubicBezTo>
                      <a:pt x="551" y="1"/>
                      <a:pt x="549" y="0"/>
                      <a:pt x="548" y="0"/>
                    </a:cubicBezTo>
                    <a:cubicBezTo>
                      <a:pt x="541" y="1"/>
                      <a:pt x="537" y="4"/>
                      <a:pt x="537" y="10"/>
                    </a:cubicBezTo>
                    <a:cubicBezTo>
                      <a:pt x="536" y="15"/>
                      <a:pt x="540" y="19"/>
                      <a:pt x="546" y="23"/>
                    </a:cubicBezTo>
                    <a:cubicBezTo>
                      <a:pt x="550" y="25"/>
                      <a:pt x="553" y="27"/>
                      <a:pt x="554" y="28"/>
                    </a:cubicBezTo>
                    <a:cubicBezTo>
                      <a:pt x="556" y="29"/>
                      <a:pt x="556" y="31"/>
                      <a:pt x="556" y="33"/>
                    </a:cubicBezTo>
                    <a:cubicBezTo>
                      <a:pt x="556" y="37"/>
                      <a:pt x="553" y="40"/>
                      <a:pt x="549" y="40"/>
                    </a:cubicBezTo>
                    <a:cubicBezTo>
                      <a:pt x="543" y="40"/>
                      <a:pt x="539" y="36"/>
                      <a:pt x="536" y="29"/>
                    </a:cubicBezTo>
                    <a:cubicBezTo>
                      <a:pt x="535" y="29"/>
                      <a:pt x="535" y="29"/>
                      <a:pt x="535" y="29"/>
                    </a:cubicBezTo>
                    <a:cubicBezTo>
                      <a:pt x="537" y="41"/>
                      <a:pt x="537" y="41"/>
                      <a:pt x="537" y="41"/>
                    </a:cubicBezTo>
                    <a:cubicBezTo>
                      <a:pt x="538" y="41"/>
                      <a:pt x="538" y="41"/>
                      <a:pt x="538" y="41"/>
                    </a:cubicBezTo>
                    <a:cubicBezTo>
                      <a:pt x="538" y="41"/>
                      <a:pt x="539" y="40"/>
                      <a:pt x="540" y="40"/>
                    </a:cubicBezTo>
                    <a:cubicBezTo>
                      <a:pt x="540" y="40"/>
                      <a:pt x="541" y="40"/>
                      <a:pt x="543" y="41"/>
                    </a:cubicBezTo>
                    <a:cubicBezTo>
                      <a:pt x="545" y="41"/>
                      <a:pt x="548" y="42"/>
                      <a:pt x="549" y="42"/>
                    </a:cubicBezTo>
                    <a:cubicBezTo>
                      <a:pt x="557" y="41"/>
                      <a:pt x="561" y="38"/>
                      <a:pt x="562" y="31"/>
                    </a:cubicBezTo>
                    <a:cubicBezTo>
                      <a:pt x="561" y="25"/>
                      <a:pt x="557" y="20"/>
                      <a:pt x="551" y="18"/>
                    </a:cubicBezTo>
                    <a:cubicBezTo>
                      <a:pt x="546" y="15"/>
                      <a:pt x="543" y="12"/>
                      <a:pt x="542" y="8"/>
                    </a:cubicBezTo>
                    <a:cubicBezTo>
                      <a:pt x="542" y="5"/>
                      <a:pt x="544" y="3"/>
                      <a:pt x="548" y="3"/>
                    </a:cubicBezTo>
                    <a:cubicBezTo>
                      <a:pt x="554" y="3"/>
                      <a:pt x="558" y="6"/>
                      <a:pt x="559" y="13"/>
                    </a:cubicBezTo>
                    <a:cubicBezTo>
                      <a:pt x="561" y="13"/>
                      <a:pt x="561" y="13"/>
                      <a:pt x="561" y="13"/>
                    </a:cubicBezTo>
                    <a:cubicBezTo>
                      <a:pt x="559" y="0"/>
                      <a:pt x="559" y="0"/>
                      <a:pt x="559" y="0"/>
                    </a:cubicBezTo>
                    <a:close/>
                    <a:moveTo>
                      <a:pt x="570" y="41"/>
                    </a:moveTo>
                    <a:cubicBezTo>
                      <a:pt x="588" y="41"/>
                      <a:pt x="588" y="41"/>
                      <a:pt x="588" y="41"/>
                    </a:cubicBezTo>
                    <a:cubicBezTo>
                      <a:pt x="588" y="40"/>
                      <a:pt x="588" y="40"/>
                      <a:pt x="588" y="40"/>
                    </a:cubicBezTo>
                    <a:cubicBezTo>
                      <a:pt x="586" y="40"/>
                      <a:pt x="584" y="40"/>
                      <a:pt x="583" y="39"/>
                    </a:cubicBezTo>
                    <a:cubicBezTo>
                      <a:pt x="583" y="38"/>
                      <a:pt x="582" y="37"/>
                      <a:pt x="582" y="35"/>
                    </a:cubicBezTo>
                    <a:cubicBezTo>
                      <a:pt x="582" y="8"/>
                      <a:pt x="582" y="8"/>
                      <a:pt x="582" y="8"/>
                    </a:cubicBezTo>
                    <a:cubicBezTo>
                      <a:pt x="582" y="5"/>
                      <a:pt x="583" y="4"/>
                      <a:pt x="583" y="3"/>
                    </a:cubicBezTo>
                    <a:cubicBezTo>
                      <a:pt x="584" y="3"/>
                      <a:pt x="586" y="2"/>
                      <a:pt x="588" y="2"/>
                    </a:cubicBezTo>
                    <a:cubicBezTo>
                      <a:pt x="588" y="1"/>
                      <a:pt x="588" y="1"/>
                      <a:pt x="588" y="1"/>
                    </a:cubicBezTo>
                    <a:cubicBezTo>
                      <a:pt x="570" y="1"/>
                      <a:pt x="570" y="1"/>
                      <a:pt x="570" y="1"/>
                    </a:cubicBezTo>
                    <a:cubicBezTo>
                      <a:pt x="570" y="2"/>
                      <a:pt x="570" y="2"/>
                      <a:pt x="570" y="2"/>
                    </a:cubicBezTo>
                    <a:cubicBezTo>
                      <a:pt x="573" y="2"/>
                      <a:pt x="574" y="3"/>
                      <a:pt x="575" y="3"/>
                    </a:cubicBezTo>
                    <a:cubicBezTo>
                      <a:pt x="576" y="4"/>
                      <a:pt x="576" y="5"/>
                      <a:pt x="576" y="8"/>
                    </a:cubicBezTo>
                    <a:cubicBezTo>
                      <a:pt x="576" y="35"/>
                      <a:pt x="576" y="35"/>
                      <a:pt x="576" y="35"/>
                    </a:cubicBezTo>
                    <a:cubicBezTo>
                      <a:pt x="576" y="37"/>
                      <a:pt x="576" y="38"/>
                      <a:pt x="575" y="39"/>
                    </a:cubicBezTo>
                    <a:cubicBezTo>
                      <a:pt x="574" y="40"/>
                      <a:pt x="573" y="40"/>
                      <a:pt x="570" y="40"/>
                    </a:cubicBezTo>
                    <a:cubicBezTo>
                      <a:pt x="570" y="41"/>
                      <a:pt x="570" y="41"/>
                      <a:pt x="570" y="41"/>
                    </a:cubicBezTo>
                    <a:close/>
                    <a:moveTo>
                      <a:pt x="620" y="40"/>
                    </a:moveTo>
                    <a:cubicBezTo>
                      <a:pt x="617" y="40"/>
                      <a:pt x="615" y="39"/>
                      <a:pt x="615" y="39"/>
                    </a:cubicBezTo>
                    <a:cubicBezTo>
                      <a:pt x="614" y="38"/>
                      <a:pt x="614" y="37"/>
                      <a:pt x="614" y="35"/>
                    </a:cubicBezTo>
                    <a:cubicBezTo>
                      <a:pt x="614" y="4"/>
                      <a:pt x="614" y="4"/>
                      <a:pt x="614" y="4"/>
                    </a:cubicBezTo>
                    <a:cubicBezTo>
                      <a:pt x="617" y="4"/>
                      <a:pt x="617" y="4"/>
                      <a:pt x="617" y="4"/>
                    </a:cubicBezTo>
                    <a:cubicBezTo>
                      <a:pt x="621" y="4"/>
                      <a:pt x="623" y="4"/>
                      <a:pt x="624" y="5"/>
                    </a:cubicBezTo>
                    <a:cubicBezTo>
                      <a:pt x="625" y="6"/>
                      <a:pt x="626" y="8"/>
                      <a:pt x="627" y="11"/>
                    </a:cubicBezTo>
                    <a:cubicBezTo>
                      <a:pt x="628" y="11"/>
                      <a:pt x="628" y="11"/>
                      <a:pt x="628" y="11"/>
                    </a:cubicBezTo>
                    <a:cubicBezTo>
                      <a:pt x="628" y="1"/>
                      <a:pt x="628" y="1"/>
                      <a:pt x="628" y="1"/>
                    </a:cubicBezTo>
                    <a:cubicBezTo>
                      <a:pt x="594" y="1"/>
                      <a:pt x="594" y="1"/>
                      <a:pt x="594" y="1"/>
                    </a:cubicBezTo>
                    <a:cubicBezTo>
                      <a:pt x="593" y="11"/>
                      <a:pt x="593" y="11"/>
                      <a:pt x="593" y="11"/>
                    </a:cubicBezTo>
                    <a:cubicBezTo>
                      <a:pt x="595" y="11"/>
                      <a:pt x="595" y="11"/>
                      <a:pt x="595" y="11"/>
                    </a:cubicBezTo>
                    <a:cubicBezTo>
                      <a:pt x="595" y="8"/>
                      <a:pt x="596" y="6"/>
                      <a:pt x="597" y="5"/>
                    </a:cubicBezTo>
                    <a:cubicBezTo>
                      <a:pt x="599" y="4"/>
                      <a:pt x="601" y="4"/>
                      <a:pt x="604" y="4"/>
                    </a:cubicBezTo>
                    <a:cubicBezTo>
                      <a:pt x="608" y="4"/>
                      <a:pt x="608" y="4"/>
                      <a:pt x="608" y="4"/>
                    </a:cubicBezTo>
                    <a:cubicBezTo>
                      <a:pt x="608" y="34"/>
                      <a:pt x="608" y="34"/>
                      <a:pt x="608" y="34"/>
                    </a:cubicBezTo>
                    <a:cubicBezTo>
                      <a:pt x="608" y="37"/>
                      <a:pt x="607" y="38"/>
                      <a:pt x="607" y="39"/>
                    </a:cubicBezTo>
                    <a:cubicBezTo>
                      <a:pt x="606" y="39"/>
                      <a:pt x="604" y="40"/>
                      <a:pt x="602" y="40"/>
                    </a:cubicBezTo>
                    <a:cubicBezTo>
                      <a:pt x="602" y="41"/>
                      <a:pt x="602" y="41"/>
                      <a:pt x="602" y="41"/>
                    </a:cubicBezTo>
                    <a:cubicBezTo>
                      <a:pt x="620" y="41"/>
                      <a:pt x="620" y="41"/>
                      <a:pt x="620" y="41"/>
                    </a:cubicBezTo>
                    <a:cubicBezTo>
                      <a:pt x="620" y="40"/>
                      <a:pt x="620" y="40"/>
                      <a:pt x="620" y="40"/>
                    </a:cubicBezTo>
                    <a:close/>
                    <a:moveTo>
                      <a:pt x="675" y="1"/>
                    </a:moveTo>
                    <a:cubicBezTo>
                      <a:pt x="661" y="1"/>
                      <a:pt x="661" y="1"/>
                      <a:pt x="661" y="1"/>
                    </a:cubicBezTo>
                    <a:cubicBezTo>
                      <a:pt x="661" y="2"/>
                      <a:pt x="661" y="2"/>
                      <a:pt x="661" y="2"/>
                    </a:cubicBezTo>
                    <a:cubicBezTo>
                      <a:pt x="664" y="2"/>
                      <a:pt x="666" y="3"/>
                      <a:pt x="666" y="4"/>
                    </a:cubicBezTo>
                    <a:cubicBezTo>
                      <a:pt x="666" y="5"/>
                      <a:pt x="665" y="6"/>
                      <a:pt x="665" y="6"/>
                    </a:cubicBezTo>
                    <a:cubicBezTo>
                      <a:pt x="656" y="20"/>
                      <a:pt x="656" y="20"/>
                      <a:pt x="656" y="20"/>
                    </a:cubicBezTo>
                    <a:cubicBezTo>
                      <a:pt x="647" y="7"/>
                      <a:pt x="647" y="7"/>
                      <a:pt x="647" y="7"/>
                    </a:cubicBezTo>
                    <a:cubicBezTo>
                      <a:pt x="646" y="6"/>
                      <a:pt x="646" y="5"/>
                      <a:pt x="646" y="4"/>
                    </a:cubicBezTo>
                    <a:cubicBezTo>
                      <a:pt x="646" y="3"/>
                      <a:pt x="647" y="2"/>
                      <a:pt x="650" y="2"/>
                    </a:cubicBezTo>
                    <a:cubicBezTo>
                      <a:pt x="650" y="2"/>
                      <a:pt x="650" y="2"/>
                      <a:pt x="650" y="2"/>
                    </a:cubicBezTo>
                    <a:cubicBezTo>
                      <a:pt x="650" y="1"/>
                      <a:pt x="650" y="1"/>
                      <a:pt x="650" y="1"/>
                    </a:cubicBezTo>
                    <a:cubicBezTo>
                      <a:pt x="634" y="1"/>
                      <a:pt x="634" y="1"/>
                      <a:pt x="634" y="1"/>
                    </a:cubicBezTo>
                    <a:cubicBezTo>
                      <a:pt x="634" y="2"/>
                      <a:pt x="634" y="2"/>
                      <a:pt x="634" y="2"/>
                    </a:cubicBezTo>
                    <a:cubicBezTo>
                      <a:pt x="635" y="2"/>
                      <a:pt x="636" y="3"/>
                      <a:pt x="637" y="4"/>
                    </a:cubicBezTo>
                    <a:cubicBezTo>
                      <a:pt x="638" y="5"/>
                      <a:pt x="640" y="8"/>
                      <a:pt x="643" y="12"/>
                    </a:cubicBezTo>
                    <a:cubicBezTo>
                      <a:pt x="651" y="23"/>
                      <a:pt x="651" y="23"/>
                      <a:pt x="651" y="23"/>
                    </a:cubicBezTo>
                    <a:cubicBezTo>
                      <a:pt x="651" y="34"/>
                      <a:pt x="651" y="34"/>
                      <a:pt x="651" y="34"/>
                    </a:cubicBezTo>
                    <a:cubicBezTo>
                      <a:pt x="651" y="37"/>
                      <a:pt x="651" y="38"/>
                      <a:pt x="650" y="39"/>
                    </a:cubicBezTo>
                    <a:cubicBezTo>
                      <a:pt x="650" y="40"/>
                      <a:pt x="648" y="40"/>
                      <a:pt x="645" y="40"/>
                    </a:cubicBezTo>
                    <a:cubicBezTo>
                      <a:pt x="645" y="41"/>
                      <a:pt x="645" y="41"/>
                      <a:pt x="645" y="41"/>
                    </a:cubicBezTo>
                    <a:cubicBezTo>
                      <a:pt x="664" y="41"/>
                      <a:pt x="664" y="41"/>
                      <a:pt x="664" y="41"/>
                    </a:cubicBezTo>
                    <a:cubicBezTo>
                      <a:pt x="664" y="40"/>
                      <a:pt x="664" y="40"/>
                      <a:pt x="664" y="40"/>
                    </a:cubicBezTo>
                    <a:cubicBezTo>
                      <a:pt x="661" y="40"/>
                      <a:pt x="659" y="40"/>
                      <a:pt x="659" y="39"/>
                    </a:cubicBezTo>
                    <a:cubicBezTo>
                      <a:pt x="658" y="38"/>
                      <a:pt x="657" y="37"/>
                      <a:pt x="657" y="35"/>
                    </a:cubicBezTo>
                    <a:cubicBezTo>
                      <a:pt x="657" y="23"/>
                      <a:pt x="657" y="23"/>
                      <a:pt x="657" y="23"/>
                    </a:cubicBezTo>
                    <a:cubicBezTo>
                      <a:pt x="666" y="9"/>
                      <a:pt x="666" y="9"/>
                      <a:pt x="666" y="9"/>
                    </a:cubicBezTo>
                    <a:cubicBezTo>
                      <a:pt x="669" y="4"/>
                      <a:pt x="672" y="2"/>
                      <a:pt x="675" y="2"/>
                    </a:cubicBezTo>
                    <a:cubicBezTo>
                      <a:pt x="675" y="1"/>
                      <a:pt x="675" y="1"/>
                      <a:pt x="67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grpSp>
          <p:nvGrpSpPr>
            <p:cNvPr id="4" name="组合 3"/>
            <p:cNvGrpSpPr/>
            <p:nvPr/>
          </p:nvGrpSpPr>
          <p:grpSpPr>
            <a:xfrm>
              <a:off x="3763962" y="0"/>
              <a:ext cx="1069105" cy="1067923"/>
              <a:chOff x="3851276" y="1292225"/>
              <a:chExt cx="1435100" cy="1433513"/>
            </a:xfrm>
            <a:grpFill/>
          </p:grpSpPr>
          <p:sp>
            <p:nvSpPr>
              <p:cNvPr id="5" name="Freeform 15"/>
              <p:cNvSpPr>
                <a:spLocks noEditPoints="1"/>
              </p:cNvSpPr>
              <p:nvPr/>
            </p:nvSpPr>
            <p:spPr bwMode="auto">
              <a:xfrm>
                <a:off x="3956051" y="1852613"/>
                <a:ext cx="1228725" cy="158750"/>
              </a:xfrm>
              <a:custGeom>
                <a:avLst/>
                <a:gdLst>
                  <a:gd name="T0" fmla="*/ 50 w 774"/>
                  <a:gd name="T1" fmla="*/ 0 h 100"/>
                  <a:gd name="T2" fmla="*/ 59 w 774"/>
                  <a:gd name="T3" fmla="*/ 26 h 100"/>
                  <a:gd name="T4" fmla="*/ 83 w 774"/>
                  <a:gd name="T5" fmla="*/ 14 h 100"/>
                  <a:gd name="T6" fmla="*/ 74 w 774"/>
                  <a:gd name="T7" fmla="*/ 40 h 100"/>
                  <a:gd name="T8" fmla="*/ 97 w 774"/>
                  <a:gd name="T9" fmla="*/ 50 h 100"/>
                  <a:gd name="T10" fmla="*/ 74 w 774"/>
                  <a:gd name="T11" fmla="*/ 59 h 100"/>
                  <a:gd name="T12" fmla="*/ 83 w 774"/>
                  <a:gd name="T13" fmla="*/ 85 h 100"/>
                  <a:gd name="T14" fmla="*/ 59 w 774"/>
                  <a:gd name="T15" fmla="*/ 74 h 100"/>
                  <a:gd name="T16" fmla="*/ 50 w 774"/>
                  <a:gd name="T17" fmla="*/ 100 h 100"/>
                  <a:gd name="T18" fmla="*/ 40 w 774"/>
                  <a:gd name="T19" fmla="*/ 74 h 100"/>
                  <a:gd name="T20" fmla="*/ 14 w 774"/>
                  <a:gd name="T21" fmla="*/ 85 h 100"/>
                  <a:gd name="T22" fmla="*/ 26 w 774"/>
                  <a:gd name="T23" fmla="*/ 59 h 100"/>
                  <a:gd name="T24" fmla="*/ 0 w 774"/>
                  <a:gd name="T25" fmla="*/ 50 h 100"/>
                  <a:gd name="T26" fmla="*/ 26 w 774"/>
                  <a:gd name="T27" fmla="*/ 40 h 100"/>
                  <a:gd name="T28" fmla="*/ 14 w 774"/>
                  <a:gd name="T29" fmla="*/ 14 h 100"/>
                  <a:gd name="T30" fmla="*/ 40 w 774"/>
                  <a:gd name="T31" fmla="*/ 26 h 100"/>
                  <a:gd name="T32" fmla="*/ 50 w 774"/>
                  <a:gd name="T33" fmla="*/ 0 h 100"/>
                  <a:gd name="T34" fmla="*/ 50 w 774"/>
                  <a:gd name="T35" fmla="*/ 0 h 100"/>
                  <a:gd name="T36" fmla="*/ 724 w 774"/>
                  <a:gd name="T37" fmla="*/ 0 h 100"/>
                  <a:gd name="T38" fmla="*/ 733 w 774"/>
                  <a:gd name="T39" fmla="*/ 26 h 100"/>
                  <a:gd name="T40" fmla="*/ 757 w 774"/>
                  <a:gd name="T41" fmla="*/ 14 h 100"/>
                  <a:gd name="T42" fmla="*/ 748 w 774"/>
                  <a:gd name="T43" fmla="*/ 40 h 100"/>
                  <a:gd name="T44" fmla="*/ 774 w 774"/>
                  <a:gd name="T45" fmla="*/ 50 h 100"/>
                  <a:gd name="T46" fmla="*/ 748 w 774"/>
                  <a:gd name="T47" fmla="*/ 59 h 100"/>
                  <a:gd name="T48" fmla="*/ 757 w 774"/>
                  <a:gd name="T49" fmla="*/ 85 h 100"/>
                  <a:gd name="T50" fmla="*/ 733 w 774"/>
                  <a:gd name="T51" fmla="*/ 74 h 100"/>
                  <a:gd name="T52" fmla="*/ 724 w 774"/>
                  <a:gd name="T53" fmla="*/ 100 h 100"/>
                  <a:gd name="T54" fmla="*/ 714 w 774"/>
                  <a:gd name="T55" fmla="*/ 74 h 100"/>
                  <a:gd name="T56" fmla="*/ 688 w 774"/>
                  <a:gd name="T57" fmla="*/ 85 h 100"/>
                  <a:gd name="T58" fmla="*/ 700 w 774"/>
                  <a:gd name="T59" fmla="*/ 59 h 100"/>
                  <a:gd name="T60" fmla="*/ 674 w 774"/>
                  <a:gd name="T61" fmla="*/ 50 h 100"/>
                  <a:gd name="T62" fmla="*/ 700 w 774"/>
                  <a:gd name="T63" fmla="*/ 40 h 100"/>
                  <a:gd name="T64" fmla="*/ 688 w 774"/>
                  <a:gd name="T65" fmla="*/ 14 h 100"/>
                  <a:gd name="T66" fmla="*/ 714 w 774"/>
                  <a:gd name="T67" fmla="*/ 26 h 100"/>
                  <a:gd name="T68" fmla="*/ 724 w 774"/>
                  <a:gd name="T69" fmla="*/ 0 h 100"/>
                  <a:gd name="T70" fmla="*/ 724 w 774"/>
                  <a:gd name="T71"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74" h="100">
                    <a:moveTo>
                      <a:pt x="50" y="0"/>
                    </a:moveTo>
                    <a:lnTo>
                      <a:pt x="59" y="26"/>
                    </a:lnTo>
                    <a:lnTo>
                      <a:pt x="83" y="14"/>
                    </a:lnTo>
                    <a:lnTo>
                      <a:pt x="74" y="40"/>
                    </a:lnTo>
                    <a:lnTo>
                      <a:pt x="97" y="50"/>
                    </a:lnTo>
                    <a:lnTo>
                      <a:pt x="74" y="59"/>
                    </a:lnTo>
                    <a:lnTo>
                      <a:pt x="83" y="85"/>
                    </a:lnTo>
                    <a:lnTo>
                      <a:pt x="59" y="74"/>
                    </a:lnTo>
                    <a:lnTo>
                      <a:pt x="50" y="100"/>
                    </a:lnTo>
                    <a:lnTo>
                      <a:pt x="40" y="74"/>
                    </a:lnTo>
                    <a:lnTo>
                      <a:pt x="14" y="85"/>
                    </a:lnTo>
                    <a:lnTo>
                      <a:pt x="26" y="59"/>
                    </a:lnTo>
                    <a:lnTo>
                      <a:pt x="0" y="50"/>
                    </a:lnTo>
                    <a:lnTo>
                      <a:pt x="26" y="40"/>
                    </a:lnTo>
                    <a:lnTo>
                      <a:pt x="14" y="14"/>
                    </a:lnTo>
                    <a:lnTo>
                      <a:pt x="40" y="26"/>
                    </a:lnTo>
                    <a:lnTo>
                      <a:pt x="50" y="0"/>
                    </a:lnTo>
                    <a:lnTo>
                      <a:pt x="50" y="0"/>
                    </a:lnTo>
                    <a:close/>
                    <a:moveTo>
                      <a:pt x="724" y="0"/>
                    </a:moveTo>
                    <a:lnTo>
                      <a:pt x="733" y="26"/>
                    </a:lnTo>
                    <a:lnTo>
                      <a:pt x="757" y="14"/>
                    </a:lnTo>
                    <a:lnTo>
                      <a:pt x="748" y="40"/>
                    </a:lnTo>
                    <a:lnTo>
                      <a:pt x="774" y="50"/>
                    </a:lnTo>
                    <a:lnTo>
                      <a:pt x="748" y="59"/>
                    </a:lnTo>
                    <a:lnTo>
                      <a:pt x="757" y="85"/>
                    </a:lnTo>
                    <a:lnTo>
                      <a:pt x="733" y="74"/>
                    </a:lnTo>
                    <a:lnTo>
                      <a:pt x="724" y="100"/>
                    </a:lnTo>
                    <a:lnTo>
                      <a:pt x="714" y="74"/>
                    </a:lnTo>
                    <a:lnTo>
                      <a:pt x="688" y="85"/>
                    </a:lnTo>
                    <a:lnTo>
                      <a:pt x="700" y="59"/>
                    </a:lnTo>
                    <a:lnTo>
                      <a:pt x="674" y="50"/>
                    </a:lnTo>
                    <a:lnTo>
                      <a:pt x="700" y="40"/>
                    </a:lnTo>
                    <a:lnTo>
                      <a:pt x="688" y="14"/>
                    </a:lnTo>
                    <a:lnTo>
                      <a:pt x="714" y="26"/>
                    </a:lnTo>
                    <a:lnTo>
                      <a:pt x="724" y="0"/>
                    </a:lnTo>
                    <a:lnTo>
                      <a:pt x="72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6" name="Freeform 16"/>
              <p:cNvSpPr>
                <a:spLocks noEditPoints="1"/>
              </p:cNvSpPr>
              <p:nvPr/>
            </p:nvSpPr>
            <p:spPr bwMode="auto">
              <a:xfrm>
                <a:off x="4035426" y="1404938"/>
                <a:ext cx="1058863" cy="390525"/>
              </a:xfrm>
              <a:custGeom>
                <a:avLst/>
                <a:gdLst>
                  <a:gd name="T0" fmla="*/ 250 w 281"/>
                  <a:gd name="T1" fmla="*/ 60 h 104"/>
                  <a:gd name="T2" fmla="*/ 241 w 281"/>
                  <a:gd name="T3" fmla="*/ 65 h 104"/>
                  <a:gd name="T4" fmla="*/ 277 w 281"/>
                  <a:gd name="T5" fmla="*/ 69 h 104"/>
                  <a:gd name="T6" fmla="*/ 171 w 281"/>
                  <a:gd name="T7" fmla="*/ 16 h 104"/>
                  <a:gd name="T8" fmla="*/ 186 w 281"/>
                  <a:gd name="T9" fmla="*/ 6 h 104"/>
                  <a:gd name="T10" fmla="*/ 172 w 281"/>
                  <a:gd name="T11" fmla="*/ 5 h 104"/>
                  <a:gd name="T12" fmla="*/ 168 w 281"/>
                  <a:gd name="T13" fmla="*/ 28 h 104"/>
                  <a:gd name="T14" fmla="*/ 178 w 281"/>
                  <a:gd name="T15" fmla="*/ 11 h 104"/>
                  <a:gd name="T16" fmla="*/ 182 w 281"/>
                  <a:gd name="T17" fmla="*/ 7 h 104"/>
                  <a:gd name="T18" fmla="*/ 193 w 281"/>
                  <a:gd name="T19" fmla="*/ 43 h 104"/>
                  <a:gd name="T20" fmla="*/ 197 w 281"/>
                  <a:gd name="T21" fmla="*/ 44 h 104"/>
                  <a:gd name="T22" fmla="*/ 192 w 281"/>
                  <a:gd name="T23" fmla="*/ 4 h 104"/>
                  <a:gd name="T24" fmla="*/ 191 w 281"/>
                  <a:gd name="T25" fmla="*/ 19 h 104"/>
                  <a:gd name="T26" fmla="*/ 199 w 281"/>
                  <a:gd name="T27" fmla="*/ 14 h 104"/>
                  <a:gd name="T28" fmla="*/ 202 w 281"/>
                  <a:gd name="T29" fmla="*/ 12 h 104"/>
                  <a:gd name="T30" fmla="*/ 121 w 281"/>
                  <a:gd name="T31" fmla="*/ 38 h 104"/>
                  <a:gd name="T32" fmla="*/ 104 w 281"/>
                  <a:gd name="T33" fmla="*/ 17 h 104"/>
                  <a:gd name="T34" fmla="*/ 86 w 281"/>
                  <a:gd name="T35" fmla="*/ 9 h 104"/>
                  <a:gd name="T36" fmla="*/ 76 w 281"/>
                  <a:gd name="T37" fmla="*/ 30 h 104"/>
                  <a:gd name="T38" fmla="*/ 79 w 281"/>
                  <a:gd name="T39" fmla="*/ 52 h 104"/>
                  <a:gd name="T40" fmla="*/ 12 w 281"/>
                  <a:gd name="T41" fmla="*/ 67 h 104"/>
                  <a:gd name="T42" fmla="*/ 9 w 281"/>
                  <a:gd name="T43" fmla="*/ 62 h 104"/>
                  <a:gd name="T44" fmla="*/ 5 w 281"/>
                  <a:gd name="T45" fmla="*/ 70 h 104"/>
                  <a:gd name="T46" fmla="*/ 17 w 281"/>
                  <a:gd name="T47" fmla="*/ 72 h 104"/>
                  <a:gd name="T48" fmla="*/ 16 w 281"/>
                  <a:gd name="T49" fmla="*/ 68 h 104"/>
                  <a:gd name="T50" fmla="*/ 12 w 281"/>
                  <a:gd name="T51" fmla="*/ 73 h 104"/>
                  <a:gd name="T52" fmla="*/ 17 w 281"/>
                  <a:gd name="T53" fmla="*/ 73 h 104"/>
                  <a:gd name="T54" fmla="*/ 29 w 281"/>
                  <a:gd name="T55" fmla="*/ 62 h 104"/>
                  <a:gd name="T56" fmla="*/ 25 w 281"/>
                  <a:gd name="T57" fmla="*/ 63 h 104"/>
                  <a:gd name="T58" fmla="*/ 12 w 281"/>
                  <a:gd name="T59" fmla="*/ 59 h 104"/>
                  <a:gd name="T60" fmla="*/ 14 w 281"/>
                  <a:gd name="T61" fmla="*/ 65 h 104"/>
                  <a:gd name="T62" fmla="*/ 19 w 281"/>
                  <a:gd name="T63" fmla="*/ 67 h 104"/>
                  <a:gd name="T64" fmla="*/ 14 w 281"/>
                  <a:gd name="T65" fmla="*/ 76 h 104"/>
                  <a:gd name="T66" fmla="*/ 9 w 281"/>
                  <a:gd name="T67" fmla="*/ 73 h 104"/>
                  <a:gd name="T68" fmla="*/ 4 w 281"/>
                  <a:gd name="T69" fmla="*/ 71 h 104"/>
                  <a:gd name="T70" fmla="*/ 2 w 281"/>
                  <a:gd name="T71" fmla="*/ 79 h 104"/>
                  <a:gd name="T72" fmla="*/ 11 w 281"/>
                  <a:gd name="T73" fmla="*/ 88 h 104"/>
                  <a:gd name="T74" fmla="*/ 17 w 281"/>
                  <a:gd name="T75" fmla="*/ 91 h 104"/>
                  <a:gd name="T76" fmla="*/ 37 w 281"/>
                  <a:gd name="T77" fmla="*/ 67 h 104"/>
                  <a:gd name="T78" fmla="*/ 24 w 281"/>
                  <a:gd name="T79" fmla="*/ 72 h 104"/>
                  <a:gd name="T80" fmla="*/ 27 w 281"/>
                  <a:gd name="T81" fmla="*/ 74 h 104"/>
                  <a:gd name="T82" fmla="*/ 26 w 281"/>
                  <a:gd name="T83" fmla="*/ 97 h 104"/>
                  <a:gd name="T84" fmla="*/ 38 w 281"/>
                  <a:gd name="T85" fmla="*/ 92 h 104"/>
                  <a:gd name="T86" fmla="*/ 252 w 281"/>
                  <a:gd name="T87" fmla="*/ 73 h 104"/>
                  <a:gd name="T88" fmla="*/ 270 w 281"/>
                  <a:gd name="T89" fmla="*/ 77 h 104"/>
                  <a:gd name="T90" fmla="*/ 266 w 281"/>
                  <a:gd name="T91" fmla="*/ 67 h 104"/>
                  <a:gd name="T92" fmla="*/ 275 w 281"/>
                  <a:gd name="T93" fmla="*/ 70 h 104"/>
                  <a:gd name="T94" fmla="*/ 263 w 281"/>
                  <a:gd name="T95" fmla="*/ 65 h 104"/>
                  <a:gd name="T96" fmla="*/ 255 w 281"/>
                  <a:gd name="T97" fmla="*/ 68 h 104"/>
                  <a:gd name="T98" fmla="*/ 253 w 281"/>
                  <a:gd name="T99" fmla="*/ 72 h 104"/>
                  <a:gd name="T100" fmla="*/ 256 w 281"/>
                  <a:gd name="T101" fmla="*/ 70 h 104"/>
                  <a:gd name="T102" fmla="*/ 259 w 281"/>
                  <a:gd name="T103" fmla="*/ 68 h 104"/>
                  <a:gd name="T104" fmla="*/ 260 w 281"/>
                  <a:gd name="T105" fmla="*/ 80 h 104"/>
                  <a:gd name="T106" fmla="*/ 245 w 281"/>
                  <a:gd name="T107" fmla="*/ 87 h 104"/>
                  <a:gd name="T108" fmla="*/ 248 w 281"/>
                  <a:gd name="T109" fmla="*/ 87 h 104"/>
                  <a:gd name="T110" fmla="*/ 251 w 281"/>
                  <a:gd name="T111" fmla="*/ 77 h 104"/>
                  <a:gd name="T112" fmla="*/ 234 w 281"/>
                  <a:gd name="T113" fmla="*/ 72 h 104"/>
                  <a:gd name="T114" fmla="*/ 253 w 281"/>
                  <a:gd name="T115" fmla="*/ 8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81" h="104">
                    <a:moveTo>
                      <a:pt x="265" y="55"/>
                    </a:moveTo>
                    <a:cubicBezTo>
                      <a:pt x="265" y="54"/>
                      <a:pt x="265" y="53"/>
                      <a:pt x="265" y="52"/>
                    </a:cubicBezTo>
                    <a:cubicBezTo>
                      <a:pt x="265" y="51"/>
                      <a:pt x="264" y="51"/>
                      <a:pt x="264" y="51"/>
                    </a:cubicBezTo>
                    <a:cubicBezTo>
                      <a:pt x="264" y="50"/>
                      <a:pt x="263" y="51"/>
                      <a:pt x="263" y="51"/>
                    </a:cubicBezTo>
                    <a:cubicBezTo>
                      <a:pt x="263" y="51"/>
                      <a:pt x="263" y="52"/>
                      <a:pt x="262" y="52"/>
                    </a:cubicBezTo>
                    <a:cubicBezTo>
                      <a:pt x="262" y="53"/>
                      <a:pt x="262" y="53"/>
                      <a:pt x="261" y="54"/>
                    </a:cubicBezTo>
                    <a:cubicBezTo>
                      <a:pt x="260" y="54"/>
                      <a:pt x="259" y="55"/>
                      <a:pt x="258" y="56"/>
                    </a:cubicBezTo>
                    <a:cubicBezTo>
                      <a:pt x="255" y="57"/>
                      <a:pt x="253" y="59"/>
                      <a:pt x="250" y="60"/>
                    </a:cubicBezTo>
                    <a:cubicBezTo>
                      <a:pt x="248" y="61"/>
                      <a:pt x="245" y="62"/>
                      <a:pt x="243" y="62"/>
                    </a:cubicBezTo>
                    <a:cubicBezTo>
                      <a:pt x="240" y="63"/>
                      <a:pt x="237" y="64"/>
                      <a:pt x="234" y="64"/>
                    </a:cubicBezTo>
                    <a:cubicBezTo>
                      <a:pt x="233" y="64"/>
                      <a:pt x="231" y="64"/>
                      <a:pt x="229" y="64"/>
                    </a:cubicBezTo>
                    <a:cubicBezTo>
                      <a:pt x="229" y="64"/>
                      <a:pt x="229" y="64"/>
                      <a:pt x="229" y="64"/>
                    </a:cubicBezTo>
                    <a:cubicBezTo>
                      <a:pt x="228" y="65"/>
                      <a:pt x="228" y="65"/>
                      <a:pt x="228" y="65"/>
                    </a:cubicBezTo>
                    <a:cubicBezTo>
                      <a:pt x="229" y="65"/>
                      <a:pt x="229" y="65"/>
                      <a:pt x="230" y="66"/>
                    </a:cubicBezTo>
                    <a:cubicBezTo>
                      <a:pt x="231" y="66"/>
                      <a:pt x="232" y="66"/>
                      <a:pt x="232" y="66"/>
                    </a:cubicBezTo>
                    <a:cubicBezTo>
                      <a:pt x="235" y="66"/>
                      <a:pt x="238" y="66"/>
                      <a:pt x="241" y="65"/>
                    </a:cubicBezTo>
                    <a:cubicBezTo>
                      <a:pt x="244" y="65"/>
                      <a:pt x="247" y="64"/>
                      <a:pt x="249" y="63"/>
                    </a:cubicBezTo>
                    <a:cubicBezTo>
                      <a:pt x="253" y="62"/>
                      <a:pt x="256" y="60"/>
                      <a:pt x="258" y="59"/>
                    </a:cubicBezTo>
                    <a:cubicBezTo>
                      <a:pt x="260" y="58"/>
                      <a:pt x="261" y="57"/>
                      <a:pt x="262" y="57"/>
                    </a:cubicBezTo>
                    <a:cubicBezTo>
                      <a:pt x="262" y="57"/>
                      <a:pt x="263" y="56"/>
                      <a:pt x="264" y="56"/>
                    </a:cubicBezTo>
                    <a:cubicBezTo>
                      <a:pt x="264" y="56"/>
                      <a:pt x="264" y="56"/>
                      <a:pt x="264" y="56"/>
                    </a:cubicBezTo>
                    <a:cubicBezTo>
                      <a:pt x="264" y="56"/>
                      <a:pt x="264" y="56"/>
                      <a:pt x="264" y="57"/>
                    </a:cubicBezTo>
                    <a:cubicBezTo>
                      <a:pt x="265" y="58"/>
                      <a:pt x="265" y="58"/>
                      <a:pt x="266" y="59"/>
                    </a:cubicBezTo>
                    <a:cubicBezTo>
                      <a:pt x="270" y="62"/>
                      <a:pt x="273" y="66"/>
                      <a:pt x="277" y="69"/>
                    </a:cubicBezTo>
                    <a:cubicBezTo>
                      <a:pt x="279" y="70"/>
                      <a:pt x="280" y="71"/>
                      <a:pt x="280" y="71"/>
                    </a:cubicBezTo>
                    <a:cubicBezTo>
                      <a:pt x="280" y="71"/>
                      <a:pt x="281" y="71"/>
                      <a:pt x="281" y="71"/>
                    </a:cubicBezTo>
                    <a:cubicBezTo>
                      <a:pt x="281" y="71"/>
                      <a:pt x="281" y="70"/>
                      <a:pt x="281" y="69"/>
                    </a:cubicBezTo>
                    <a:cubicBezTo>
                      <a:pt x="280" y="68"/>
                      <a:pt x="280" y="67"/>
                      <a:pt x="279" y="67"/>
                    </a:cubicBezTo>
                    <a:cubicBezTo>
                      <a:pt x="277" y="65"/>
                      <a:pt x="274" y="64"/>
                      <a:pt x="272" y="62"/>
                    </a:cubicBezTo>
                    <a:cubicBezTo>
                      <a:pt x="270" y="60"/>
                      <a:pt x="267" y="57"/>
                      <a:pt x="265" y="55"/>
                    </a:cubicBezTo>
                    <a:cubicBezTo>
                      <a:pt x="265" y="55"/>
                      <a:pt x="265" y="55"/>
                      <a:pt x="265" y="55"/>
                    </a:cubicBezTo>
                    <a:close/>
                    <a:moveTo>
                      <a:pt x="171" y="16"/>
                    </a:moveTo>
                    <a:cubicBezTo>
                      <a:pt x="171" y="16"/>
                      <a:pt x="172" y="16"/>
                      <a:pt x="172" y="16"/>
                    </a:cubicBezTo>
                    <a:cubicBezTo>
                      <a:pt x="173" y="16"/>
                      <a:pt x="175" y="16"/>
                      <a:pt x="178" y="17"/>
                    </a:cubicBezTo>
                    <a:cubicBezTo>
                      <a:pt x="178" y="17"/>
                      <a:pt x="178" y="17"/>
                      <a:pt x="178" y="18"/>
                    </a:cubicBezTo>
                    <a:cubicBezTo>
                      <a:pt x="178" y="19"/>
                      <a:pt x="179" y="19"/>
                      <a:pt x="180" y="19"/>
                    </a:cubicBezTo>
                    <a:cubicBezTo>
                      <a:pt x="181" y="18"/>
                      <a:pt x="181" y="18"/>
                      <a:pt x="181" y="17"/>
                    </a:cubicBezTo>
                    <a:cubicBezTo>
                      <a:pt x="182" y="15"/>
                      <a:pt x="183" y="13"/>
                      <a:pt x="183" y="11"/>
                    </a:cubicBezTo>
                    <a:cubicBezTo>
                      <a:pt x="184" y="10"/>
                      <a:pt x="185" y="9"/>
                      <a:pt x="186" y="8"/>
                    </a:cubicBezTo>
                    <a:cubicBezTo>
                      <a:pt x="186" y="7"/>
                      <a:pt x="187" y="7"/>
                      <a:pt x="186" y="6"/>
                    </a:cubicBezTo>
                    <a:cubicBezTo>
                      <a:pt x="186" y="5"/>
                      <a:pt x="185" y="4"/>
                      <a:pt x="184" y="4"/>
                    </a:cubicBezTo>
                    <a:cubicBezTo>
                      <a:pt x="184" y="3"/>
                      <a:pt x="183" y="3"/>
                      <a:pt x="183" y="3"/>
                    </a:cubicBezTo>
                    <a:cubicBezTo>
                      <a:pt x="180" y="3"/>
                      <a:pt x="178" y="3"/>
                      <a:pt x="175" y="3"/>
                    </a:cubicBezTo>
                    <a:cubicBezTo>
                      <a:pt x="175" y="3"/>
                      <a:pt x="175" y="3"/>
                      <a:pt x="175" y="3"/>
                    </a:cubicBezTo>
                    <a:cubicBezTo>
                      <a:pt x="174" y="2"/>
                      <a:pt x="174" y="1"/>
                      <a:pt x="173" y="1"/>
                    </a:cubicBezTo>
                    <a:cubicBezTo>
                      <a:pt x="172" y="0"/>
                      <a:pt x="172" y="0"/>
                      <a:pt x="172" y="1"/>
                    </a:cubicBezTo>
                    <a:cubicBezTo>
                      <a:pt x="172" y="1"/>
                      <a:pt x="172" y="1"/>
                      <a:pt x="172" y="2"/>
                    </a:cubicBezTo>
                    <a:cubicBezTo>
                      <a:pt x="172" y="3"/>
                      <a:pt x="172" y="4"/>
                      <a:pt x="172" y="5"/>
                    </a:cubicBezTo>
                    <a:cubicBezTo>
                      <a:pt x="172" y="6"/>
                      <a:pt x="171" y="8"/>
                      <a:pt x="171" y="9"/>
                    </a:cubicBezTo>
                    <a:cubicBezTo>
                      <a:pt x="170" y="15"/>
                      <a:pt x="168" y="19"/>
                      <a:pt x="167" y="23"/>
                    </a:cubicBezTo>
                    <a:cubicBezTo>
                      <a:pt x="166" y="26"/>
                      <a:pt x="164" y="28"/>
                      <a:pt x="162" y="31"/>
                    </a:cubicBezTo>
                    <a:cubicBezTo>
                      <a:pt x="162" y="32"/>
                      <a:pt x="161" y="33"/>
                      <a:pt x="161" y="34"/>
                    </a:cubicBezTo>
                    <a:cubicBezTo>
                      <a:pt x="161" y="35"/>
                      <a:pt x="162" y="36"/>
                      <a:pt x="162" y="37"/>
                    </a:cubicBezTo>
                    <a:cubicBezTo>
                      <a:pt x="162" y="37"/>
                      <a:pt x="162" y="37"/>
                      <a:pt x="163" y="37"/>
                    </a:cubicBezTo>
                    <a:cubicBezTo>
                      <a:pt x="164" y="37"/>
                      <a:pt x="164" y="36"/>
                      <a:pt x="165" y="35"/>
                    </a:cubicBezTo>
                    <a:cubicBezTo>
                      <a:pt x="166" y="33"/>
                      <a:pt x="167" y="30"/>
                      <a:pt x="168" y="28"/>
                    </a:cubicBezTo>
                    <a:cubicBezTo>
                      <a:pt x="169" y="25"/>
                      <a:pt x="170" y="22"/>
                      <a:pt x="171" y="19"/>
                    </a:cubicBezTo>
                    <a:cubicBezTo>
                      <a:pt x="171" y="18"/>
                      <a:pt x="171" y="17"/>
                      <a:pt x="171" y="16"/>
                    </a:cubicBezTo>
                    <a:close/>
                    <a:moveTo>
                      <a:pt x="178" y="15"/>
                    </a:moveTo>
                    <a:cubicBezTo>
                      <a:pt x="177" y="15"/>
                      <a:pt x="176" y="14"/>
                      <a:pt x="175" y="14"/>
                    </a:cubicBezTo>
                    <a:cubicBezTo>
                      <a:pt x="174" y="14"/>
                      <a:pt x="173" y="14"/>
                      <a:pt x="172" y="14"/>
                    </a:cubicBezTo>
                    <a:cubicBezTo>
                      <a:pt x="172" y="13"/>
                      <a:pt x="173" y="12"/>
                      <a:pt x="173" y="11"/>
                    </a:cubicBezTo>
                    <a:cubicBezTo>
                      <a:pt x="175" y="11"/>
                      <a:pt x="176" y="11"/>
                      <a:pt x="178" y="11"/>
                    </a:cubicBezTo>
                    <a:cubicBezTo>
                      <a:pt x="178" y="11"/>
                      <a:pt x="179" y="11"/>
                      <a:pt x="178" y="11"/>
                    </a:cubicBezTo>
                    <a:cubicBezTo>
                      <a:pt x="178" y="10"/>
                      <a:pt x="178" y="10"/>
                      <a:pt x="177" y="9"/>
                    </a:cubicBezTo>
                    <a:cubicBezTo>
                      <a:pt x="176" y="9"/>
                      <a:pt x="175" y="9"/>
                      <a:pt x="174" y="9"/>
                    </a:cubicBezTo>
                    <a:cubicBezTo>
                      <a:pt x="174" y="9"/>
                      <a:pt x="174" y="9"/>
                      <a:pt x="174" y="9"/>
                    </a:cubicBezTo>
                    <a:cubicBezTo>
                      <a:pt x="174" y="7"/>
                      <a:pt x="175" y="5"/>
                      <a:pt x="175" y="5"/>
                    </a:cubicBezTo>
                    <a:cubicBezTo>
                      <a:pt x="175" y="5"/>
                      <a:pt x="176" y="5"/>
                      <a:pt x="176" y="5"/>
                    </a:cubicBezTo>
                    <a:cubicBezTo>
                      <a:pt x="177" y="5"/>
                      <a:pt x="178" y="5"/>
                      <a:pt x="179" y="5"/>
                    </a:cubicBezTo>
                    <a:cubicBezTo>
                      <a:pt x="181" y="5"/>
                      <a:pt x="181" y="5"/>
                      <a:pt x="182" y="5"/>
                    </a:cubicBezTo>
                    <a:cubicBezTo>
                      <a:pt x="182" y="6"/>
                      <a:pt x="182" y="6"/>
                      <a:pt x="182" y="7"/>
                    </a:cubicBezTo>
                    <a:cubicBezTo>
                      <a:pt x="181" y="10"/>
                      <a:pt x="180" y="13"/>
                      <a:pt x="179" y="15"/>
                    </a:cubicBezTo>
                    <a:cubicBezTo>
                      <a:pt x="179" y="16"/>
                      <a:pt x="179" y="16"/>
                      <a:pt x="178" y="16"/>
                    </a:cubicBezTo>
                    <a:cubicBezTo>
                      <a:pt x="178" y="16"/>
                      <a:pt x="178" y="15"/>
                      <a:pt x="178" y="15"/>
                    </a:cubicBezTo>
                    <a:close/>
                    <a:moveTo>
                      <a:pt x="191" y="19"/>
                    </a:moveTo>
                    <a:cubicBezTo>
                      <a:pt x="191" y="19"/>
                      <a:pt x="192" y="20"/>
                      <a:pt x="192" y="20"/>
                    </a:cubicBezTo>
                    <a:cubicBezTo>
                      <a:pt x="194" y="20"/>
                      <a:pt x="196" y="20"/>
                      <a:pt x="200" y="21"/>
                    </a:cubicBezTo>
                    <a:cubicBezTo>
                      <a:pt x="198" y="29"/>
                      <a:pt x="195" y="36"/>
                      <a:pt x="194" y="42"/>
                    </a:cubicBezTo>
                    <a:cubicBezTo>
                      <a:pt x="193" y="42"/>
                      <a:pt x="193" y="43"/>
                      <a:pt x="193" y="43"/>
                    </a:cubicBezTo>
                    <a:cubicBezTo>
                      <a:pt x="192" y="44"/>
                      <a:pt x="192" y="43"/>
                      <a:pt x="191" y="43"/>
                    </a:cubicBezTo>
                    <a:cubicBezTo>
                      <a:pt x="190" y="43"/>
                      <a:pt x="190" y="42"/>
                      <a:pt x="189" y="42"/>
                    </a:cubicBezTo>
                    <a:cubicBezTo>
                      <a:pt x="188" y="41"/>
                      <a:pt x="188" y="41"/>
                      <a:pt x="188" y="41"/>
                    </a:cubicBezTo>
                    <a:cubicBezTo>
                      <a:pt x="189" y="44"/>
                      <a:pt x="190" y="46"/>
                      <a:pt x="191" y="47"/>
                    </a:cubicBezTo>
                    <a:cubicBezTo>
                      <a:pt x="191" y="48"/>
                      <a:pt x="191" y="49"/>
                      <a:pt x="192" y="49"/>
                    </a:cubicBezTo>
                    <a:cubicBezTo>
                      <a:pt x="192" y="49"/>
                      <a:pt x="193" y="49"/>
                      <a:pt x="193" y="49"/>
                    </a:cubicBezTo>
                    <a:cubicBezTo>
                      <a:pt x="194" y="49"/>
                      <a:pt x="194" y="48"/>
                      <a:pt x="195" y="47"/>
                    </a:cubicBezTo>
                    <a:cubicBezTo>
                      <a:pt x="196" y="46"/>
                      <a:pt x="196" y="45"/>
                      <a:pt x="197" y="44"/>
                    </a:cubicBezTo>
                    <a:cubicBezTo>
                      <a:pt x="198" y="37"/>
                      <a:pt x="201" y="27"/>
                      <a:pt x="204" y="15"/>
                    </a:cubicBezTo>
                    <a:cubicBezTo>
                      <a:pt x="205" y="13"/>
                      <a:pt x="206" y="11"/>
                      <a:pt x="206" y="11"/>
                    </a:cubicBezTo>
                    <a:cubicBezTo>
                      <a:pt x="207" y="10"/>
                      <a:pt x="207" y="9"/>
                      <a:pt x="207" y="9"/>
                    </a:cubicBezTo>
                    <a:cubicBezTo>
                      <a:pt x="206" y="8"/>
                      <a:pt x="205" y="7"/>
                      <a:pt x="204" y="6"/>
                    </a:cubicBezTo>
                    <a:cubicBezTo>
                      <a:pt x="204" y="6"/>
                      <a:pt x="203" y="6"/>
                      <a:pt x="202" y="6"/>
                    </a:cubicBezTo>
                    <a:cubicBezTo>
                      <a:pt x="201" y="6"/>
                      <a:pt x="200" y="6"/>
                      <a:pt x="199" y="6"/>
                    </a:cubicBezTo>
                    <a:cubicBezTo>
                      <a:pt x="198" y="6"/>
                      <a:pt x="196" y="6"/>
                      <a:pt x="194" y="6"/>
                    </a:cubicBezTo>
                    <a:cubicBezTo>
                      <a:pt x="194" y="5"/>
                      <a:pt x="193" y="4"/>
                      <a:pt x="192" y="4"/>
                    </a:cubicBezTo>
                    <a:cubicBezTo>
                      <a:pt x="192" y="4"/>
                      <a:pt x="192" y="3"/>
                      <a:pt x="192" y="4"/>
                    </a:cubicBezTo>
                    <a:cubicBezTo>
                      <a:pt x="191" y="4"/>
                      <a:pt x="191" y="4"/>
                      <a:pt x="192" y="4"/>
                    </a:cubicBezTo>
                    <a:cubicBezTo>
                      <a:pt x="192" y="6"/>
                      <a:pt x="192" y="7"/>
                      <a:pt x="191" y="9"/>
                    </a:cubicBezTo>
                    <a:cubicBezTo>
                      <a:pt x="191" y="11"/>
                      <a:pt x="190" y="13"/>
                      <a:pt x="190" y="15"/>
                    </a:cubicBezTo>
                    <a:cubicBezTo>
                      <a:pt x="189" y="16"/>
                      <a:pt x="189" y="18"/>
                      <a:pt x="189" y="19"/>
                    </a:cubicBezTo>
                    <a:cubicBezTo>
                      <a:pt x="189" y="20"/>
                      <a:pt x="189" y="20"/>
                      <a:pt x="190" y="20"/>
                    </a:cubicBezTo>
                    <a:cubicBezTo>
                      <a:pt x="190" y="21"/>
                      <a:pt x="191" y="21"/>
                      <a:pt x="191" y="20"/>
                    </a:cubicBezTo>
                    <a:cubicBezTo>
                      <a:pt x="191" y="19"/>
                      <a:pt x="191" y="19"/>
                      <a:pt x="191" y="19"/>
                    </a:cubicBezTo>
                    <a:close/>
                    <a:moveTo>
                      <a:pt x="200" y="19"/>
                    </a:moveTo>
                    <a:cubicBezTo>
                      <a:pt x="199" y="18"/>
                      <a:pt x="198" y="18"/>
                      <a:pt x="197" y="18"/>
                    </a:cubicBezTo>
                    <a:cubicBezTo>
                      <a:pt x="195" y="18"/>
                      <a:pt x="193" y="18"/>
                      <a:pt x="192" y="18"/>
                    </a:cubicBezTo>
                    <a:cubicBezTo>
                      <a:pt x="192" y="17"/>
                      <a:pt x="192" y="17"/>
                      <a:pt x="192" y="16"/>
                    </a:cubicBezTo>
                    <a:cubicBezTo>
                      <a:pt x="192" y="15"/>
                      <a:pt x="192" y="14"/>
                      <a:pt x="193" y="13"/>
                    </a:cubicBezTo>
                    <a:cubicBezTo>
                      <a:pt x="193" y="13"/>
                      <a:pt x="193" y="13"/>
                      <a:pt x="193" y="14"/>
                    </a:cubicBezTo>
                    <a:cubicBezTo>
                      <a:pt x="195" y="14"/>
                      <a:pt x="197" y="14"/>
                      <a:pt x="198" y="14"/>
                    </a:cubicBezTo>
                    <a:cubicBezTo>
                      <a:pt x="199" y="14"/>
                      <a:pt x="200" y="14"/>
                      <a:pt x="199" y="14"/>
                    </a:cubicBezTo>
                    <a:cubicBezTo>
                      <a:pt x="199" y="13"/>
                      <a:pt x="199" y="13"/>
                      <a:pt x="198" y="12"/>
                    </a:cubicBezTo>
                    <a:cubicBezTo>
                      <a:pt x="197" y="12"/>
                      <a:pt x="196" y="12"/>
                      <a:pt x="195" y="12"/>
                    </a:cubicBezTo>
                    <a:cubicBezTo>
                      <a:pt x="194" y="12"/>
                      <a:pt x="194" y="12"/>
                      <a:pt x="193" y="12"/>
                    </a:cubicBezTo>
                    <a:cubicBezTo>
                      <a:pt x="194" y="10"/>
                      <a:pt x="194" y="9"/>
                      <a:pt x="195" y="8"/>
                    </a:cubicBezTo>
                    <a:cubicBezTo>
                      <a:pt x="195" y="8"/>
                      <a:pt x="195" y="8"/>
                      <a:pt x="195" y="8"/>
                    </a:cubicBezTo>
                    <a:cubicBezTo>
                      <a:pt x="197" y="8"/>
                      <a:pt x="199" y="8"/>
                      <a:pt x="201" y="8"/>
                    </a:cubicBezTo>
                    <a:cubicBezTo>
                      <a:pt x="202" y="8"/>
                      <a:pt x="202" y="8"/>
                      <a:pt x="202" y="9"/>
                    </a:cubicBezTo>
                    <a:cubicBezTo>
                      <a:pt x="202" y="10"/>
                      <a:pt x="202" y="11"/>
                      <a:pt x="202" y="12"/>
                    </a:cubicBezTo>
                    <a:cubicBezTo>
                      <a:pt x="201" y="15"/>
                      <a:pt x="201" y="17"/>
                      <a:pt x="200" y="20"/>
                    </a:cubicBezTo>
                    <a:cubicBezTo>
                      <a:pt x="200" y="19"/>
                      <a:pt x="200" y="19"/>
                      <a:pt x="200" y="19"/>
                    </a:cubicBezTo>
                    <a:close/>
                    <a:moveTo>
                      <a:pt x="90" y="28"/>
                    </a:moveTo>
                    <a:cubicBezTo>
                      <a:pt x="91" y="29"/>
                      <a:pt x="94" y="31"/>
                      <a:pt x="98" y="34"/>
                    </a:cubicBezTo>
                    <a:cubicBezTo>
                      <a:pt x="102" y="37"/>
                      <a:pt x="105" y="39"/>
                      <a:pt x="108" y="41"/>
                    </a:cubicBezTo>
                    <a:cubicBezTo>
                      <a:pt x="110" y="42"/>
                      <a:pt x="111" y="42"/>
                      <a:pt x="112" y="42"/>
                    </a:cubicBezTo>
                    <a:cubicBezTo>
                      <a:pt x="114" y="41"/>
                      <a:pt x="117" y="39"/>
                      <a:pt x="119" y="39"/>
                    </a:cubicBezTo>
                    <a:cubicBezTo>
                      <a:pt x="120" y="38"/>
                      <a:pt x="121" y="38"/>
                      <a:pt x="121" y="38"/>
                    </a:cubicBezTo>
                    <a:cubicBezTo>
                      <a:pt x="120" y="37"/>
                      <a:pt x="120" y="37"/>
                      <a:pt x="119" y="37"/>
                    </a:cubicBezTo>
                    <a:cubicBezTo>
                      <a:pt x="117" y="37"/>
                      <a:pt x="115" y="37"/>
                      <a:pt x="113" y="36"/>
                    </a:cubicBezTo>
                    <a:cubicBezTo>
                      <a:pt x="111" y="36"/>
                      <a:pt x="109" y="36"/>
                      <a:pt x="108" y="36"/>
                    </a:cubicBezTo>
                    <a:cubicBezTo>
                      <a:pt x="106" y="35"/>
                      <a:pt x="103" y="34"/>
                      <a:pt x="100" y="32"/>
                    </a:cubicBezTo>
                    <a:cubicBezTo>
                      <a:pt x="95" y="29"/>
                      <a:pt x="92" y="27"/>
                      <a:pt x="90" y="26"/>
                    </a:cubicBezTo>
                    <a:cubicBezTo>
                      <a:pt x="90" y="25"/>
                      <a:pt x="90" y="24"/>
                      <a:pt x="90" y="24"/>
                    </a:cubicBezTo>
                    <a:cubicBezTo>
                      <a:pt x="93" y="22"/>
                      <a:pt x="97" y="20"/>
                      <a:pt x="102" y="18"/>
                    </a:cubicBezTo>
                    <a:cubicBezTo>
                      <a:pt x="103" y="18"/>
                      <a:pt x="104" y="18"/>
                      <a:pt x="104" y="17"/>
                    </a:cubicBezTo>
                    <a:cubicBezTo>
                      <a:pt x="105" y="17"/>
                      <a:pt x="105" y="17"/>
                      <a:pt x="106" y="16"/>
                    </a:cubicBezTo>
                    <a:cubicBezTo>
                      <a:pt x="105" y="16"/>
                      <a:pt x="105" y="15"/>
                      <a:pt x="104" y="15"/>
                    </a:cubicBezTo>
                    <a:cubicBezTo>
                      <a:pt x="103" y="15"/>
                      <a:pt x="102" y="15"/>
                      <a:pt x="101" y="15"/>
                    </a:cubicBezTo>
                    <a:cubicBezTo>
                      <a:pt x="100" y="15"/>
                      <a:pt x="99" y="15"/>
                      <a:pt x="99" y="15"/>
                    </a:cubicBezTo>
                    <a:cubicBezTo>
                      <a:pt x="96" y="17"/>
                      <a:pt x="93" y="19"/>
                      <a:pt x="89" y="21"/>
                    </a:cubicBezTo>
                    <a:cubicBezTo>
                      <a:pt x="89" y="20"/>
                      <a:pt x="88" y="19"/>
                      <a:pt x="88" y="17"/>
                    </a:cubicBezTo>
                    <a:cubicBezTo>
                      <a:pt x="88" y="16"/>
                      <a:pt x="87" y="15"/>
                      <a:pt x="87" y="14"/>
                    </a:cubicBezTo>
                    <a:cubicBezTo>
                      <a:pt x="87" y="12"/>
                      <a:pt x="86" y="11"/>
                      <a:pt x="86" y="9"/>
                    </a:cubicBezTo>
                    <a:cubicBezTo>
                      <a:pt x="86" y="8"/>
                      <a:pt x="86" y="8"/>
                      <a:pt x="86" y="8"/>
                    </a:cubicBezTo>
                    <a:cubicBezTo>
                      <a:pt x="85" y="7"/>
                      <a:pt x="83" y="7"/>
                      <a:pt x="82" y="7"/>
                    </a:cubicBezTo>
                    <a:cubicBezTo>
                      <a:pt x="81" y="7"/>
                      <a:pt x="80" y="7"/>
                      <a:pt x="80" y="8"/>
                    </a:cubicBezTo>
                    <a:cubicBezTo>
                      <a:pt x="79" y="8"/>
                      <a:pt x="79" y="9"/>
                      <a:pt x="80" y="9"/>
                    </a:cubicBezTo>
                    <a:cubicBezTo>
                      <a:pt x="81" y="10"/>
                      <a:pt x="82" y="11"/>
                      <a:pt x="83" y="12"/>
                    </a:cubicBezTo>
                    <a:cubicBezTo>
                      <a:pt x="84" y="16"/>
                      <a:pt x="85" y="20"/>
                      <a:pt x="86" y="23"/>
                    </a:cubicBezTo>
                    <a:cubicBezTo>
                      <a:pt x="83" y="25"/>
                      <a:pt x="79" y="27"/>
                      <a:pt x="76" y="29"/>
                    </a:cubicBezTo>
                    <a:cubicBezTo>
                      <a:pt x="75" y="29"/>
                      <a:pt x="75" y="30"/>
                      <a:pt x="76" y="30"/>
                    </a:cubicBezTo>
                    <a:cubicBezTo>
                      <a:pt x="76" y="30"/>
                      <a:pt x="77" y="30"/>
                      <a:pt x="78" y="30"/>
                    </a:cubicBezTo>
                    <a:cubicBezTo>
                      <a:pt x="79" y="30"/>
                      <a:pt x="79" y="30"/>
                      <a:pt x="80" y="30"/>
                    </a:cubicBezTo>
                    <a:cubicBezTo>
                      <a:pt x="82" y="28"/>
                      <a:pt x="84" y="27"/>
                      <a:pt x="87" y="25"/>
                    </a:cubicBezTo>
                    <a:cubicBezTo>
                      <a:pt x="87" y="26"/>
                      <a:pt x="87" y="26"/>
                      <a:pt x="87" y="26"/>
                    </a:cubicBezTo>
                    <a:cubicBezTo>
                      <a:pt x="88" y="30"/>
                      <a:pt x="88" y="33"/>
                      <a:pt x="87" y="36"/>
                    </a:cubicBezTo>
                    <a:cubicBezTo>
                      <a:pt x="87" y="38"/>
                      <a:pt x="86" y="41"/>
                      <a:pt x="85" y="43"/>
                    </a:cubicBezTo>
                    <a:cubicBezTo>
                      <a:pt x="84" y="45"/>
                      <a:pt x="82" y="48"/>
                      <a:pt x="79" y="51"/>
                    </a:cubicBezTo>
                    <a:cubicBezTo>
                      <a:pt x="79" y="51"/>
                      <a:pt x="79" y="52"/>
                      <a:pt x="79" y="52"/>
                    </a:cubicBezTo>
                    <a:cubicBezTo>
                      <a:pt x="79" y="52"/>
                      <a:pt x="79" y="52"/>
                      <a:pt x="80" y="52"/>
                    </a:cubicBezTo>
                    <a:cubicBezTo>
                      <a:pt x="80" y="52"/>
                      <a:pt x="81" y="51"/>
                      <a:pt x="83" y="49"/>
                    </a:cubicBezTo>
                    <a:cubicBezTo>
                      <a:pt x="84" y="48"/>
                      <a:pt x="86" y="46"/>
                      <a:pt x="88" y="44"/>
                    </a:cubicBezTo>
                    <a:cubicBezTo>
                      <a:pt x="89" y="42"/>
                      <a:pt x="90" y="40"/>
                      <a:pt x="90" y="38"/>
                    </a:cubicBezTo>
                    <a:cubicBezTo>
                      <a:pt x="91" y="36"/>
                      <a:pt x="91" y="33"/>
                      <a:pt x="91" y="30"/>
                    </a:cubicBezTo>
                    <a:cubicBezTo>
                      <a:pt x="90" y="29"/>
                      <a:pt x="90" y="29"/>
                      <a:pt x="90" y="28"/>
                    </a:cubicBezTo>
                    <a:close/>
                    <a:moveTo>
                      <a:pt x="10" y="68"/>
                    </a:moveTo>
                    <a:cubicBezTo>
                      <a:pt x="11" y="68"/>
                      <a:pt x="12" y="67"/>
                      <a:pt x="12" y="67"/>
                    </a:cubicBezTo>
                    <a:cubicBezTo>
                      <a:pt x="13" y="67"/>
                      <a:pt x="13" y="66"/>
                      <a:pt x="13" y="66"/>
                    </a:cubicBezTo>
                    <a:cubicBezTo>
                      <a:pt x="13" y="66"/>
                      <a:pt x="13" y="66"/>
                      <a:pt x="13" y="66"/>
                    </a:cubicBezTo>
                    <a:cubicBezTo>
                      <a:pt x="13" y="65"/>
                      <a:pt x="13" y="65"/>
                      <a:pt x="12" y="65"/>
                    </a:cubicBezTo>
                    <a:cubicBezTo>
                      <a:pt x="11" y="65"/>
                      <a:pt x="11" y="65"/>
                      <a:pt x="10" y="65"/>
                    </a:cubicBezTo>
                    <a:cubicBezTo>
                      <a:pt x="10" y="65"/>
                      <a:pt x="10" y="66"/>
                      <a:pt x="10" y="66"/>
                    </a:cubicBezTo>
                    <a:cubicBezTo>
                      <a:pt x="10" y="65"/>
                      <a:pt x="10" y="65"/>
                      <a:pt x="9" y="64"/>
                    </a:cubicBezTo>
                    <a:cubicBezTo>
                      <a:pt x="9" y="63"/>
                      <a:pt x="9" y="63"/>
                      <a:pt x="9" y="62"/>
                    </a:cubicBezTo>
                    <a:cubicBezTo>
                      <a:pt x="9" y="62"/>
                      <a:pt x="9" y="62"/>
                      <a:pt x="9" y="62"/>
                    </a:cubicBezTo>
                    <a:cubicBezTo>
                      <a:pt x="8" y="62"/>
                      <a:pt x="8" y="62"/>
                      <a:pt x="7" y="62"/>
                    </a:cubicBezTo>
                    <a:cubicBezTo>
                      <a:pt x="6" y="62"/>
                      <a:pt x="6" y="62"/>
                      <a:pt x="6" y="62"/>
                    </a:cubicBezTo>
                    <a:cubicBezTo>
                      <a:pt x="5" y="63"/>
                      <a:pt x="5" y="63"/>
                      <a:pt x="6" y="63"/>
                    </a:cubicBezTo>
                    <a:cubicBezTo>
                      <a:pt x="6" y="63"/>
                      <a:pt x="7" y="64"/>
                      <a:pt x="7" y="64"/>
                    </a:cubicBezTo>
                    <a:cubicBezTo>
                      <a:pt x="7" y="65"/>
                      <a:pt x="8" y="66"/>
                      <a:pt x="8" y="67"/>
                    </a:cubicBezTo>
                    <a:cubicBezTo>
                      <a:pt x="8" y="67"/>
                      <a:pt x="8" y="67"/>
                      <a:pt x="8" y="67"/>
                    </a:cubicBezTo>
                    <a:cubicBezTo>
                      <a:pt x="7" y="68"/>
                      <a:pt x="6" y="69"/>
                      <a:pt x="5" y="70"/>
                    </a:cubicBezTo>
                    <a:cubicBezTo>
                      <a:pt x="5" y="70"/>
                      <a:pt x="5" y="70"/>
                      <a:pt x="5" y="70"/>
                    </a:cubicBezTo>
                    <a:cubicBezTo>
                      <a:pt x="5" y="70"/>
                      <a:pt x="6" y="70"/>
                      <a:pt x="6" y="70"/>
                    </a:cubicBezTo>
                    <a:cubicBezTo>
                      <a:pt x="7" y="70"/>
                      <a:pt x="8" y="69"/>
                      <a:pt x="9" y="69"/>
                    </a:cubicBezTo>
                    <a:cubicBezTo>
                      <a:pt x="9" y="69"/>
                      <a:pt x="9" y="70"/>
                      <a:pt x="9" y="71"/>
                    </a:cubicBezTo>
                    <a:cubicBezTo>
                      <a:pt x="9" y="72"/>
                      <a:pt x="9" y="72"/>
                      <a:pt x="9" y="72"/>
                    </a:cubicBezTo>
                    <a:cubicBezTo>
                      <a:pt x="10" y="72"/>
                      <a:pt x="10" y="72"/>
                      <a:pt x="10" y="72"/>
                    </a:cubicBezTo>
                    <a:cubicBezTo>
                      <a:pt x="10" y="72"/>
                      <a:pt x="10" y="71"/>
                      <a:pt x="10" y="70"/>
                    </a:cubicBezTo>
                    <a:cubicBezTo>
                      <a:pt x="10" y="70"/>
                      <a:pt x="10" y="69"/>
                      <a:pt x="10" y="68"/>
                    </a:cubicBezTo>
                    <a:close/>
                    <a:moveTo>
                      <a:pt x="17" y="72"/>
                    </a:moveTo>
                    <a:cubicBezTo>
                      <a:pt x="18" y="71"/>
                      <a:pt x="18" y="71"/>
                      <a:pt x="19" y="71"/>
                    </a:cubicBezTo>
                    <a:cubicBezTo>
                      <a:pt x="20" y="71"/>
                      <a:pt x="20" y="70"/>
                      <a:pt x="20" y="70"/>
                    </a:cubicBezTo>
                    <a:cubicBezTo>
                      <a:pt x="20" y="70"/>
                      <a:pt x="20" y="70"/>
                      <a:pt x="20" y="70"/>
                    </a:cubicBezTo>
                    <a:cubicBezTo>
                      <a:pt x="20" y="69"/>
                      <a:pt x="20" y="69"/>
                      <a:pt x="19" y="69"/>
                    </a:cubicBezTo>
                    <a:cubicBezTo>
                      <a:pt x="18" y="69"/>
                      <a:pt x="18" y="69"/>
                      <a:pt x="18" y="69"/>
                    </a:cubicBezTo>
                    <a:cubicBezTo>
                      <a:pt x="17" y="69"/>
                      <a:pt x="17" y="70"/>
                      <a:pt x="16" y="70"/>
                    </a:cubicBezTo>
                    <a:cubicBezTo>
                      <a:pt x="16" y="70"/>
                      <a:pt x="16" y="69"/>
                      <a:pt x="16" y="69"/>
                    </a:cubicBezTo>
                    <a:cubicBezTo>
                      <a:pt x="16" y="68"/>
                      <a:pt x="16" y="68"/>
                      <a:pt x="16" y="68"/>
                    </a:cubicBezTo>
                    <a:cubicBezTo>
                      <a:pt x="16" y="67"/>
                      <a:pt x="15" y="67"/>
                      <a:pt x="15" y="67"/>
                    </a:cubicBezTo>
                    <a:cubicBezTo>
                      <a:pt x="15" y="67"/>
                      <a:pt x="15" y="67"/>
                      <a:pt x="14" y="67"/>
                    </a:cubicBezTo>
                    <a:cubicBezTo>
                      <a:pt x="13" y="67"/>
                      <a:pt x="13" y="67"/>
                      <a:pt x="12" y="68"/>
                    </a:cubicBezTo>
                    <a:cubicBezTo>
                      <a:pt x="12" y="68"/>
                      <a:pt x="12" y="68"/>
                      <a:pt x="13" y="68"/>
                    </a:cubicBezTo>
                    <a:cubicBezTo>
                      <a:pt x="13" y="69"/>
                      <a:pt x="14" y="69"/>
                      <a:pt x="14" y="69"/>
                    </a:cubicBezTo>
                    <a:cubicBezTo>
                      <a:pt x="14" y="70"/>
                      <a:pt x="14" y="70"/>
                      <a:pt x="15" y="71"/>
                    </a:cubicBezTo>
                    <a:cubicBezTo>
                      <a:pt x="14" y="72"/>
                      <a:pt x="13" y="72"/>
                      <a:pt x="12" y="73"/>
                    </a:cubicBezTo>
                    <a:cubicBezTo>
                      <a:pt x="12" y="73"/>
                      <a:pt x="12" y="73"/>
                      <a:pt x="12" y="73"/>
                    </a:cubicBezTo>
                    <a:cubicBezTo>
                      <a:pt x="12" y="74"/>
                      <a:pt x="13" y="74"/>
                      <a:pt x="13" y="73"/>
                    </a:cubicBezTo>
                    <a:cubicBezTo>
                      <a:pt x="14" y="73"/>
                      <a:pt x="15" y="73"/>
                      <a:pt x="15" y="72"/>
                    </a:cubicBezTo>
                    <a:cubicBezTo>
                      <a:pt x="15" y="72"/>
                      <a:pt x="15" y="72"/>
                      <a:pt x="15" y="73"/>
                    </a:cubicBezTo>
                    <a:cubicBezTo>
                      <a:pt x="16" y="74"/>
                      <a:pt x="16" y="75"/>
                      <a:pt x="17" y="76"/>
                    </a:cubicBezTo>
                    <a:cubicBezTo>
                      <a:pt x="17" y="77"/>
                      <a:pt x="17" y="77"/>
                      <a:pt x="17" y="77"/>
                    </a:cubicBezTo>
                    <a:cubicBezTo>
                      <a:pt x="17" y="77"/>
                      <a:pt x="17" y="77"/>
                      <a:pt x="17" y="77"/>
                    </a:cubicBezTo>
                    <a:cubicBezTo>
                      <a:pt x="17" y="77"/>
                      <a:pt x="17" y="76"/>
                      <a:pt x="17" y="76"/>
                    </a:cubicBezTo>
                    <a:cubicBezTo>
                      <a:pt x="17" y="75"/>
                      <a:pt x="17" y="74"/>
                      <a:pt x="17" y="73"/>
                    </a:cubicBezTo>
                    <a:cubicBezTo>
                      <a:pt x="17" y="73"/>
                      <a:pt x="17" y="72"/>
                      <a:pt x="17" y="72"/>
                    </a:cubicBezTo>
                    <a:close/>
                    <a:moveTo>
                      <a:pt x="14" y="88"/>
                    </a:moveTo>
                    <a:cubicBezTo>
                      <a:pt x="16" y="88"/>
                      <a:pt x="16" y="87"/>
                      <a:pt x="17" y="86"/>
                    </a:cubicBezTo>
                    <a:cubicBezTo>
                      <a:pt x="18" y="83"/>
                      <a:pt x="18" y="81"/>
                      <a:pt x="20" y="78"/>
                    </a:cubicBezTo>
                    <a:cubicBezTo>
                      <a:pt x="21" y="75"/>
                      <a:pt x="23" y="71"/>
                      <a:pt x="25" y="66"/>
                    </a:cubicBezTo>
                    <a:cubicBezTo>
                      <a:pt x="26" y="64"/>
                      <a:pt x="27" y="62"/>
                      <a:pt x="28" y="61"/>
                    </a:cubicBezTo>
                    <a:cubicBezTo>
                      <a:pt x="28" y="61"/>
                      <a:pt x="29" y="61"/>
                      <a:pt x="29" y="61"/>
                    </a:cubicBezTo>
                    <a:cubicBezTo>
                      <a:pt x="29" y="61"/>
                      <a:pt x="29" y="61"/>
                      <a:pt x="29" y="62"/>
                    </a:cubicBezTo>
                    <a:cubicBezTo>
                      <a:pt x="30" y="63"/>
                      <a:pt x="31" y="63"/>
                      <a:pt x="31" y="64"/>
                    </a:cubicBezTo>
                    <a:cubicBezTo>
                      <a:pt x="31" y="65"/>
                      <a:pt x="32" y="65"/>
                      <a:pt x="32" y="65"/>
                    </a:cubicBezTo>
                    <a:cubicBezTo>
                      <a:pt x="32" y="65"/>
                      <a:pt x="32" y="64"/>
                      <a:pt x="32" y="64"/>
                    </a:cubicBezTo>
                    <a:cubicBezTo>
                      <a:pt x="32" y="61"/>
                      <a:pt x="33" y="59"/>
                      <a:pt x="33" y="58"/>
                    </a:cubicBezTo>
                    <a:cubicBezTo>
                      <a:pt x="34" y="57"/>
                      <a:pt x="34" y="56"/>
                      <a:pt x="33" y="56"/>
                    </a:cubicBezTo>
                    <a:cubicBezTo>
                      <a:pt x="33" y="56"/>
                      <a:pt x="31" y="56"/>
                      <a:pt x="28" y="57"/>
                    </a:cubicBezTo>
                    <a:cubicBezTo>
                      <a:pt x="28" y="58"/>
                      <a:pt x="27" y="58"/>
                      <a:pt x="27" y="59"/>
                    </a:cubicBezTo>
                    <a:cubicBezTo>
                      <a:pt x="26" y="60"/>
                      <a:pt x="25" y="62"/>
                      <a:pt x="25" y="63"/>
                    </a:cubicBezTo>
                    <a:cubicBezTo>
                      <a:pt x="21" y="59"/>
                      <a:pt x="18" y="56"/>
                      <a:pt x="17" y="54"/>
                    </a:cubicBezTo>
                    <a:cubicBezTo>
                      <a:pt x="17" y="53"/>
                      <a:pt x="17" y="53"/>
                      <a:pt x="16" y="53"/>
                    </a:cubicBezTo>
                    <a:cubicBezTo>
                      <a:pt x="16" y="53"/>
                      <a:pt x="14" y="53"/>
                      <a:pt x="13" y="54"/>
                    </a:cubicBezTo>
                    <a:cubicBezTo>
                      <a:pt x="12" y="55"/>
                      <a:pt x="12" y="55"/>
                      <a:pt x="12" y="55"/>
                    </a:cubicBezTo>
                    <a:cubicBezTo>
                      <a:pt x="11" y="57"/>
                      <a:pt x="10" y="59"/>
                      <a:pt x="10" y="61"/>
                    </a:cubicBezTo>
                    <a:cubicBezTo>
                      <a:pt x="9" y="61"/>
                      <a:pt x="9" y="62"/>
                      <a:pt x="10" y="62"/>
                    </a:cubicBezTo>
                    <a:cubicBezTo>
                      <a:pt x="10" y="62"/>
                      <a:pt x="11" y="61"/>
                      <a:pt x="11" y="61"/>
                    </a:cubicBezTo>
                    <a:cubicBezTo>
                      <a:pt x="12" y="61"/>
                      <a:pt x="12" y="60"/>
                      <a:pt x="12" y="59"/>
                    </a:cubicBezTo>
                    <a:cubicBezTo>
                      <a:pt x="13" y="59"/>
                      <a:pt x="13" y="58"/>
                      <a:pt x="13" y="57"/>
                    </a:cubicBezTo>
                    <a:cubicBezTo>
                      <a:pt x="13" y="57"/>
                      <a:pt x="13" y="57"/>
                      <a:pt x="13" y="57"/>
                    </a:cubicBezTo>
                    <a:cubicBezTo>
                      <a:pt x="14" y="57"/>
                      <a:pt x="14" y="57"/>
                      <a:pt x="15" y="57"/>
                    </a:cubicBezTo>
                    <a:cubicBezTo>
                      <a:pt x="15" y="58"/>
                      <a:pt x="16" y="58"/>
                      <a:pt x="17" y="59"/>
                    </a:cubicBezTo>
                    <a:cubicBezTo>
                      <a:pt x="16" y="59"/>
                      <a:pt x="16" y="59"/>
                      <a:pt x="16" y="60"/>
                    </a:cubicBezTo>
                    <a:cubicBezTo>
                      <a:pt x="15" y="60"/>
                      <a:pt x="15" y="61"/>
                      <a:pt x="14" y="62"/>
                    </a:cubicBezTo>
                    <a:cubicBezTo>
                      <a:pt x="14" y="63"/>
                      <a:pt x="14" y="63"/>
                      <a:pt x="14" y="64"/>
                    </a:cubicBezTo>
                    <a:cubicBezTo>
                      <a:pt x="13" y="65"/>
                      <a:pt x="14" y="65"/>
                      <a:pt x="14" y="65"/>
                    </a:cubicBezTo>
                    <a:cubicBezTo>
                      <a:pt x="15" y="64"/>
                      <a:pt x="15" y="64"/>
                      <a:pt x="15" y="64"/>
                    </a:cubicBezTo>
                    <a:cubicBezTo>
                      <a:pt x="16" y="62"/>
                      <a:pt x="17" y="61"/>
                      <a:pt x="17" y="60"/>
                    </a:cubicBezTo>
                    <a:cubicBezTo>
                      <a:pt x="18" y="60"/>
                      <a:pt x="19" y="61"/>
                      <a:pt x="20" y="62"/>
                    </a:cubicBezTo>
                    <a:cubicBezTo>
                      <a:pt x="19" y="62"/>
                      <a:pt x="19" y="62"/>
                      <a:pt x="19" y="63"/>
                    </a:cubicBezTo>
                    <a:cubicBezTo>
                      <a:pt x="18" y="63"/>
                      <a:pt x="18" y="64"/>
                      <a:pt x="18" y="65"/>
                    </a:cubicBezTo>
                    <a:cubicBezTo>
                      <a:pt x="18" y="66"/>
                      <a:pt x="17" y="67"/>
                      <a:pt x="17" y="67"/>
                    </a:cubicBezTo>
                    <a:cubicBezTo>
                      <a:pt x="17" y="68"/>
                      <a:pt x="17" y="68"/>
                      <a:pt x="18" y="68"/>
                    </a:cubicBezTo>
                    <a:cubicBezTo>
                      <a:pt x="18" y="68"/>
                      <a:pt x="18" y="67"/>
                      <a:pt x="19" y="67"/>
                    </a:cubicBezTo>
                    <a:cubicBezTo>
                      <a:pt x="19" y="65"/>
                      <a:pt x="20" y="64"/>
                      <a:pt x="21" y="63"/>
                    </a:cubicBezTo>
                    <a:cubicBezTo>
                      <a:pt x="21" y="64"/>
                      <a:pt x="22" y="65"/>
                      <a:pt x="23" y="66"/>
                    </a:cubicBezTo>
                    <a:cubicBezTo>
                      <a:pt x="23" y="67"/>
                      <a:pt x="23" y="67"/>
                      <a:pt x="22" y="68"/>
                    </a:cubicBezTo>
                    <a:cubicBezTo>
                      <a:pt x="21" y="71"/>
                      <a:pt x="19" y="76"/>
                      <a:pt x="16" y="81"/>
                    </a:cubicBezTo>
                    <a:cubicBezTo>
                      <a:pt x="16" y="81"/>
                      <a:pt x="16" y="82"/>
                      <a:pt x="16" y="82"/>
                    </a:cubicBezTo>
                    <a:cubicBezTo>
                      <a:pt x="15" y="81"/>
                      <a:pt x="13" y="81"/>
                      <a:pt x="12" y="80"/>
                    </a:cubicBezTo>
                    <a:cubicBezTo>
                      <a:pt x="12" y="80"/>
                      <a:pt x="12" y="80"/>
                      <a:pt x="12" y="80"/>
                    </a:cubicBezTo>
                    <a:cubicBezTo>
                      <a:pt x="13" y="79"/>
                      <a:pt x="13" y="77"/>
                      <a:pt x="14" y="76"/>
                    </a:cubicBezTo>
                    <a:cubicBezTo>
                      <a:pt x="14" y="75"/>
                      <a:pt x="14" y="75"/>
                      <a:pt x="13" y="75"/>
                    </a:cubicBezTo>
                    <a:cubicBezTo>
                      <a:pt x="13" y="75"/>
                      <a:pt x="12" y="76"/>
                      <a:pt x="12" y="76"/>
                    </a:cubicBezTo>
                    <a:cubicBezTo>
                      <a:pt x="11" y="77"/>
                      <a:pt x="11" y="78"/>
                      <a:pt x="11" y="79"/>
                    </a:cubicBezTo>
                    <a:cubicBezTo>
                      <a:pt x="11" y="79"/>
                      <a:pt x="11" y="79"/>
                      <a:pt x="11" y="80"/>
                    </a:cubicBezTo>
                    <a:cubicBezTo>
                      <a:pt x="10" y="79"/>
                      <a:pt x="10" y="79"/>
                      <a:pt x="9" y="79"/>
                    </a:cubicBezTo>
                    <a:cubicBezTo>
                      <a:pt x="9" y="79"/>
                      <a:pt x="8" y="79"/>
                      <a:pt x="8" y="79"/>
                    </a:cubicBezTo>
                    <a:cubicBezTo>
                      <a:pt x="8" y="77"/>
                      <a:pt x="9" y="75"/>
                      <a:pt x="9" y="74"/>
                    </a:cubicBezTo>
                    <a:cubicBezTo>
                      <a:pt x="10" y="73"/>
                      <a:pt x="10" y="73"/>
                      <a:pt x="9" y="73"/>
                    </a:cubicBezTo>
                    <a:cubicBezTo>
                      <a:pt x="9" y="73"/>
                      <a:pt x="8" y="73"/>
                      <a:pt x="8" y="74"/>
                    </a:cubicBezTo>
                    <a:cubicBezTo>
                      <a:pt x="7" y="75"/>
                      <a:pt x="7" y="75"/>
                      <a:pt x="7" y="77"/>
                    </a:cubicBezTo>
                    <a:cubicBezTo>
                      <a:pt x="7" y="77"/>
                      <a:pt x="7" y="78"/>
                      <a:pt x="7" y="78"/>
                    </a:cubicBezTo>
                    <a:cubicBezTo>
                      <a:pt x="6" y="78"/>
                      <a:pt x="6" y="78"/>
                      <a:pt x="5" y="77"/>
                    </a:cubicBezTo>
                    <a:cubicBezTo>
                      <a:pt x="5" y="77"/>
                      <a:pt x="5" y="77"/>
                      <a:pt x="5" y="77"/>
                    </a:cubicBezTo>
                    <a:cubicBezTo>
                      <a:pt x="5" y="76"/>
                      <a:pt x="4" y="76"/>
                      <a:pt x="4" y="75"/>
                    </a:cubicBezTo>
                    <a:cubicBezTo>
                      <a:pt x="4" y="75"/>
                      <a:pt x="4" y="74"/>
                      <a:pt x="4" y="73"/>
                    </a:cubicBezTo>
                    <a:cubicBezTo>
                      <a:pt x="4" y="73"/>
                      <a:pt x="4" y="72"/>
                      <a:pt x="4" y="71"/>
                    </a:cubicBezTo>
                    <a:cubicBezTo>
                      <a:pt x="4" y="71"/>
                      <a:pt x="4" y="70"/>
                      <a:pt x="4" y="70"/>
                    </a:cubicBezTo>
                    <a:cubicBezTo>
                      <a:pt x="3" y="70"/>
                      <a:pt x="2" y="71"/>
                      <a:pt x="2" y="71"/>
                    </a:cubicBezTo>
                    <a:cubicBezTo>
                      <a:pt x="1" y="72"/>
                      <a:pt x="1" y="72"/>
                      <a:pt x="1" y="72"/>
                    </a:cubicBezTo>
                    <a:cubicBezTo>
                      <a:pt x="0" y="73"/>
                      <a:pt x="1" y="73"/>
                      <a:pt x="1" y="73"/>
                    </a:cubicBezTo>
                    <a:cubicBezTo>
                      <a:pt x="1" y="73"/>
                      <a:pt x="2" y="73"/>
                      <a:pt x="2" y="74"/>
                    </a:cubicBezTo>
                    <a:cubicBezTo>
                      <a:pt x="2" y="75"/>
                      <a:pt x="3" y="75"/>
                      <a:pt x="3" y="76"/>
                    </a:cubicBezTo>
                    <a:cubicBezTo>
                      <a:pt x="3" y="76"/>
                      <a:pt x="3" y="77"/>
                      <a:pt x="4" y="77"/>
                    </a:cubicBezTo>
                    <a:cubicBezTo>
                      <a:pt x="3" y="78"/>
                      <a:pt x="2" y="78"/>
                      <a:pt x="2" y="79"/>
                    </a:cubicBezTo>
                    <a:cubicBezTo>
                      <a:pt x="1" y="79"/>
                      <a:pt x="1" y="80"/>
                      <a:pt x="1" y="80"/>
                    </a:cubicBezTo>
                    <a:cubicBezTo>
                      <a:pt x="1" y="80"/>
                      <a:pt x="2" y="81"/>
                      <a:pt x="2" y="80"/>
                    </a:cubicBezTo>
                    <a:cubicBezTo>
                      <a:pt x="3" y="80"/>
                      <a:pt x="5" y="80"/>
                      <a:pt x="6" y="81"/>
                    </a:cubicBezTo>
                    <a:cubicBezTo>
                      <a:pt x="7" y="81"/>
                      <a:pt x="11" y="82"/>
                      <a:pt x="15" y="84"/>
                    </a:cubicBezTo>
                    <a:cubicBezTo>
                      <a:pt x="15" y="85"/>
                      <a:pt x="14" y="86"/>
                      <a:pt x="13" y="88"/>
                    </a:cubicBezTo>
                    <a:cubicBezTo>
                      <a:pt x="13" y="88"/>
                      <a:pt x="13" y="88"/>
                      <a:pt x="13" y="88"/>
                    </a:cubicBezTo>
                    <a:cubicBezTo>
                      <a:pt x="13" y="88"/>
                      <a:pt x="13" y="88"/>
                      <a:pt x="13" y="88"/>
                    </a:cubicBezTo>
                    <a:cubicBezTo>
                      <a:pt x="12" y="88"/>
                      <a:pt x="12" y="88"/>
                      <a:pt x="11" y="88"/>
                    </a:cubicBezTo>
                    <a:cubicBezTo>
                      <a:pt x="10" y="88"/>
                      <a:pt x="10" y="89"/>
                      <a:pt x="11" y="89"/>
                    </a:cubicBezTo>
                    <a:cubicBezTo>
                      <a:pt x="11" y="89"/>
                      <a:pt x="12" y="89"/>
                      <a:pt x="12" y="89"/>
                    </a:cubicBezTo>
                    <a:cubicBezTo>
                      <a:pt x="12" y="90"/>
                      <a:pt x="13" y="90"/>
                      <a:pt x="13" y="91"/>
                    </a:cubicBezTo>
                    <a:cubicBezTo>
                      <a:pt x="13" y="92"/>
                      <a:pt x="14" y="93"/>
                      <a:pt x="14" y="94"/>
                    </a:cubicBezTo>
                    <a:cubicBezTo>
                      <a:pt x="14" y="95"/>
                      <a:pt x="15" y="95"/>
                      <a:pt x="15" y="95"/>
                    </a:cubicBezTo>
                    <a:cubicBezTo>
                      <a:pt x="16" y="96"/>
                      <a:pt x="17" y="96"/>
                      <a:pt x="18" y="96"/>
                    </a:cubicBezTo>
                    <a:cubicBezTo>
                      <a:pt x="19" y="96"/>
                      <a:pt x="19" y="95"/>
                      <a:pt x="19" y="94"/>
                    </a:cubicBezTo>
                    <a:cubicBezTo>
                      <a:pt x="18" y="93"/>
                      <a:pt x="18" y="92"/>
                      <a:pt x="17" y="91"/>
                    </a:cubicBezTo>
                    <a:cubicBezTo>
                      <a:pt x="16" y="90"/>
                      <a:pt x="15" y="89"/>
                      <a:pt x="14" y="88"/>
                    </a:cubicBezTo>
                    <a:close/>
                    <a:moveTo>
                      <a:pt x="34" y="79"/>
                    </a:moveTo>
                    <a:cubicBezTo>
                      <a:pt x="36" y="76"/>
                      <a:pt x="38" y="72"/>
                      <a:pt x="41" y="68"/>
                    </a:cubicBezTo>
                    <a:cubicBezTo>
                      <a:pt x="41" y="67"/>
                      <a:pt x="42" y="66"/>
                      <a:pt x="42" y="66"/>
                    </a:cubicBezTo>
                    <a:cubicBezTo>
                      <a:pt x="43" y="65"/>
                      <a:pt x="43" y="64"/>
                      <a:pt x="43" y="64"/>
                    </a:cubicBezTo>
                    <a:cubicBezTo>
                      <a:pt x="43" y="64"/>
                      <a:pt x="42" y="64"/>
                      <a:pt x="41" y="64"/>
                    </a:cubicBezTo>
                    <a:cubicBezTo>
                      <a:pt x="40" y="64"/>
                      <a:pt x="39" y="65"/>
                      <a:pt x="38" y="65"/>
                    </a:cubicBezTo>
                    <a:cubicBezTo>
                      <a:pt x="38" y="66"/>
                      <a:pt x="37" y="67"/>
                      <a:pt x="37" y="67"/>
                    </a:cubicBezTo>
                    <a:cubicBezTo>
                      <a:pt x="36" y="70"/>
                      <a:pt x="34" y="74"/>
                      <a:pt x="32" y="79"/>
                    </a:cubicBezTo>
                    <a:cubicBezTo>
                      <a:pt x="32" y="79"/>
                      <a:pt x="32" y="78"/>
                      <a:pt x="32" y="78"/>
                    </a:cubicBezTo>
                    <a:cubicBezTo>
                      <a:pt x="31" y="78"/>
                      <a:pt x="31" y="78"/>
                      <a:pt x="30" y="79"/>
                    </a:cubicBezTo>
                    <a:cubicBezTo>
                      <a:pt x="30" y="77"/>
                      <a:pt x="30" y="76"/>
                      <a:pt x="30" y="74"/>
                    </a:cubicBezTo>
                    <a:cubicBezTo>
                      <a:pt x="30" y="73"/>
                      <a:pt x="30" y="71"/>
                      <a:pt x="30" y="70"/>
                    </a:cubicBezTo>
                    <a:cubicBezTo>
                      <a:pt x="30" y="70"/>
                      <a:pt x="30" y="69"/>
                      <a:pt x="30" y="69"/>
                    </a:cubicBezTo>
                    <a:cubicBezTo>
                      <a:pt x="29" y="69"/>
                      <a:pt x="28" y="70"/>
                      <a:pt x="25" y="71"/>
                    </a:cubicBezTo>
                    <a:cubicBezTo>
                      <a:pt x="25" y="71"/>
                      <a:pt x="24" y="72"/>
                      <a:pt x="24" y="72"/>
                    </a:cubicBezTo>
                    <a:cubicBezTo>
                      <a:pt x="24" y="75"/>
                      <a:pt x="23" y="77"/>
                      <a:pt x="22" y="81"/>
                    </a:cubicBezTo>
                    <a:cubicBezTo>
                      <a:pt x="22" y="82"/>
                      <a:pt x="21" y="83"/>
                      <a:pt x="20" y="84"/>
                    </a:cubicBezTo>
                    <a:cubicBezTo>
                      <a:pt x="19" y="85"/>
                      <a:pt x="19" y="86"/>
                      <a:pt x="20" y="86"/>
                    </a:cubicBezTo>
                    <a:cubicBezTo>
                      <a:pt x="21" y="86"/>
                      <a:pt x="21" y="86"/>
                      <a:pt x="22" y="85"/>
                    </a:cubicBezTo>
                    <a:cubicBezTo>
                      <a:pt x="23" y="85"/>
                      <a:pt x="23" y="84"/>
                      <a:pt x="23" y="82"/>
                    </a:cubicBezTo>
                    <a:cubicBezTo>
                      <a:pt x="24" y="82"/>
                      <a:pt x="24" y="79"/>
                      <a:pt x="25" y="75"/>
                    </a:cubicBezTo>
                    <a:cubicBezTo>
                      <a:pt x="25" y="74"/>
                      <a:pt x="26" y="74"/>
                      <a:pt x="26" y="74"/>
                    </a:cubicBezTo>
                    <a:cubicBezTo>
                      <a:pt x="27" y="74"/>
                      <a:pt x="27" y="74"/>
                      <a:pt x="27" y="74"/>
                    </a:cubicBezTo>
                    <a:cubicBezTo>
                      <a:pt x="28" y="76"/>
                      <a:pt x="29" y="77"/>
                      <a:pt x="29" y="79"/>
                    </a:cubicBezTo>
                    <a:cubicBezTo>
                      <a:pt x="29" y="79"/>
                      <a:pt x="29" y="79"/>
                      <a:pt x="28" y="80"/>
                    </a:cubicBezTo>
                    <a:cubicBezTo>
                      <a:pt x="28" y="80"/>
                      <a:pt x="27" y="81"/>
                      <a:pt x="27" y="81"/>
                    </a:cubicBezTo>
                    <a:cubicBezTo>
                      <a:pt x="27" y="82"/>
                      <a:pt x="28" y="82"/>
                      <a:pt x="28" y="82"/>
                    </a:cubicBezTo>
                    <a:cubicBezTo>
                      <a:pt x="29" y="81"/>
                      <a:pt x="30" y="81"/>
                      <a:pt x="31" y="81"/>
                    </a:cubicBezTo>
                    <a:cubicBezTo>
                      <a:pt x="29" y="86"/>
                      <a:pt x="26" y="92"/>
                      <a:pt x="24" y="97"/>
                    </a:cubicBezTo>
                    <a:cubicBezTo>
                      <a:pt x="23" y="98"/>
                      <a:pt x="23" y="98"/>
                      <a:pt x="24" y="98"/>
                    </a:cubicBezTo>
                    <a:cubicBezTo>
                      <a:pt x="25" y="98"/>
                      <a:pt x="26" y="98"/>
                      <a:pt x="26" y="97"/>
                    </a:cubicBezTo>
                    <a:cubicBezTo>
                      <a:pt x="27" y="97"/>
                      <a:pt x="27" y="96"/>
                      <a:pt x="27" y="95"/>
                    </a:cubicBezTo>
                    <a:cubicBezTo>
                      <a:pt x="28" y="92"/>
                      <a:pt x="30" y="88"/>
                      <a:pt x="32" y="84"/>
                    </a:cubicBezTo>
                    <a:cubicBezTo>
                      <a:pt x="32" y="83"/>
                      <a:pt x="33" y="83"/>
                      <a:pt x="33" y="82"/>
                    </a:cubicBezTo>
                    <a:cubicBezTo>
                      <a:pt x="35" y="82"/>
                      <a:pt x="36" y="83"/>
                      <a:pt x="37" y="84"/>
                    </a:cubicBezTo>
                    <a:cubicBezTo>
                      <a:pt x="38" y="85"/>
                      <a:pt x="39" y="86"/>
                      <a:pt x="40" y="87"/>
                    </a:cubicBezTo>
                    <a:cubicBezTo>
                      <a:pt x="40" y="87"/>
                      <a:pt x="40" y="88"/>
                      <a:pt x="40" y="89"/>
                    </a:cubicBezTo>
                    <a:cubicBezTo>
                      <a:pt x="39" y="90"/>
                      <a:pt x="38" y="91"/>
                      <a:pt x="37" y="92"/>
                    </a:cubicBezTo>
                    <a:cubicBezTo>
                      <a:pt x="37" y="92"/>
                      <a:pt x="37" y="92"/>
                      <a:pt x="38" y="92"/>
                    </a:cubicBezTo>
                    <a:cubicBezTo>
                      <a:pt x="38" y="92"/>
                      <a:pt x="38" y="92"/>
                      <a:pt x="39" y="92"/>
                    </a:cubicBezTo>
                    <a:cubicBezTo>
                      <a:pt x="41" y="91"/>
                      <a:pt x="42" y="91"/>
                      <a:pt x="43" y="91"/>
                    </a:cubicBezTo>
                    <a:cubicBezTo>
                      <a:pt x="44" y="91"/>
                      <a:pt x="45" y="91"/>
                      <a:pt x="45" y="90"/>
                    </a:cubicBezTo>
                    <a:cubicBezTo>
                      <a:pt x="45" y="90"/>
                      <a:pt x="45" y="89"/>
                      <a:pt x="45" y="87"/>
                    </a:cubicBezTo>
                    <a:cubicBezTo>
                      <a:pt x="44" y="86"/>
                      <a:pt x="44" y="85"/>
                      <a:pt x="43" y="84"/>
                    </a:cubicBezTo>
                    <a:cubicBezTo>
                      <a:pt x="41" y="83"/>
                      <a:pt x="40" y="82"/>
                      <a:pt x="37" y="80"/>
                    </a:cubicBezTo>
                    <a:cubicBezTo>
                      <a:pt x="36" y="80"/>
                      <a:pt x="35" y="79"/>
                      <a:pt x="34" y="79"/>
                    </a:cubicBezTo>
                    <a:close/>
                    <a:moveTo>
                      <a:pt x="252" y="73"/>
                    </a:moveTo>
                    <a:cubicBezTo>
                      <a:pt x="252" y="73"/>
                      <a:pt x="252" y="74"/>
                      <a:pt x="252" y="74"/>
                    </a:cubicBezTo>
                    <a:cubicBezTo>
                      <a:pt x="255" y="77"/>
                      <a:pt x="257" y="79"/>
                      <a:pt x="259" y="81"/>
                    </a:cubicBezTo>
                    <a:cubicBezTo>
                      <a:pt x="259" y="82"/>
                      <a:pt x="258" y="82"/>
                      <a:pt x="259" y="82"/>
                    </a:cubicBezTo>
                    <a:cubicBezTo>
                      <a:pt x="259" y="83"/>
                      <a:pt x="260" y="83"/>
                      <a:pt x="261" y="83"/>
                    </a:cubicBezTo>
                    <a:cubicBezTo>
                      <a:pt x="261" y="83"/>
                      <a:pt x="262" y="82"/>
                      <a:pt x="262" y="82"/>
                    </a:cubicBezTo>
                    <a:cubicBezTo>
                      <a:pt x="262" y="82"/>
                      <a:pt x="262" y="82"/>
                      <a:pt x="262" y="82"/>
                    </a:cubicBezTo>
                    <a:cubicBezTo>
                      <a:pt x="264" y="81"/>
                      <a:pt x="265" y="79"/>
                      <a:pt x="268" y="78"/>
                    </a:cubicBezTo>
                    <a:cubicBezTo>
                      <a:pt x="268" y="77"/>
                      <a:pt x="269" y="77"/>
                      <a:pt x="270" y="77"/>
                    </a:cubicBezTo>
                    <a:cubicBezTo>
                      <a:pt x="270" y="77"/>
                      <a:pt x="271" y="77"/>
                      <a:pt x="271" y="76"/>
                    </a:cubicBezTo>
                    <a:cubicBezTo>
                      <a:pt x="271" y="75"/>
                      <a:pt x="271" y="74"/>
                      <a:pt x="270" y="72"/>
                    </a:cubicBezTo>
                    <a:cubicBezTo>
                      <a:pt x="270" y="72"/>
                      <a:pt x="270" y="71"/>
                      <a:pt x="269" y="71"/>
                    </a:cubicBezTo>
                    <a:cubicBezTo>
                      <a:pt x="268" y="70"/>
                      <a:pt x="266" y="69"/>
                      <a:pt x="265" y="68"/>
                    </a:cubicBezTo>
                    <a:cubicBezTo>
                      <a:pt x="264" y="68"/>
                      <a:pt x="264" y="67"/>
                      <a:pt x="263" y="67"/>
                    </a:cubicBezTo>
                    <a:cubicBezTo>
                      <a:pt x="263" y="67"/>
                      <a:pt x="263" y="67"/>
                      <a:pt x="263" y="67"/>
                    </a:cubicBezTo>
                    <a:cubicBezTo>
                      <a:pt x="264" y="67"/>
                      <a:pt x="265" y="67"/>
                      <a:pt x="265" y="67"/>
                    </a:cubicBezTo>
                    <a:cubicBezTo>
                      <a:pt x="266" y="67"/>
                      <a:pt x="266" y="67"/>
                      <a:pt x="266" y="67"/>
                    </a:cubicBezTo>
                    <a:cubicBezTo>
                      <a:pt x="267" y="67"/>
                      <a:pt x="267" y="67"/>
                      <a:pt x="267" y="67"/>
                    </a:cubicBezTo>
                    <a:cubicBezTo>
                      <a:pt x="267" y="67"/>
                      <a:pt x="268" y="67"/>
                      <a:pt x="268" y="66"/>
                    </a:cubicBezTo>
                    <a:cubicBezTo>
                      <a:pt x="269" y="67"/>
                      <a:pt x="270" y="68"/>
                      <a:pt x="271" y="69"/>
                    </a:cubicBezTo>
                    <a:cubicBezTo>
                      <a:pt x="272" y="71"/>
                      <a:pt x="274" y="72"/>
                      <a:pt x="275" y="73"/>
                    </a:cubicBezTo>
                    <a:cubicBezTo>
                      <a:pt x="275" y="74"/>
                      <a:pt x="275" y="74"/>
                      <a:pt x="276" y="74"/>
                    </a:cubicBezTo>
                    <a:cubicBezTo>
                      <a:pt x="276" y="74"/>
                      <a:pt x="276" y="73"/>
                      <a:pt x="276" y="72"/>
                    </a:cubicBezTo>
                    <a:cubicBezTo>
                      <a:pt x="276" y="72"/>
                      <a:pt x="276" y="72"/>
                      <a:pt x="276" y="71"/>
                    </a:cubicBezTo>
                    <a:cubicBezTo>
                      <a:pt x="276" y="71"/>
                      <a:pt x="275" y="70"/>
                      <a:pt x="275" y="70"/>
                    </a:cubicBezTo>
                    <a:cubicBezTo>
                      <a:pt x="273" y="69"/>
                      <a:pt x="272" y="67"/>
                      <a:pt x="270" y="66"/>
                    </a:cubicBezTo>
                    <a:cubicBezTo>
                      <a:pt x="269" y="65"/>
                      <a:pt x="267" y="63"/>
                      <a:pt x="266" y="62"/>
                    </a:cubicBezTo>
                    <a:cubicBezTo>
                      <a:pt x="265" y="61"/>
                      <a:pt x="264" y="60"/>
                      <a:pt x="263" y="59"/>
                    </a:cubicBezTo>
                    <a:cubicBezTo>
                      <a:pt x="262" y="58"/>
                      <a:pt x="262" y="58"/>
                      <a:pt x="262" y="59"/>
                    </a:cubicBezTo>
                    <a:cubicBezTo>
                      <a:pt x="262" y="60"/>
                      <a:pt x="262" y="60"/>
                      <a:pt x="262" y="61"/>
                    </a:cubicBezTo>
                    <a:cubicBezTo>
                      <a:pt x="262" y="61"/>
                      <a:pt x="262" y="62"/>
                      <a:pt x="263" y="62"/>
                    </a:cubicBezTo>
                    <a:cubicBezTo>
                      <a:pt x="264" y="63"/>
                      <a:pt x="265" y="64"/>
                      <a:pt x="266" y="65"/>
                    </a:cubicBezTo>
                    <a:cubicBezTo>
                      <a:pt x="265" y="65"/>
                      <a:pt x="264" y="65"/>
                      <a:pt x="263" y="65"/>
                    </a:cubicBezTo>
                    <a:cubicBezTo>
                      <a:pt x="262" y="65"/>
                      <a:pt x="262" y="66"/>
                      <a:pt x="262" y="66"/>
                    </a:cubicBezTo>
                    <a:cubicBezTo>
                      <a:pt x="262" y="65"/>
                      <a:pt x="262" y="65"/>
                      <a:pt x="262" y="65"/>
                    </a:cubicBezTo>
                    <a:cubicBezTo>
                      <a:pt x="261" y="65"/>
                      <a:pt x="261" y="64"/>
                      <a:pt x="261" y="63"/>
                    </a:cubicBezTo>
                    <a:cubicBezTo>
                      <a:pt x="261" y="63"/>
                      <a:pt x="261" y="63"/>
                      <a:pt x="261" y="63"/>
                    </a:cubicBezTo>
                    <a:cubicBezTo>
                      <a:pt x="260" y="63"/>
                      <a:pt x="260" y="63"/>
                      <a:pt x="260" y="64"/>
                    </a:cubicBezTo>
                    <a:cubicBezTo>
                      <a:pt x="260" y="64"/>
                      <a:pt x="260" y="64"/>
                      <a:pt x="260" y="65"/>
                    </a:cubicBezTo>
                    <a:cubicBezTo>
                      <a:pt x="259" y="65"/>
                      <a:pt x="259" y="65"/>
                      <a:pt x="259" y="66"/>
                    </a:cubicBezTo>
                    <a:cubicBezTo>
                      <a:pt x="257" y="67"/>
                      <a:pt x="256" y="68"/>
                      <a:pt x="255" y="68"/>
                    </a:cubicBezTo>
                    <a:cubicBezTo>
                      <a:pt x="254" y="69"/>
                      <a:pt x="254" y="69"/>
                      <a:pt x="253" y="70"/>
                    </a:cubicBezTo>
                    <a:cubicBezTo>
                      <a:pt x="252" y="70"/>
                      <a:pt x="251" y="70"/>
                      <a:pt x="251" y="71"/>
                    </a:cubicBezTo>
                    <a:cubicBezTo>
                      <a:pt x="251" y="72"/>
                      <a:pt x="250" y="72"/>
                      <a:pt x="250" y="73"/>
                    </a:cubicBezTo>
                    <a:cubicBezTo>
                      <a:pt x="250" y="73"/>
                      <a:pt x="250" y="73"/>
                      <a:pt x="251" y="73"/>
                    </a:cubicBezTo>
                    <a:cubicBezTo>
                      <a:pt x="251" y="73"/>
                      <a:pt x="251" y="73"/>
                      <a:pt x="252" y="73"/>
                    </a:cubicBezTo>
                    <a:close/>
                    <a:moveTo>
                      <a:pt x="260" y="79"/>
                    </a:moveTo>
                    <a:cubicBezTo>
                      <a:pt x="260" y="79"/>
                      <a:pt x="259" y="78"/>
                      <a:pt x="258" y="77"/>
                    </a:cubicBezTo>
                    <a:cubicBezTo>
                      <a:pt x="256" y="75"/>
                      <a:pt x="254" y="74"/>
                      <a:pt x="253" y="72"/>
                    </a:cubicBezTo>
                    <a:cubicBezTo>
                      <a:pt x="253" y="72"/>
                      <a:pt x="254" y="72"/>
                      <a:pt x="255" y="71"/>
                    </a:cubicBezTo>
                    <a:cubicBezTo>
                      <a:pt x="255" y="71"/>
                      <a:pt x="255" y="71"/>
                      <a:pt x="255" y="71"/>
                    </a:cubicBezTo>
                    <a:cubicBezTo>
                      <a:pt x="255" y="71"/>
                      <a:pt x="255" y="72"/>
                      <a:pt x="256" y="72"/>
                    </a:cubicBezTo>
                    <a:cubicBezTo>
                      <a:pt x="258" y="74"/>
                      <a:pt x="259" y="75"/>
                      <a:pt x="261" y="76"/>
                    </a:cubicBezTo>
                    <a:cubicBezTo>
                      <a:pt x="261" y="77"/>
                      <a:pt x="261" y="77"/>
                      <a:pt x="262" y="76"/>
                    </a:cubicBezTo>
                    <a:cubicBezTo>
                      <a:pt x="262" y="76"/>
                      <a:pt x="262" y="75"/>
                      <a:pt x="261" y="75"/>
                    </a:cubicBezTo>
                    <a:cubicBezTo>
                      <a:pt x="261" y="74"/>
                      <a:pt x="260" y="74"/>
                      <a:pt x="259" y="73"/>
                    </a:cubicBezTo>
                    <a:cubicBezTo>
                      <a:pt x="258" y="72"/>
                      <a:pt x="257" y="71"/>
                      <a:pt x="256" y="70"/>
                    </a:cubicBezTo>
                    <a:cubicBezTo>
                      <a:pt x="256" y="70"/>
                      <a:pt x="257" y="70"/>
                      <a:pt x="257" y="69"/>
                    </a:cubicBezTo>
                    <a:cubicBezTo>
                      <a:pt x="257" y="69"/>
                      <a:pt x="258" y="69"/>
                      <a:pt x="258" y="69"/>
                    </a:cubicBezTo>
                    <a:cubicBezTo>
                      <a:pt x="258" y="69"/>
                      <a:pt x="258" y="69"/>
                      <a:pt x="259" y="70"/>
                    </a:cubicBezTo>
                    <a:cubicBezTo>
                      <a:pt x="260" y="71"/>
                      <a:pt x="262" y="73"/>
                      <a:pt x="263" y="74"/>
                    </a:cubicBezTo>
                    <a:cubicBezTo>
                      <a:pt x="264" y="74"/>
                      <a:pt x="264" y="74"/>
                      <a:pt x="264" y="74"/>
                    </a:cubicBezTo>
                    <a:cubicBezTo>
                      <a:pt x="264" y="73"/>
                      <a:pt x="264" y="73"/>
                      <a:pt x="264" y="72"/>
                    </a:cubicBezTo>
                    <a:cubicBezTo>
                      <a:pt x="264" y="72"/>
                      <a:pt x="263" y="71"/>
                      <a:pt x="262" y="70"/>
                    </a:cubicBezTo>
                    <a:cubicBezTo>
                      <a:pt x="261" y="69"/>
                      <a:pt x="260" y="69"/>
                      <a:pt x="259" y="68"/>
                    </a:cubicBezTo>
                    <a:cubicBezTo>
                      <a:pt x="260" y="67"/>
                      <a:pt x="260" y="67"/>
                      <a:pt x="261" y="67"/>
                    </a:cubicBezTo>
                    <a:cubicBezTo>
                      <a:pt x="261" y="67"/>
                      <a:pt x="261" y="67"/>
                      <a:pt x="261" y="67"/>
                    </a:cubicBezTo>
                    <a:cubicBezTo>
                      <a:pt x="263" y="68"/>
                      <a:pt x="264" y="69"/>
                      <a:pt x="265" y="70"/>
                    </a:cubicBezTo>
                    <a:cubicBezTo>
                      <a:pt x="267" y="72"/>
                      <a:pt x="268" y="73"/>
                      <a:pt x="268" y="73"/>
                    </a:cubicBezTo>
                    <a:cubicBezTo>
                      <a:pt x="268" y="73"/>
                      <a:pt x="268" y="73"/>
                      <a:pt x="268" y="73"/>
                    </a:cubicBezTo>
                    <a:cubicBezTo>
                      <a:pt x="268" y="74"/>
                      <a:pt x="267" y="75"/>
                      <a:pt x="266" y="75"/>
                    </a:cubicBezTo>
                    <a:cubicBezTo>
                      <a:pt x="263" y="78"/>
                      <a:pt x="261" y="79"/>
                      <a:pt x="260" y="80"/>
                    </a:cubicBezTo>
                    <a:cubicBezTo>
                      <a:pt x="260" y="80"/>
                      <a:pt x="260" y="80"/>
                      <a:pt x="260" y="80"/>
                    </a:cubicBezTo>
                    <a:cubicBezTo>
                      <a:pt x="260" y="80"/>
                      <a:pt x="260" y="80"/>
                      <a:pt x="260" y="79"/>
                    </a:cubicBezTo>
                    <a:close/>
                    <a:moveTo>
                      <a:pt x="245" y="84"/>
                    </a:moveTo>
                    <a:cubicBezTo>
                      <a:pt x="244" y="84"/>
                      <a:pt x="242" y="84"/>
                      <a:pt x="241" y="83"/>
                    </a:cubicBezTo>
                    <a:cubicBezTo>
                      <a:pt x="239" y="82"/>
                      <a:pt x="236" y="80"/>
                      <a:pt x="234" y="78"/>
                    </a:cubicBezTo>
                    <a:cubicBezTo>
                      <a:pt x="234" y="78"/>
                      <a:pt x="234" y="78"/>
                      <a:pt x="233" y="79"/>
                    </a:cubicBezTo>
                    <a:cubicBezTo>
                      <a:pt x="234" y="79"/>
                      <a:pt x="234" y="80"/>
                      <a:pt x="235" y="81"/>
                    </a:cubicBezTo>
                    <a:cubicBezTo>
                      <a:pt x="236" y="82"/>
                      <a:pt x="238" y="84"/>
                      <a:pt x="240" y="85"/>
                    </a:cubicBezTo>
                    <a:cubicBezTo>
                      <a:pt x="242" y="86"/>
                      <a:pt x="244" y="86"/>
                      <a:pt x="245" y="87"/>
                    </a:cubicBezTo>
                    <a:cubicBezTo>
                      <a:pt x="245" y="90"/>
                      <a:pt x="245" y="93"/>
                      <a:pt x="245" y="96"/>
                    </a:cubicBezTo>
                    <a:cubicBezTo>
                      <a:pt x="245" y="97"/>
                      <a:pt x="246" y="98"/>
                      <a:pt x="247" y="99"/>
                    </a:cubicBezTo>
                    <a:cubicBezTo>
                      <a:pt x="248" y="101"/>
                      <a:pt x="250" y="102"/>
                      <a:pt x="252" y="104"/>
                    </a:cubicBezTo>
                    <a:cubicBezTo>
                      <a:pt x="253" y="104"/>
                      <a:pt x="253" y="104"/>
                      <a:pt x="253" y="104"/>
                    </a:cubicBezTo>
                    <a:cubicBezTo>
                      <a:pt x="253" y="104"/>
                      <a:pt x="253" y="104"/>
                      <a:pt x="253" y="103"/>
                    </a:cubicBezTo>
                    <a:cubicBezTo>
                      <a:pt x="252" y="101"/>
                      <a:pt x="251" y="99"/>
                      <a:pt x="250" y="97"/>
                    </a:cubicBezTo>
                    <a:cubicBezTo>
                      <a:pt x="249" y="95"/>
                      <a:pt x="249" y="92"/>
                      <a:pt x="248" y="90"/>
                    </a:cubicBezTo>
                    <a:cubicBezTo>
                      <a:pt x="248" y="89"/>
                      <a:pt x="248" y="88"/>
                      <a:pt x="248" y="87"/>
                    </a:cubicBezTo>
                    <a:cubicBezTo>
                      <a:pt x="249" y="87"/>
                      <a:pt x="251" y="86"/>
                      <a:pt x="253" y="86"/>
                    </a:cubicBezTo>
                    <a:cubicBezTo>
                      <a:pt x="254" y="86"/>
                      <a:pt x="255" y="86"/>
                      <a:pt x="256" y="86"/>
                    </a:cubicBezTo>
                    <a:cubicBezTo>
                      <a:pt x="257" y="86"/>
                      <a:pt x="257" y="86"/>
                      <a:pt x="257" y="86"/>
                    </a:cubicBezTo>
                    <a:cubicBezTo>
                      <a:pt x="257" y="85"/>
                      <a:pt x="257" y="84"/>
                      <a:pt x="257" y="83"/>
                    </a:cubicBezTo>
                    <a:cubicBezTo>
                      <a:pt x="257" y="83"/>
                      <a:pt x="256" y="82"/>
                      <a:pt x="256" y="81"/>
                    </a:cubicBezTo>
                    <a:cubicBezTo>
                      <a:pt x="255" y="81"/>
                      <a:pt x="254" y="80"/>
                      <a:pt x="253" y="80"/>
                    </a:cubicBezTo>
                    <a:cubicBezTo>
                      <a:pt x="252" y="79"/>
                      <a:pt x="252" y="78"/>
                      <a:pt x="251" y="78"/>
                    </a:cubicBezTo>
                    <a:cubicBezTo>
                      <a:pt x="251" y="77"/>
                      <a:pt x="251" y="77"/>
                      <a:pt x="251" y="77"/>
                    </a:cubicBezTo>
                    <a:cubicBezTo>
                      <a:pt x="251" y="76"/>
                      <a:pt x="251" y="76"/>
                      <a:pt x="251" y="75"/>
                    </a:cubicBezTo>
                    <a:cubicBezTo>
                      <a:pt x="251" y="75"/>
                      <a:pt x="251" y="74"/>
                      <a:pt x="251" y="74"/>
                    </a:cubicBezTo>
                    <a:cubicBezTo>
                      <a:pt x="251" y="74"/>
                      <a:pt x="250" y="74"/>
                      <a:pt x="250" y="74"/>
                    </a:cubicBezTo>
                    <a:cubicBezTo>
                      <a:pt x="250" y="74"/>
                      <a:pt x="249" y="74"/>
                      <a:pt x="249" y="75"/>
                    </a:cubicBezTo>
                    <a:cubicBezTo>
                      <a:pt x="247" y="75"/>
                      <a:pt x="246" y="75"/>
                      <a:pt x="245" y="75"/>
                    </a:cubicBezTo>
                    <a:cubicBezTo>
                      <a:pt x="243" y="75"/>
                      <a:pt x="242" y="74"/>
                      <a:pt x="240" y="74"/>
                    </a:cubicBezTo>
                    <a:cubicBezTo>
                      <a:pt x="239" y="74"/>
                      <a:pt x="237" y="73"/>
                      <a:pt x="234" y="72"/>
                    </a:cubicBezTo>
                    <a:cubicBezTo>
                      <a:pt x="234" y="72"/>
                      <a:pt x="234" y="72"/>
                      <a:pt x="234" y="72"/>
                    </a:cubicBezTo>
                    <a:cubicBezTo>
                      <a:pt x="234" y="72"/>
                      <a:pt x="234" y="73"/>
                      <a:pt x="235" y="73"/>
                    </a:cubicBezTo>
                    <a:cubicBezTo>
                      <a:pt x="236" y="74"/>
                      <a:pt x="237" y="74"/>
                      <a:pt x="238" y="75"/>
                    </a:cubicBezTo>
                    <a:cubicBezTo>
                      <a:pt x="239" y="76"/>
                      <a:pt x="240" y="76"/>
                      <a:pt x="242" y="77"/>
                    </a:cubicBezTo>
                    <a:cubicBezTo>
                      <a:pt x="243" y="77"/>
                      <a:pt x="244" y="77"/>
                      <a:pt x="246" y="77"/>
                    </a:cubicBezTo>
                    <a:cubicBezTo>
                      <a:pt x="246" y="77"/>
                      <a:pt x="246" y="77"/>
                      <a:pt x="246" y="77"/>
                    </a:cubicBezTo>
                    <a:cubicBezTo>
                      <a:pt x="246" y="80"/>
                      <a:pt x="246" y="82"/>
                      <a:pt x="245" y="84"/>
                    </a:cubicBezTo>
                    <a:close/>
                    <a:moveTo>
                      <a:pt x="251" y="80"/>
                    </a:moveTo>
                    <a:cubicBezTo>
                      <a:pt x="252" y="81"/>
                      <a:pt x="253" y="82"/>
                      <a:pt x="253" y="82"/>
                    </a:cubicBezTo>
                    <a:cubicBezTo>
                      <a:pt x="254" y="82"/>
                      <a:pt x="253" y="83"/>
                      <a:pt x="253" y="83"/>
                    </a:cubicBezTo>
                    <a:cubicBezTo>
                      <a:pt x="251" y="84"/>
                      <a:pt x="249" y="84"/>
                      <a:pt x="247" y="84"/>
                    </a:cubicBezTo>
                    <a:cubicBezTo>
                      <a:pt x="247" y="83"/>
                      <a:pt x="247" y="82"/>
                      <a:pt x="247" y="82"/>
                    </a:cubicBezTo>
                    <a:cubicBezTo>
                      <a:pt x="247" y="80"/>
                      <a:pt x="247" y="78"/>
                      <a:pt x="247" y="77"/>
                    </a:cubicBezTo>
                    <a:cubicBezTo>
                      <a:pt x="248" y="77"/>
                      <a:pt x="248" y="77"/>
                      <a:pt x="249" y="78"/>
                    </a:cubicBezTo>
                    <a:cubicBezTo>
                      <a:pt x="249" y="78"/>
                      <a:pt x="250" y="79"/>
                      <a:pt x="251"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7" name="Freeform 17"/>
              <p:cNvSpPr>
                <a:spLocks noEditPoints="1"/>
              </p:cNvSpPr>
              <p:nvPr/>
            </p:nvSpPr>
            <p:spPr bwMode="auto">
              <a:xfrm>
                <a:off x="3970338" y="2078038"/>
                <a:ext cx="1195388" cy="534988"/>
              </a:xfrm>
              <a:custGeom>
                <a:avLst/>
                <a:gdLst>
                  <a:gd name="T0" fmla="*/ 287 w 317"/>
                  <a:gd name="T1" fmla="*/ 63 h 142"/>
                  <a:gd name="T2" fmla="*/ 293 w 317"/>
                  <a:gd name="T3" fmla="*/ 69 h 142"/>
                  <a:gd name="T4" fmla="*/ 290 w 317"/>
                  <a:gd name="T5" fmla="*/ 73 h 142"/>
                  <a:gd name="T6" fmla="*/ 312 w 317"/>
                  <a:gd name="T7" fmla="*/ 10 h 142"/>
                  <a:gd name="T8" fmla="*/ 301 w 317"/>
                  <a:gd name="T9" fmla="*/ 14 h 142"/>
                  <a:gd name="T10" fmla="*/ 298 w 317"/>
                  <a:gd name="T11" fmla="*/ 0 h 142"/>
                  <a:gd name="T12" fmla="*/ 295 w 317"/>
                  <a:gd name="T13" fmla="*/ 9 h 142"/>
                  <a:gd name="T14" fmla="*/ 309 w 317"/>
                  <a:gd name="T15" fmla="*/ 2 h 142"/>
                  <a:gd name="T16" fmla="*/ 306 w 317"/>
                  <a:gd name="T17" fmla="*/ 17 h 142"/>
                  <a:gd name="T18" fmla="*/ 293 w 317"/>
                  <a:gd name="T19" fmla="*/ 52 h 142"/>
                  <a:gd name="T20" fmla="*/ 300 w 317"/>
                  <a:gd name="T21" fmla="*/ 44 h 142"/>
                  <a:gd name="T22" fmla="*/ 284 w 317"/>
                  <a:gd name="T23" fmla="*/ 47 h 142"/>
                  <a:gd name="T24" fmla="*/ 289 w 317"/>
                  <a:gd name="T25" fmla="*/ 39 h 142"/>
                  <a:gd name="T26" fmla="*/ 291 w 317"/>
                  <a:gd name="T27" fmla="*/ 40 h 142"/>
                  <a:gd name="T28" fmla="*/ 306 w 317"/>
                  <a:gd name="T29" fmla="*/ 42 h 142"/>
                  <a:gd name="T30" fmla="*/ 253 w 317"/>
                  <a:gd name="T31" fmla="*/ 76 h 142"/>
                  <a:gd name="T32" fmla="*/ 273 w 317"/>
                  <a:gd name="T33" fmla="*/ 78 h 142"/>
                  <a:gd name="T34" fmla="*/ 261 w 317"/>
                  <a:gd name="T35" fmla="*/ 105 h 142"/>
                  <a:gd name="T36" fmla="*/ 241 w 317"/>
                  <a:gd name="T37" fmla="*/ 111 h 142"/>
                  <a:gd name="T38" fmla="*/ 236 w 317"/>
                  <a:gd name="T39" fmla="*/ 97 h 142"/>
                  <a:gd name="T40" fmla="*/ 231 w 317"/>
                  <a:gd name="T41" fmla="*/ 93 h 142"/>
                  <a:gd name="T42" fmla="*/ 241 w 317"/>
                  <a:gd name="T43" fmla="*/ 118 h 142"/>
                  <a:gd name="T44" fmla="*/ 213 w 317"/>
                  <a:gd name="T45" fmla="*/ 113 h 142"/>
                  <a:gd name="T46" fmla="*/ 221 w 317"/>
                  <a:gd name="T47" fmla="*/ 100 h 142"/>
                  <a:gd name="T48" fmla="*/ 218 w 317"/>
                  <a:gd name="T49" fmla="*/ 112 h 142"/>
                  <a:gd name="T50" fmla="*/ 207 w 317"/>
                  <a:gd name="T51" fmla="*/ 110 h 142"/>
                  <a:gd name="T52" fmla="*/ 185 w 317"/>
                  <a:gd name="T53" fmla="*/ 112 h 142"/>
                  <a:gd name="T54" fmla="*/ 190 w 317"/>
                  <a:gd name="T55" fmla="*/ 138 h 142"/>
                  <a:gd name="T56" fmla="*/ 189 w 317"/>
                  <a:gd name="T57" fmla="*/ 116 h 142"/>
                  <a:gd name="T58" fmla="*/ 159 w 317"/>
                  <a:gd name="T59" fmla="*/ 135 h 142"/>
                  <a:gd name="T60" fmla="*/ 161 w 317"/>
                  <a:gd name="T61" fmla="*/ 132 h 142"/>
                  <a:gd name="T62" fmla="*/ 162 w 317"/>
                  <a:gd name="T63" fmla="*/ 115 h 142"/>
                  <a:gd name="T64" fmla="*/ 163 w 317"/>
                  <a:gd name="T65" fmla="*/ 120 h 142"/>
                  <a:gd name="T66" fmla="*/ 164 w 317"/>
                  <a:gd name="T67" fmla="*/ 127 h 142"/>
                  <a:gd name="T68" fmla="*/ 155 w 317"/>
                  <a:gd name="T69" fmla="*/ 140 h 142"/>
                  <a:gd name="T70" fmla="*/ 147 w 317"/>
                  <a:gd name="T71" fmla="*/ 141 h 142"/>
                  <a:gd name="T72" fmla="*/ 137 w 317"/>
                  <a:gd name="T73" fmla="*/ 131 h 142"/>
                  <a:gd name="T74" fmla="*/ 139 w 317"/>
                  <a:gd name="T75" fmla="*/ 123 h 142"/>
                  <a:gd name="T76" fmla="*/ 129 w 317"/>
                  <a:gd name="T77" fmla="*/ 112 h 142"/>
                  <a:gd name="T78" fmla="*/ 105 w 317"/>
                  <a:gd name="T79" fmla="*/ 104 h 142"/>
                  <a:gd name="T80" fmla="*/ 82 w 317"/>
                  <a:gd name="T81" fmla="*/ 115 h 142"/>
                  <a:gd name="T82" fmla="*/ 85 w 317"/>
                  <a:gd name="T83" fmla="*/ 113 h 142"/>
                  <a:gd name="T84" fmla="*/ 95 w 317"/>
                  <a:gd name="T85" fmla="*/ 99 h 142"/>
                  <a:gd name="T86" fmla="*/ 93 w 317"/>
                  <a:gd name="T87" fmla="*/ 104 h 142"/>
                  <a:gd name="T88" fmla="*/ 91 w 317"/>
                  <a:gd name="T89" fmla="*/ 110 h 142"/>
                  <a:gd name="T90" fmla="*/ 76 w 317"/>
                  <a:gd name="T91" fmla="*/ 117 h 142"/>
                  <a:gd name="T92" fmla="*/ 73 w 317"/>
                  <a:gd name="T93" fmla="*/ 94 h 142"/>
                  <a:gd name="T94" fmla="*/ 70 w 317"/>
                  <a:gd name="T95" fmla="*/ 82 h 142"/>
                  <a:gd name="T96" fmla="*/ 75 w 317"/>
                  <a:gd name="T97" fmla="*/ 100 h 142"/>
                  <a:gd name="T98" fmla="*/ 66 w 317"/>
                  <a:gd name="T99" fmla="*/ 113 h 142"/>
                  <a:gd name="T100" fmla="*/ 66 w 317"/>
                  <a:gd name="T101" fmla="*/ 98 h 142"/>
                  <a:gd name="T102" fmla="*/ 62 w 317"/>
                  <a:gd name="T103" fmla="*/ 82 h 142"/>
                  <a:gd name="T104" fmla="*/ 45 w 317"/>
                  <a:gd name="T105" fmla="*/ 88 h 142"/>
                  <a:gd name="T106" fmla="*/ 48 w 317"/>
                  <a:gd name="T107" fmla="*/ 57 h 142"/>
                  <a:gd name="T108" fmla="*/ 50 w 317"/>
                  <a:gd name="T109" fmla="*/ 60 h 142"/>
                  <a:gd name="T110" fmla="*/ 42 w 317"/>
                  <a:gd name="T111" fmla="*/ 47 h 142"/>
                  <a:gd name="T112" fmla="*/ 24 w 317"/>
                  <a:gd name="T113" fmla="*/ 33 h 142"/>
                  <a:gd name="T114" fmla="*/ 36 w 317"/>
                  <a:gd name="T115" fmla="*/ 36 h 142"/>
                  <a:gd name="T116" fmla="*/ 20 w 317"/>
                  <a:gd name="T117" fmla="*/ 30 h 142"/>
                  <a:gd name="T118" fmla="*/ 6 w 317"/>
                  <a:gd name="T119" fmla="*/ 9 h 142"/>
                  <a:gd name="T120" fmla="*/ 10 w 317"/>
                  <a:gd name="T121" fmla="*/ 18 h 142"/>
                  <a:gd name="T122" fmla="*/ 27 w 317"/>
                  <a:gd name="T123" fmla="*/ 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17" h="142">
                    <a:moveTo>
                      <a:pt x="287" y="78"/>
                    </a:moveTo>
                    <a:cubicBezTo>
                      <a:pt x="265" y="62"/>
                      <a:pt x="265" y="62"/>
                      <a:pt x="265" y="62"/>
                    </a:cubicBezTo>
                    <a:cubicBezTo>
                      <a:pt x="269" y="57"/>
                      <a:pt x="269" y="57"/>
                      <a:pt x="269" y="57"/>
                    </a:cubicBezTo>
                    <a:cubicBezTo>
                      <a:pt x="280" y="60"/>
                      <a:pt x="280" y="60"/>
                      <a:pt x="280" y="60"/>
                    </a:cubicBezTo>
                    <a:cubicBezTo>
                      <a:pt x="281" y="61"/>
                      <a:pt x="282" y="61"/>
                      <a:pt x="284" y="62"/>
                    </a:cubicBezTo>
                    <a:cubicBezTo>
                      <a:pt x="285" y="62"/>
                      <a:pt x="286" y="63"/>
                      <a:pt x="287" y="63"/>
                    </a:cubicBezTo>
                    <a:cubicBezTo>
                      <a:pt x="286" y="63"/>
                      <a:pt x="285" y="62"/>
                      <a:pt x="284" y="61"/>
                    </a:cubicBezTo>
                    <a:cubicBezTo>
                      <a:pt x="283" y="61"/>
                      <a:pt x="282" y="60"/>
                      <a:pt x="280" y="59"/>
                    </a:cubicBezTo>
                    <a:cubicBezTo>
                      <a:pt x="272" y="53"/>
                      <a:pt x="272" y="53"/>
                      <a:pt x="272" y="53"/>
                    </a:cubicBezTo>
                    <a:cubicBezTo>
                      <a:pt x="276" y="48"/>
                      <a:pt x="276" y="48"/>
                      <a:pt x="276" y="48"/>
                    </a:cubicBezTo>
                    <a:cubicBezTo>
                      <a:pt x="297" y="64"/>
                      <a:pt x="297" y="64"/>
                      <a:pt x="297" y="64"/>
                    </a:cubicBezTo>
                    <a:cubicBezTo>
                      <a:pt x="293" y="69"/>
                      <a:pt x="293" y="69"/>
                      <a:pt x="293" y="69"/>
                    </a:cubicBezTo>
                    <a:cubicBezTo>
                      <a:pt x="282" y="65"/>
                      <a:pt x="282" y="65"/>
                      <a:pt x="282" y="65"/>
                    </a:cubicBezTo>
                    <a:cubicBezTo>
                      <a:pt x="281" y="65"/>
                      <a:pt x="280" y="64"/>
                      <a:pt x="278" y="64"/>
                    </a:cubicBezTo>
                    <a:cubicBezTo>
                      <a:pt x="277" y="63"/>
                      <a:pt x="276" y="63"/>
                      <a:pt x="275" y="62"/>
                    </a:cubicBezTo>
                    <a:cubicBezTo>
                      <a:pt x="276" y="63"/>
                      <a:pt x="278" y="64"/>
                      <a:pt x="279" y="65"/>
                    </a:cubicBezTo>
                    <a:cubicBezTo>
                      <a:pt x="281" y="66"/>
                      <a:pt x="282" y="67"/>
                      <a:pt x="283" y="68"/>
                    </a:cubicBezTo>
                    <a:cubicBezTo>
                      <a:pt x="290" y="73"/>
                      <a:pt x="290" y="73"/>
                      <a:pt x="290" y="73"/>
                    </a:cubicBezTo>
                    <a:cubicBezTo>
                      <a:pt x="287" y="78"/>
                      <a:pt x="287" y="78"/>
                      <a:pt x="287" y="78"/>
                    </a:cubicBezTo>
                    <a:close/>
                    <a:moveTo>
                      <a:pt x="306" y="17"/>
                    </a:moveTo>
                    <a:cubicBezTo>
                      <a:pt x="307" y="11"/>
                      <a:pt x="307" y="11"/>
                      <a:pt x="307" y="11"/>
                    </a:cubicBezTo>
                    <a:cubicBezTo>
                      <a:pt x="309" y="12"/>
                      <a:pt x="309" y="12"/>
                      <a:pt x="309" y="12"/>
                    </a:cubicBezTo>
                    <a:cubicBezTo>
                      <a:pt x="310" y="12"/>
                      <a:pt x="311" y="12"/>
                      <a:pt x="311" y="12"/>
                    </a:cubicBezTo>
                    <a:cubicBezTo>
                      <a:pt x="312" y="11"/>
                      <a:pt x="312" y="11"/>
                      <a:pt x="312" y="10"/>
                    </a:cubicBezTo>
                    <a:cubicBezTo>
                      <a:pt x="312" y="10"/>
                      <a:pt x="312" y="9"/>
                      <a:pt x="312" y="9"/>
                    </a:cubicBezTo>
                    <a:cubicBezTo>
                      <a:pt x="311" y="8"/>
                      <a:pt x="311" y="8"/>
                      <a:pt x="310" y="8"/>
                    </a:cubicBezTo>
                    <a:cubicBezTo>
                      <a:pt x="310" y="8"/>
                      <a:pt x="309" y="8"/>
                      <a:pt x="309" y="8"/>
                    </a:cubicBezTo>
                    <a:cubicBezTo>
                      <a:pt x="308" y="9"/>
                      <a:pt x="307" y="9"/>
                      <a:pt x="307" y="10"/>
                    </a:cubicBezTo>
                    <a:cubicBezTo>
                      <a:pt x="306" y="10"/>
                      <a:pt x="306" y="10"/>
                      <a:pt x="305" y="11"/>
                    </a:cubicBezTo>
                    <a:cubicBezTo>
                      <a:pt x="304" y="12"/>
                      <a:pt x="302" y="13"/>
                      <a:pt x="301" y="14"/>
                    </a:cubicBezTo>
                    <a:cubicBezTo>
                      <a:pt x="300" y="15"/>
                      <a:pt x="300" y="15"/>
                      <a:pt x="299" y="15"/>
                    </a:cubicBezTo>
                    <a:cubicBezTo>
                      <a:pt x="298" y="15"/>
                      <a:pt x="297" y="15"/>
                      <a:pt x="295" y="15"/>
                    </a:cubicBezTo>
                    <a:cubicBezTo>
                      <a:pt x="293" y="15"/>
                      <a:pt x="292" y="14"/>
                      <a:pt x="291" y="12"/>
                    </a:cubicBezTo>
                    <a:cubicBezTo>
                      <a:pt x="290" y="11"/>
                      <a:pt x="289" y="9"/>
                      <a:pt x="290" y="6"/>
                    </a:cubicBezTo>
                    <a:cubicBezTo>
                      <a:pt x="290" y="4"/>
                      <a:pt x="291" y="2"/>
                      <a:pt x="292" y="1"/>
                    </a:cubicBezTo>
                    <a:cubicBezTo>
                      <a:pt x="294" y="0"/>
                      <a:pt x="296" y="0"/>
                      <a:pt x="298" y="0"/>
                    </a:cubicBezTo>
                    <a:cubicBezTo>
                      <a:pt x="300" y="0"/>
                      <a:pt x="300" y="0"/>
                      <a:pt x="300" y="0"/>
                    </a:cubicBezTo>
                    <a:cubicBezTo>
                      <a:pt x="299" y="6"/>
                      <a:pt x="299" y="6"/>
                      <a:pt x="299" y="6"/>
                    </a:cubicBezTo>
                    <a:cubicBezTo>
                      <a:pt x="297" y="6"/>
                      <a:pt x="297" y="6"/>
                      <a:pt x="297" y="6"/>
                    </a:cubicBezTo>
                    <a:cubicBezTo>
                      <a:pt x="296" y="6"/>
                      <a:pt x="296" y="6"/>
                      <a:pt x="295" y="6"/>
                    </a:cubicBezTo>
                    <a:cubicBezTo>
                      <a:pt x="295" y="6"/>
                      <a:pt x="294" y="7"/>
                      <a:pt x="294" y="7"/>
                    </a:cubicBezTo>
                    <a:cubicBezTo>
                      <a:pt x="294" y="8"/>
                      <a:pt x="294" y="8"/>
                      <a:pt x="295" y="9"/>
                    </a:cubicBezTo>
                    <a:cubicBezTo>
                      <a:pt x="295" y="9"/>
                      <a:pt x="295" y="9"/>
                      <a:pt x="296" y="9"/>
                    </a:cubicBezTo>
                    <a:cubicBezTo>
                      <a:pt x="297" y="9"/>
                      <a:pt x="299" y="8"/>
                      <a:pt x="301" y="6"/>
                    </a:cubicBezTo>
                    <a:cubicBezTo>
                      <a:pt x="302" y="6"/>
                      <a:pt x="302" y="6"/>
                      <a:pt x="302" y="6"/>
                    </a:cubicBezTo>
                    <a:cubicBezTo>
                      <a:pt x="302" y="6"/>
                      <a:pt x="302" y="6"/>
                      <a:pt x="302" y="6"/>
                    </a:cubicBezTo>
                    <a:cubicBezTo>
                      <a:pt x="304" y="4"/>
                      <a:pt x="306" y="3"/>
                      <a:pt x="307" y="2"/>
                    </a:cubicBezTo>
                    <a:cubicBezTo>
                      <a:pt x="307" y="2"/>
                      <a:pt x="308" y="2"/>
                      <a:pt x="309" y="2"/>
                    </a:cubicBezTo>
                    <a:cubicBezTo>
                      <a:pt x="309" y="2"/>
                      <a:pt x="310" y="2"/>
                      <a:pt x="311" y="2"/>
                    </a:cubicBezTo>
                    <a:cubicBezTo>
                      <a:pt x="313" y="2"/>
                      <a:pt x="315" y="3"/>
                      <a:pt x="316" y="5"/>
                    </a:cubicBezTo>
                    <a:cubicBezTo>
                      <a:pt x="317" y="7"/>
                      <a:pt x="317" y="9"/>
                      <a:pt x="317" y="11"/>
                    </a:cubicBezTo>
                    <a:cubicBezTo>
                      <a:pt x="316" y="14"/>
                      <a:pt x="315" y="16"/>
                      <a:pt x="314" y="17"/>
                    </a:cubicBezTo>
                    <a:cubicBezTo>
                      <a:pt x="312" y="18"/>
                      <a:pt x="310" y="18"/>
                      <a:pt x="308" y="18"/>
                    </a:cubicBezTo>
                    <a:cubicBezTo>
                      <a:pt x="306" y="17"/>
                      <a:pt x="306" y="17"/>
                      <a:pt x="306" y="17"/>
                    </a:cubicBezTo>
                    <a:close/>
                    <a:moveTo>
                      <a:pt x="311" y="33"/>
                    </a:moveTo>
                    <a:cubicBezTo>
                      <a:pt x="286" y="25"/>
                      <a:pt x="286" y="25"/>
                      <a:pt x="286" y="25"/>
                    </a:cubicBezTo>
                    <a:cubicBezTo>
                      <a:pt x="287" y="19"/>
                      <a:pt x="287" y="19"/>
                      <a:pt x="287" y="19"/>
                    </a:cubicBezTo>
                    <a:cubicBezTo>
                      <a:pt x="313" y="28"/>
                      <a:pt x="313" y="28"/>
                      <a:pt x="313" y="28"/>
                    </a:cubicBezTo>
                    <a:cubicBezTo>
                      <a:pt x="311" y="33"/>
                      <a:pt x="311" y="33"/>
                      <a:pt x="311" y="33"/>
                    </a:cubicBezTo>
                    <a:close/>
                    <a:moveTo>
                      <a:pt x="293" y="52"/>
                    </a:moveTo>
                    <a:cubicBezTo>
                      <a:pt x="296" y="46"/>
                      <a:pt x="296" y="46"/>
                      <a:pt x="296" y="46"/>
                    </a:cubicBezTo>
                    <a:cubicBezTo>
                      <a:pt x="298" y="47"/>
                      <a:pt x="298" y="47"/>
                      <a:pt x="298" y="47"/>
                    </a:cubicBezTo>
                    <a:cubicBezTo>
                      <a:pt x="298" y="48"/>
                      <a:pt x="299" y="48"/>
                      <a:pt x="300" y="48"/>
                    </a:cubicBezTo>
                    <a:cubicBezTo>
                      <a:pt x="300" y="47"/>
                      <a:pt x="301" y="47"/>
                      <a:pt x="301" y="46"/>
                    </a:cubicBezTo>
                    <a:cubicBezTo>
                      <a:pt x="301" y="46"/>
                      <a:pt x="301" y="45"/>
                      <a:pt x="301" y="45"/>
                    </a:cubicBezTo>
                    <a:cubicBezTo>
                      <a:pt x="301" y="44"/>
                      <a:pt x="300" y="44"/>
                      <a:pt x="300" y="44"/>
                    </a:cubicBezTo>
                    <a:cubicBezTo>
                      <a:pt x="299" y="44"/>
                      <a:pt x="299" y="43"/>
                      <a:pt x="298" y="44"/>
                    </a:cubicBezTo>
                    <a:cubicBezTo>
                      <a:pt x="297" y="44"/>
                      <a:pt x="297" y="44"/>
                      <a:pt x="296" y="44"/>
                    </a:cubicBezTo>
                    <a:cubicBezTo>
                      <a:pt x="295" y="44"/>
                      <a:pt x="295" y="45"/>
                      <a:pt x="294" y="45"/>
                    </a:cubicBezTo>
                    <a:cubicBezTo>
                      <a:pt x="292" y="46"/>
                      <a:pt x="291" y="47"/>
                      <a:pt x="289" y="47"/>
                    </a:cubicBezTo>
                    <a:cubicBezTo>
                      <a:pt x="289" y="48"/>
                      <a:pt x="288" y="48"/>
                      <a:pt x="287" y="48"/>
                    </a:cubicBezTo>
                    <a:cubicBezTo>
                      <a:pt x="286" y="48"/>
                      <a:pt x="285" y="48"/>
                      <a:pt x="284" y="47"/>
                    </a:cubicBezTo>
                    <a:cubicBezTo>
                      <a:pt x="282" y="46"/>
                      <a:pt x="280" y="45"/>
                      <a:pt x="280" y="43"/>
                    </a:cubicBezTo>
                    <a:cubicBezTo>
                      <a:pt x="279" y="41"/>
                      <a:pt x="279" y="39"/>
                      <a:pt x="280" y="37"/>
                    </a:cubicBezTo>
                    <a:cubicBezTo>
                      <a:pt x="281" y="35"/>
                      <a:pt x="283" y="33"/>
                      <a:pt x="284" y="33"/>
                    </a:cubicBezTo>
                    <a:cubicBezTo>
                      <a:pt x="286" y="32"/>
                      <a:pt x="287" y="32"/>
                      <a:pt x="290" y="33"/>
                    </a:cubicBezTo>
                    <a:cubicBezTo>
                      <a:pt x="292" y="34"/>
                      <a:pt x="292" y="34"/>
                      <a:pt x="292" y="34"/>
                    </a:cubicBezTo>
                    <a:cubicBezTo>
                      <a:pt x="289" y="39"/>
                      <a:pt x="289" y="39"/>
                      <a:pt x="289" y="39"/>
                    </a:cubicBezTo>
                    <a:cubicBezTo>
                      <a:pt x="288" y="38"/>
                      <a:pt x="288" y="38"/>
                      <a:pt x="288" y="38"/>
                    </a:cubicBezTo>
                    <a:cubicBezTo>
                      <a:pt x="287" y="38"/>
                      <a:pt x="286" y="38"/>
                      <a:pt x="286" y="38"/>
                    </a:cubicBezTo>
                    <a:cubicBezTo>
                      <a:pt x="285" y="38"/>
                      <a:pt x="285" y="38"/>
                      <a:pt x="284" y="39"/>
                    </a:cubicBezTo>
                    <a:cubicBezTo>
                      <a:pt x="284" y="40"/>
                      <a:pt x="284" y="40"/>
                      <a:pt x="284" y="40"/>
                    </a:cubicBezTo>
                    <a:cubicBezTo>
                      <a:pt x="285" y="41"/>
                      <a:pt x="285" y="41"/>
                      <a:pt x="286" y="41"/>
                    </a:cubicBezTo>
                    <a:cubicBezTo>
                      <a:pt x="286" y="42"/>
                      <a:pt x="288" y="41"/>
                      <a:pt x="291" y="40"/>
                    </a:cubicBezTo>
                    <a:cubicBezTo>
                      <a:pt x="292" y="40"/>
                      <a:pt x="292" y="40"/>
                      <a:pt x="292" y="40"/>
                    </a:cubicBezTo>
                    <a:cubicBezTo>
                      <a:pt x="292" y="39"/>
                      <a:pt x="292" y="39"/>
                      <a:pt x="292" y="39"/>
                    </a:cubicBezTo>
                    <a:cubicBezTo>
                      <a:pt x="295" y="38"/>
                      <a:pt x="297" y="37"/>
                      <a:pt x="298" y="37"/>
                    </a:cubicBezTo>
                    <a:cubicBezTo>
                      <a:pt x="298" y="37"/>
                      <a:pt x="299" y="37"/>
                      <a:pt x="300" y="37"/>
                    </a:cubicBezTo>
                    <a:cubicBezTo>
                      <a:pt x="300" y="38"/>
                      <a:pt x="301" y="38"/>
                      <a:pt x="302" y="38"/>
                    </a:cubicBezTo>
                    <a:cubicBezTo>
                      <a:pt x="304" y="39"/>
                      <a:pt x="305" y="40"/>
                      <a:pt x="306" y="42"/>
                    </a:cubicBezTo>
                    <a:cubicBezTo>
                      <a:pt x="306" y="44"/>
                      <a:pt x="306" y="46"/>
                      <a:pt x="305" y="49"/>
                    </a:cubicBezTo>
                    <a:cubicBezTo>
                      <a:pt x="304" y="51"/>
                      <a:pt x="303" y="52"/>
                      <a:pt x="301" y="53"/>
                    </a:cubicBezTo>
                    <a:cubicBezTo>
                      <a:pt x="299" y="54"/>
                      <a:pt x="297" y="54"/>
                      <a:pt x="295" y="53"/>
                    </a:cubicBezTo>
                    <a:cubicBezTo>
                      <a:pt x="293" y="52"/>
                      <a:pt x="293" y="52"/>
                      <a:pt x="293" y="52"/>
                    </a:cubicBezTo>
                    <a:close/>
                    <a:moveTo>
                      <a:pt x="272" y="95"/>
                    </a:moveTo>
                    <a:cubicBezTo>
                      <a:pt x="253" y="76"/>
                      <a:pt x="253" y="76"/>
                      <a:pt x="253" y="76"/>
                    </a:cubicBezTo>
                    <a:cubicBezTo>
                      <a:pt x="263" y="66"/>
                      <a:pt x="263" y="66"/>
                      <a:pt x="263" y="66"/>
                    </a:cubicBezTo>
                    <a:cubicBezTo>
                      <a:pt x="266" y="70"/>
                      <a:pt x="266" y="70"/>
                      <a:pt x="266" y="70"/>
                    </a:cubicBezTo>
                    <a:cubicBezTo>
                      <a:pt x="261" y="75"/>
                      <a:pt x="261" y="75"/>
                      <a:pt x="261" y="75"/>
                    </a:cubicBezTo>
                    <a:cubicBezTo>
                      <a:pt x="265" y="79"/>
                      <a:pt x="265" y="79"/>
                      <a:pt x="265" y="79"/>
                    </a:cubicBezTo>
                    <a:cubicBezTo>
                      <a:pt x="270" y="74"/>
                      <a:pt x="270" y="74"/>
                      <a:pt x="270" y="74"/>
                    </a:cubicBezTo>
                    <a:cubicBezTo>
                      <a:pt x="273" y="78"/>
                      <a:pt x="273" y="78"/>
                      <a:pt x="273" y="78"/>
                    </a:cubicBezTo>
                    <a:cubicBezTo>
                      <a:pt x="269" y="83"/>
                      <a:pt x="269" y="83"/>
                      <a:pt x="269" y="83"/>
                    </a:cubicBezTo>
                    <a:cubicBezTo>
                      <a:pt x="273" y="87"/>
                      <a:pt x="273" y="87"/>
                      <a:pt x="273" y="87"/>
                    </a:cubicBezTo>
                    <a:cubicBezTo>
                      <a:pt x="278" y="81"/>
                      <a:pt x="278" y="81"/>
                      <a:pt x="278" y="81"/>
                    </a:cubicBezTo>
                    <a:cubicBezTo>
                      <a:pt x="282" y="85"/>
                      <a:pt x="282" y="85"/>
                      <a:pt x="282" y="85"/>
                    </a:cubicBezTo>
                    <a:cubicBezTo>
                      <a:pt x="272" y="95"/>
                      <a:pt x="272" y="95"/>
                      <a:pt x="272" y="95"/>
                    </a:cubicBezTo>
                    <a:close/>
                    <a:moveTo>
                      <a:pt x="261" y="105"/>
                    </a:moveTo>
                    <a:cubicBezTo>
                      <a:pt x="243" y="85"/>
                      <a:pt x="243" y="85"/>
                      <a:pt x="243" y="85"/>
                    </a:cubicBezTo>
                    <a:cubicBezTo>
                      <a:pt x="248" y="81"/>
                      <a:pt x="248" y="81"/>
                      <a:pt x="248" y="81"/>
                    </a:cubicBezTo>
                    <a:cubicBezTo>
                      <a:pt x="266" y="101"/>
                      <a:pt x="266" y="101"/>
                      <a:pt x="266" y="101"/>
                    </a:cubicBezTo>
                    <a:cubicBezTo>
                      <a:pt x="261" y="105"/>
                      <a:pt x="261" y="105"/>
                      <a:pt x="261" y="105"/>
                    </a:cubicBezTo>
                    <a:close/>
                    <a:moveTo>
                      <a:pt x="234" y="100"/>
                    </a:moveTo>
                    <a:cubicBezTo>
                      <a:pt x="241" y="111"/>
                      <a:pt x="241" y="111"/>
                      <a:pt x="241" y="111"/>
                    </a:cubicBezTo>
                    <a:cubicBezTo>
                      <a:pt x="242" y="112"/>
                      <a:pt x="242" y="112"/>
                      <a:pt x="243" y="112"/>
                    </a:cubicBezTo>
                    <a:cubicBezTo>
                      <a:pt x="243" y="112"/>
                      <a:pt x="244" y="112"/>
                      <a:pt x="244" y="112"/>
                    </a:cubicBezTo>
                    <a:cubicBezTo>
                      <a:pt x="245" y="112"/>
                      <a:pt x="245" y="111"/>
                      <a:pt x="245" y="111"/>
                    </a:cubicBezTo>
                    <a:cubicBezTo>
                      <a:pt x="245" y="110"/>
                      <a:pt x="245" y="110"/>
                      <a:pt x="244" y="109"/>
                    </a:cubicBezTo>
                    <a:cubicBezTo>
                      <a:pt x="237" y="98"/>
                      <a:pt x="237" y="98"/>
                      <a:pt x="237" y="98"/>
                    </a:cubicBezTo>
                    <a:cubicBezTo>
                      <a:pt x="237" y="97"/>
                      <a:pt x="236" y="97"/>
                      <a:pt x="236" y="97"/>
                    </a:cubicBezTo>
                    <a:cubicBezTo>
                      <a:pt x="235" y="97"/>
                      <a:pt x="235" y="97"/>
                      <a:pt x="234" y="97"/>
                    </a:cubicBezTo>
                    <a:cubicBezTo>
                      <a:pt x="234" y="97"/>
                      <a:pt x="233" y="98"/>
                      <a:pt x="233" y="98"/>
                    </a:cubicBezTo>
                    <a:cubicBezTo>
                      <a:pt x="233" y="99"/>
                      <a:pt x="233" y="99"/>
                      <a:pt x="234" y="100"/>
                    </a:cubicBezTo>
                    <a:close/>
                    <a:moveTo>
                      <a:pt x="229" y="104"/>
                    </a:moveTo>
                    <a:cubicBezTo>
                      <a:pt x="228" y="102"/>
                      <a:pt x="227" y="100"/>
                      <a:pt x="228" y="98"/>
                    </a:cubicBezTo>
                    <a:cubicBezTo>
                      <a:pt x="228" y="96"/>
                      <a:pt x="229" y="95"/>
                      <a:pt x="231" y="93"/>
                    </a:cubicBezTo>
                    <a:cubicBezTo>
                      <a:pt x="234" y="92"/>
                      <a:pt x="236" y="91"/>
                      <a:pt x="238" y="92"/>
                    </a:cubicBezTo>
                    <a:cubicBezTo>
                      <a:pt x="239" y="92"/>
                      <a:pt x="241" y="93"/>
                      <a:pt x="243" y="96"/>
                    </a:cubicBezTo>
                    <a:cubicBezTo>
                      <a:pt x="249" y="105"/>
                      <a:pt x="249" y="105"/>
                      <a:pt x="249" y="105"/>
                    </a:cubicBezTo>
                    <a:cubicBezTo>
                      <a:pt x="250" y="107"/>
                      <a:pt x="251" y="109"/>
                      <a:pt x="251" y="111"/>
                    </a:cubicBezTo>
                    <a:cubicBezTo>
                      <a:pt x="250" y="113"/>
                      <a:pt x="249" y="114"/>
                      <a:pt x="247" y="116"/>
                    </a:cubicBezTo>
                    <a:cubicBezTo>
                      <a:pt x="245" y="117"/>
                      <a:pt x="243" y="118"/>
                      <a:pt x="241" y="118"/>
                    </a:cubicBezTo>
                    <a:cubicBezTo>
                      <a:pt x="239" y="117"/>
                      <a:pt x="237" y="116"/>
                      <a:pt x="236" y="114"/>
                    </a:cubicBezTo>
                    <a:cubicBezTo>
                      <a:pt x="229" y="104"/>
                      <a:pt x="229" y="104"/>
                      <a:pt x="229" y="104"/>
                    </a:cubicBezTo>
                    <a:close/>
                    <a:moveTo>
                      <a:pt x="210" y="134"/>
                    </a:moveTo>
                    <a:cubicBezTo>
                      <a:pt x="200" y="109"/>
                      <a:pt x="200" y="109"/>
                      <a:pt x="200" y="109"/>
                    </a:cubicBezTo>
                    <a:cubicBezTo>
                      <a:pt x="209" y="105"/>
                      <a:pt x="209" y="105"/>
                      <a:pt x="209" y="105"/>
                    </a:cubicBezTo>
                    <a:cubicBezTo>
                      <a:pt x="213" y="113"/>
                      <a:pt x="213" y="113"/>
                      <a:pt x="213" y="113"/>
                    </a:cubicBezTo>
                    <a:cubicBezTo>
                      <a:pt x="214" y="114"/>
                      <a:pt x="214" y="115"/>
                      <a:pt x="215" y="116"/>
                    </a:cubicBezTo>
                    <a:cubicBezTo>
                      <a:pt x="215" y="117"/>
                      <a:pt x="216" y="118"/>
                      <a:pt x="216" y="119"/>
                    </a:cubicBezTo>
                    <a:cubicBezTo>
                      <a:pt x="216" y="118"/>
                      <a:pt x="215" y="116"/>
                      <a:pt x="215" y="115"/>
                    </a:cubicBezTo>
                    <a:cubicBezTo>
                      <a:pt x="215" y="114"/>
                      <a:pt x="214" y="113"/>
                      <a:pt x="214" y="113"/>
                    </a:cubicBezTo>
                    <a:cubicBezTo>
                      <a:pt x="212" y="104"/>
                      <a:pt x="212" y="104"/>
                      <a:pt x="212" y="104"/>
                    </a:cubicBezTo>
                    <a:cubicBezTo>
                      <a:pt x="221" y="100"/>
                      <a:pt x="221" y="100"/>
                      <a:pt x="221" y="100"/>
                    </a:cubicBezTo>
                    <a:cubicBezTo>
                      <a:pt x="231" y="125"/>
                      <a:pt x="231" y="125"/>
                      <a:pt x="231" y="125"/>
                    </a:cubicBezTo>
                    <a:cubicBezTo>
                      <a:pt x="226" y="127"/>
                      <a:pt x="226" y="127"/>
                      <a:pt x="226" y="127"/>
                    </a:cubicBezTo>
                    <a:cubicBezTo>
                      <a:pt x="222" y="118"/>
                      <a:pt x="222" y="118"/>
                      <a:pt x="222" y="118"/>
                    </a:cubicBezTo>
                    <a:cubicBezTo>
                      <a:pt x="221" y="116"/>
                      <a:pt x="220" y="114"/>
                      <a:pt x="219" y="112"/>
                    </a:cubicBezTo>
                    <a:cubicBezTo>
                      <a:pt x="219" y="110"/>
                      <a:pt x="218" y="108"/>
                      <a:pt x="217" y="106"/>
                    </a:cubicBezTo>
                    <a:cubicBezTo>
                      <a:pt x="218" y="109"/>
                      <a:pt x="218" y="110"/>
                      <a:pt x="218" y="112"/>
                    </a:cubicBezTo>
                    <a:cubicBezTo>
                      <a:pt x="219" y="113"/>
                      <a:pt x="219" y="114"/>
                      <a:pt x="219" y="115"/>
                    </a:cubicBezTo>
                    <a:cubicBezTo>
                      <a:pt x="222" y="129"/>
                      <a:pt x="222" y="129"/>
                      <a:pt x="222" y="129"/>
                    </a:cubicBezTo>
                    <a:cubicBezTo>
                      <a:pt x="219" y="130"/>
                      <a:pt x="219" y="130"/>
                      <a:pt x="219" y="130"/>
                    </a:cubicBezTo>
                    <a:cubicBezTo>
                      <a:pt x="212" y="119"/>
                      <a:pt x="212" y="119"/>
                      <a:pt x="212" y="119"/>
                    </a:cubicBezTo>
                    <a:cubicBezTo>
                      <a:pt x="211" y="117"/>
                      <a:pt x="210" y="116"/>
                      <a:pt x="209" y="114"/>
                    </a:cubicBezTo>
                    <a:cubicBezTo>
                      <a:pt x="208" y="113"/>
                      <a:pt x="207" y="112"/>
                      <a:pt x="207" y="110"/>
                    </a:cubicBezTo>
                    <a:cubicBezTo>
                      <a:pt x="208" y="112"/>
                      <a:pt x="208" y="114"/>
                      <a:pt x="209" y="116"/>
                    </a:cubicBezTo>
                    <a:cubicBezTo>
                      <a:pt x="210" y="118"/>
                      <a:pt x="211" y="120"/>
                      <a:pt x="212" y="122"/>
                    </a:cubicBezTo>
                    <a:cubicBezTo>
                      <a:pt x="216" y="131"/>
                      <a:pt x="216" y="131"/>
                      <a:pt x="216" y="131"/>
                    </a:cubicBezTo>
                    <a:cubicBezTo>
                      <a:pt x="210" y="134"/>
                      <a:pt x="210" y="134"/>
                      <a:pt x="210" y="134"/>
                    </a:cubicBezTo>
                    <a:close/>
                    <a:moveTo>
                      <a:pt x="184" y="139"/>
                    </a:moveTo>
                    <a:cubicBezTo>
                      <a:pt x="185" y="112"/>
                      <a:pt x="185" y="112"/>
                      <a:pt x="185" y="112"/>
                    </a:cubicBezTo>
                    <a:cubicBezTo>
                      <a:pt x="193" y="111"/>
                      <a:pt x="193" y="111"/>
                      <a:pt x="193" y="111"/>
                    </a:cubicBezTo>
                    <a:cubicBezTo>
                      <a:pt x="202" y="137"/>
                      <a:pt x="202" y="137"/>
                      <a:pt x="202" y="137"/>
                    </a:cubicBezTo>
                    <a:cubicBezTo>
                      <a:pt x="195" y="138"/>
                      <a:pt x="195" y="138"/>
                      <a:pt x="195" y="138"/>
                    </a:cubicBezTo>
                    <a:cubicBezTo>
                      <a:pt x="194" y="133"/>
                      <a:pt x="194" y="133"/>
                      <a:pt x="194" y="133"/>
                    </a:cubicBezTo>
                    <a:cubicBezTo>
                      <a:pt x="190" y="134"/>
                      <a:pt x="190" y="134"/>
                      <a:pt x="190" y="134"/>
                    </a:cubicBezTo>
                    <a:cubicBezTo>
                      <a:pt x="190" y="138"/>
                      <a:pt x="190" y="138"/>
                      <a:pt x="190" y="138"/>
                    </a:cubicBezTo>
                    <a:cubicBezTo>
                      <a:pt x="184" y="139"/>
                      <a:pt x="184" y="139"/>
                      <a:pt x="184" y="139"/>
                    </a:cubicBezTo>
                    <a:close/>
                    <a:moveTo>
                      <a:pt x="190" y="129"/>
                    </a:moveTo>
                    <a:cubicBezTo>
                      <a:pt x="193" y="128"/>
                      <a:pt x="193" y="128"/>
                      <a:pt x="193" y="128"/>
                    </a:cubicBezTo>
                    <a:cubicBezTo>
                      <a:pt x="191" y="120"/>
                      <a:pt x="191" y="120"/>
                      <a:pt x="191" y="120"/>
                    </a:cubicBezTo>
                    <a:cubicBezTo>
                      <a:pt x="190" y="120"/>
                      <a:pt x="190" y="119"/>
                      <a:pt x="190" y="119"/>
                    </a:cubicBezTo>
                    <a:cubicBezTo>
                      <a:pt x="190" y="118"/>
                      <a:pt x="190" y="117"/>
                      <a:pt x="189" y="116"/>
                    </a:cubicBezTo>
                    <a:cubicBezTo>
                      <a:pt x="189" y="117"/>
                      <a:pt x="190" y="117"/>
                      <a:pt x="190" y="118"/>
                    </a:cubicBezTo>
                    <a:cubicBezTo>
                      <a:pt x="190" y="119"/>
                      <a:pt x="190" y="120"/>
                      <a:pt x="190" y="120"/>
                    </a:cubicBezTo>
                    <a:cubicBezTo>
                      <a:pt x="190" y="129"/>
                      <a:pt x="190" y="129"/>
                      <a:pt x="190" y="129"/>
                    </a:cubicBezTo>
                    <a:close/>
                    <a:moveTo>
                      <a:pt x="153" y="132"/>
                    </a:moveTo>
                    <a:cubicBezTo>
                      <a:pt x="159" y="133"/>
                      <a:pt x="159" y="133"/>
                      <a:pt x="159" y="133"/>
                    </a:cubicBezTo>
                    <a:cubicBezTo>
                      <a:pt x="159" y="135"/>
                      <a:pt x="159" y="135"/>
                      <a:pt x="159" y="135"/>
                    </a:cubicBezTo>
                    <a:cubicBezTo>
                      <a:pt x="159" y="136"/>
                      <a:pt x="159" y="136"/>
                      <a:pt x="159" y="137"/>
                    </a:cubicBezTo>
                    <a:cubicBezTo>
                      <a:pt x="160" y="137"/>
                      <a:pt x="160" y="137"/>
                      <a:pt x="161" y="137"/>
                    </a:cubicBezTo>
                    <a:cubicBezTo>
                      <a:pt x="162" y="138"/>
                      <a:pt x="162" y="137"/>
                      <a:pt x="162" y="137"/>
                    </a:cubicBezTo>
                    <a:cubicBezTo>
                      <a:pt x="163" y="137"/>
                      <a:pt x="163" y="136"/>
                      <a:pt x="163" y="135"/>
                    </a:cubicBezTo>
                    <a:cubicBezTo>
                      <a:pt x="163" y="135"/>
                      <a:pt x="163" y="134"/>
                      <a:pt x="163" y="134"/>
                    </a:cubicBezTo>
                    <a:cubicBezTo>
                      <a:pt x="162" y="133"/>
                      <a:pt x="162" y="133"/>
                      <a:pt x="161" y="132"/>
                    </a:cubicBezTo>
                    <a:cubicBezTo>
                      <a:pt x="161" y="132"/>
                      <a:pt x="160" y="131"/>
                      <a:pt x="160" y="131"/>
                    </a:cubicBezTo>
                    <a:cubicBezTo>
                      <a:pt x="158" y="129"/>
                      <a:pt x="157" y="128"/>
                      <a:pt x="156" y="127"/>
                    </a:cubicBezTo>
                    <a:cubicBezTo>
                      <a:pt x="155" y="126"/>
                      <a:pt x="155" y="126"/>
                      <a:pt x="155" y="125"/>
                    </a:cubicBezTo>
                    <a:cubicBezTo>
                      <a:pt x="154" y="124"/>
                      <a:pt x="154" y="123"/>
                      <a:pt x="154" y="122"/>
                    </a:cubicBezTo>
                    <a:cubicBezTo>
                      <a:pt x="154" y="119"/>
                      <a:pt x="155" y="118"/>
                      <a:pt x="156" y="116"/>
                    </a:cubicBezTo>
                    <a:cubicBezTo>
                      <a:pt x="158" y="115"/>
                      <a:pt x="160" y="115"/>
                      <a:pt x="162" y="115"/>
                    </a:cubicBezTo>
                    <a:cubicBezTo>
                      <a:pt x="165" y="115"/>
                      <a:pt x="167" y="116"/>
                      <a:pt x="168" y="117"/>
                    </a:cubicBezTo>
                    <a:cubicBezTo>
                      <a:pt x="169" y="118"/>
                      <a:pt x="170" y="120"/>
                      <a:pt x="169" y="122"/>
                    </a:cubicBezTo>
                    <a:cubicBezTo>
                      <a:pt x="169" y="124"/>
                      <a:pt x="169" y="124"/>
                      <a:pt x="169" y="124"/>
                    </a:cubicBezTo>
                    <a:cubicBezTo>
                      <a:pt x="164" y="124"/>
                      <a:pt x="164" y="124"/>
                      <a:pt x="164" y="124"/>
                    </a:cubicBezTo>
                    <a:cubicBezTo>
                      <a:pt x="164" y="122"/>
                      <a:pt x="164" y="122"/>
                      <a:pt x="164" y="122"/>
                    </a:cubicBezTo>
                    <a:cubicBezTo>
                      <a:pt x="164" y="121"/>
                      <a:pt x="164" y="121"/>
                      <a:pt x="163" y="120"/>
                    </a:cubicBezTo>
                    <a:cubicBezTo>
                      <a:pt x="163" y="120"/>
                      <a:pt x="163" y="120"/>
                      <a:pt x="162" y="120"/>
                    </a:cubicBezTo>
                    <a:cubicBezTo>
                      <a:pt x="161" y="119"/>
                      <a:pt x="161" y="120"/>
                      <a:pt x="161" y="120"/>
                    </a:cubicBezTo>
                    <a:cubicBezTo>
                      <a:pt x="160" y="120"/>
                      <a:pt x="160" y="121"/>
                      <a:pt x="160" y="121"/>
                    </a:cubicBezTo>
                    <a:cubicBezTo>
                      <a:pt x="160" y="122"/>
                      <a:pt x="161" y="124"/>
                      <a:pt x="164" y="126"/>
                    </a:cubicBezTo>
                    <a:cubicBezTo>
                      <a:pt x="164" y="127"/>
                      <a:pt x="164" y="127"/>
                      <a:pt x="164" y="127"/>
                    </a:cubicBezTo>
                    <a:cubicBezTo>
                      <a:pt x="164" y="127"/>
                      <a:pt x="164" y="127"/>
                      <a:pt x="164" y="127"/>
                    </a:cubicBezTo>
                    <a:cubicBezTo>
                      <a:pt x="167" y="129"/>
                      <a:pt x="168" y="130"/>
                      <a:pt x="168" y="131"/>
                    </a:cubicBezTo>
                    <a:cubicBezTo>
                      <a:pt x="169" y="132"/>
                      <a:pt x="169" y="133"/>
                      <a:pt x="169" y="133"/>
                    </a:cubicBezTo>
                    <a:cubicBezTo>
                      <a:pt x="169" y="134"/>
                      <a:pt x="169" y="135"/>
                      <a:pt x="169" y="135"/>
                    </a:cubicBezTo>
                    <a:cubicBezTo>
                      <a:pt x="169" y="138"/>
                      <a:pt x="168" y="139"/>
                      <a:pt x="167" y="141"/>
                    </a:cubicBezTo>
                    <a:cubicBezTo>
                      <a:pt x="165" y="142"/>
                      <a:pt x="163" y="142"/>
                      <a:pt x="161" y="142"/>
                    </a:cubicBezTo>
                    <a:cubicBezTo>
                      <a:pt x="158" y="142"/>
                      <a:pt x="156" y="141"/>
                      <a:pt x="155" y="140"/>
                    </a:cubicBezTo>
                    <a:cubicBezTo>
                      <a:pt x="154" y="139"/>
                      <a:pt x="153" y="137"/>
                      <a:pt x="153" y="134"/>
                    </a:cubicBezTo>
                    <a:cubicBezTo>
                      <a:pt x="153" y="132"/>
                      <a:pt x="153" y="132"/>
                      <a:pt x="153" y="132"/>
                    </a:cubicBezTo>
                    <a:close/>
                    <a:moveTo>
                      <a:pt x="129" y="140"/>
                    </a:moveTo>
                    <a:cubicBezTo>
                      <a:pt x="136" y="113"/>
                      <a:pt x="136" y="113"/>
                      <a:pt x="136" y="113"/>
                    </a:cubicBezTo>
                    <a:cubicBezTo>
                      <a:pt x="144" y="114"/>
                      <a:pt x="144" y="114"/>
                      <a:pt x="144" y="114"/>
                    </a:cubicBezTo>
                    <a:cubicBezTo>
                      <a:pt x="147" y="141"/>
                      <a:pt x="147" y="141"/>
                      <a:pt x="147" y="141"/>
                    </a:cubicBezTo>
                    <a:cubicBezTo>
                      <a:pt x="140" y="140"/>
                      <a:pt x="140" y="140"/>
                      <a:pt x="140" y="140"/>
                    </a:cubicBezTo>
                    <a:cubicBezTo>
                      <a:pt x="140" y="136"/>
                      <a:pt x="140" y="136"/>
                      <a:pt x="140" y="136"/>
                    </a:cubicBezTo>
                    <a:cubicBezTo>
                      <a:pt x="136" y="135"/>
                      <a:pt x="136" y="135"/>
                      <a:pt x="136" y="135"/>
                    </a:cubicBezTo>
                    <a:cubicBezTo>
                      <a:pt x="135" y="140"/>
                      <a:pt x="135" y="140"/>
                      <a:pt x="135" y="140"/>
                    </a:cubicBezTo>
                    <a:cubicBezTo>
                      <a:pt x="129" y="140"/>
                      <a:pt x="129" y="140"/>
                      <a:pt x="129" y="140"/>
                    </a:cubicBezTo>
                    <a:close/>
                    <a:moveTo>
                      <a:pt x="137" y="131"/>
                    </a:moveTo>
                    <a:cubicBezTo>
                      <a:pt x="140" y="131"/>
                      <a:pt x="140" y="131"/>
                      <a:pt x="140" y="131"/>
                    </a:cubicBezTo>
                    <a:cubicBezTo>
                      <a:pt x="140" y="123"/>
                      <a:pt x="140" y="123"/>
                      <a:pt x="140" y="123"/>
                    </a:cubicBezTo>
                    <a:cubicBezTo>
                      <a:pt x="140" y="122"/>
                      <a:pt x="140" y="121"/>
                      <a:pt x="140" y="121"/>
                    </a:cubicBezTo>
                    <a:cubicBezTo>
                      <a:pt x="140" y="120"/>
                      <a:pt x="140" y="119"/>
                      <a:pt x="140" y="118"/>
                    </a:cubicBezTo>
                    <a:cubicBezTo>
                      <a:pt x="140" y="119"/>
                      <a:pt x="140" y="119"/>
                      <a:pt x="139" y="120"/>
                    </a:cubicBezTo>
                    <a:cubicBezTo>
                      <a:pt x="139" y="121"/>
                      <a:pt x="139" y="122"/>
                      <a:pt x="139" y="123"/>
                    </a:cubicBezTo>
                    <a:cubicBezTo>
                      <a:pt x="137" y="131"/>
                      <a:pt x="137" y="131"/>
                      <a:pt x="137" y="131"/>
                    </a:cubicBezTo>
                    <a:close/>
                    <a:moveTo>
                      <a:pt x="113" y="136"/>
                    </a:moveTo>
                    <a:cubicBezTo>
                      <a:pt x="118" y="115"/>
                      <a:pt x="118" y="115"/>
                      <a:pt x="118" y="115"/>
                    </a:cubicBezTo>
                    <a:cubicBezTo>
                      <a:pt x="114" y="114"/>
                      <a:pt x="114" y="114"/>
                      <a:pt x="114" y="114"/>
                    </a:cubicBezTo>
                    <a:cubicBezTo>
                      <a:pt x="115" y="109"/>
                      <a:pt x="115" y="109"/>
                      <a:pt x="115" y="109"/>
                    </a:cubicBezTo>
                    <a:cubicBezTo>
                      <a:pt x="129" y="112"/>
                      <a:pt x="129" y="112"/>
                      <a:pt x="129" y="112"/>
                    </a:cubicBezTo>
                    <a:cubicBezTo>
                      <a:pt x="128" y="117"/>
                      <a:pt x="128" y="117"/>
                      <a:pt x="128" y="117"/>
                    </a:cubicBezTo>
                    <a:cubicBezTo>
                      <a:pt x="124" y="116"/>
                      <a:pt x="124" y="116"/>
                      <a:pt x="124" y="116"/>
                    </a:cubicBezTo>
                    <a:cubicBezTo>
                      <a:pt x="119" y="137"/>
                      <a:pt x="119" y="137"/>
                      <a:pt x="119" y="137"/>
                    </a:cubicBezTo>
                    <a:cubicBezTo>
                      <a:pt x="113" y="136"/>
                      <a:pt x="113" y="136"/>
                      <a:pt x="113" y="136"/>
                    </a:cubicBezTo>
                    <a:close/>
                    <a:moveTo>
                      <a:pt x="95" y="129"/>
                    </a:moveTo>
                    <a:cubicBezTo>
                      <a:pt x="105" y="104"/>
                      <a:pt x="105" y="104"/>
                      <a:pt x="105" y="104"/>
                    </a:cubicBezTo>
                    <a:cubicBezTo>
                      <a:pt x="111" y="107"/>
                      <a:pt x="111" y="107"/>
                      <a:pt x="111" y="107"/>
                    </a:cubicBezTo>
                    <a:cubicBezTo>
                      <a:pt x="101" y="131"/>
                      <a:pt x="101" y="131"/>
                      <a:pt x="101" y="131"/>
                    </a:cubicBezTo>
                    <a:cubicBezTo>
                      <a:pt x="95" y="129"/>
                      <a:pt x="95" y="129"/>
                      <a:pt x="95" y="129"/>
                    </a:cubicBezTo>
                    <a:close/>
                    <a:moveTo>
                      <a:pt x="78" y="110"/>
                    </a:moveTo>
                    <a:cubicBezTo>
                      <a:pt x="83" y="113"/>
                      <a:pt x="83" y="113"/>
                      <a:pt x="83" y="113"/>
                    </a:cubicBezTo>
                    <a:cubicBezTo>
                      <a:pt x="82" y="115"/>
                      <a:pt x="82" y="115"/>
                      <a:pt x="82" y="115"/>
                    </a:cubicBezTo>
                    <a:cubicBezTo>
                      <a:pt x="82" y="115"/>
                      <a:pt x="81" y="116"/>
                      <a:pt x="82" y="117"/>
                    </a:cubicBezTo>
                    <a:cubicBezTo>
                      <a:pt x="82" y="117"/>
                      <a:pt x="82" y="118"/>
                      <a:pt x="82" y="118"/>
                    </a:cubicBezTo>
                    <a:cubicBezTo>
                      <a:pt x="83" y="118"/>
                      <a:pt x="83" y="118"/>
                      <a:pt x="84" y="118"/>
                    </a:cubicBezTo>
                    <a:cubicBezTo>
                      <a:pt x="84" y="118"/>
                      <a:pt x="85" y="118"/>
                      <a:pt x="85" y="117"/>
                    </a:cubicBezTo>
                    <a:cubicBezTo>
                      <a:pt x="86" y="117"/>
                      <a:pt x="86" y="116"/>
                      <a:pt x="86" y="115"/>
                    </a:cubicBezTo>
                    <a:cubicBezTo>
                      <a:pt x="86" y="115"/>
                      <a:pt x="86" y="114"/>
                      <a:pt x="85" y="113"/>
                    </a:cubicBezTo>
                    <a:cubicBezTo>
                      <a:pt x="85" y="113"/>
                      <a:pt x="85" y="112"/>
                      <a:pt x="85" y="112"/>
                    </a:cubicBezTo>
                    <a:cubicBezTo>
                      <a:pt x="84" y="109"/>
                      <a:pt x="83" y="108"/>
                      <a:pt x="83" y="106"/>
                    </a:cubicBezTo>
                    <a:cubicBezTo>
                      <a:pt x="83" y="106"/>
                      <a:pt x="83" y="105"/>
                      <a:pt x="83" y="104"/>
                    </a:cubicBezTo>
                    <a:cubicBezTo>
                      <a:pt x="83" y="103"/>
                      <a:pt x="84" y="102"/>
                      <a:pt x="84" y="101"/>
                    </a:cubicBezTo>
                    <a:cubicBezTo>
                      <a:pt x="85" y="99"/>
                      <a:pt x="87" y="98"/>
                      <a:pt x="89" y="97"/>
                    </a:cubicBezTo>
                    <a:cubicBezTo>
                      <a:pt x="91" y="97"/>
                      <a:pt x="93" y="97"/>
                      <a:pt x="95" y="99"/>
                    </a:cubicBezTo>
                    <a:cubicBezTo>
                      <a:pt x="97" y="100"/>
                      <a:pt x="98" y="102"/>
                      <a:pt x="98" y="103"/>
                    </a:cubicBezTo>
                    <a:cubicBezTo>
                      <a:pt x="99" y="105"/>
                      <a:pt x="99" y="107"/>
                      <a:pt x="97" y="108"/>
                    </a:cubicBezTo>
                    <a:cubicBezTo>
                      <a:pt x="96" y="110"/>
                      <a:pt x="96" y="110"/>
                      <a:pt x="96" y="110"/>
                    </a:cubicBezTo>
                    <a:cubicBezTo>
                      <a:pt x="91" y="107"/>
                      <a:pt x="91" y="107"/>
                      <a:pt x="91" y="107"/>
                    </a:cubicBezTo>
                    <a:cubicBezTo>
                      <a:pt x="92" y="106"/>
                      <a:pt x="92" y="106"/>
                      <a:pt x="92" y="106"/>
                    </a:cubicBezTo>
                    <a:cubicBezTo>
                      <a:pt x="93" y="105"/>
                      <a:pt x="93" y="104"/>
                      <a:pt x="93" y="104"/>
                    </a:cubicBezTo>
                    <a:cubicBezTo>
                      <a:pt x="93" y="103"/>
                      <a:pt x="93" y="103"/>
                      <a:pt x="92" y="103"/>
                    </a:cubicBezTo>
                    <a:cubicBezTo>
                      <a:pt x="92" y="102"/>
                      <a:pt x="91" y="102"/>
                      <a:pt x="91" y="102"/>
                    </a:cubicBezTo>
                    <a:cubicBezTo>
                      <a:pt x="90" y="103"/>
                      <a:pt x="90" y="103"/>
                      <a:pt x="89" y="103"/>
                    </a:cubicBezTo>
                    <a:cubicBezTo>
                      <a:pt x="89" y="104"/>
                      <a:pt x="89" y="106"/>
                      <a:pt x="90" y="110"/>
                    </a:cubicBezTo>
                    <a:cubicBezTo>
                      <a:pt x="90" y="110"/>
                      <a:pt x="90" y="110"/>
                      <a:pt x="90" y="110"/>
                    </a:cubicBezTo>
                    <a:cubicBezTo>
                      <a:pt x="91" y="110"/>
                      <a:pt x="91" y="110"/>
                      <a:pt x="91" y="110"/>
                    </a:cubicBezTo>
                    <a:cubicBezTo>
                      <a:pt x="92" y="113"/>
                      <a:pt x="92" y="115"/>
                      <a:pt x="92" y="116"/>
                    </a:cubicBezTo>
                    <a:cubicBezTo>
                      <a:pt x="92" y="117"/>
                      <a:pt x="92" y="117"/>
                      <a:pt x="91" y="118"/>
                    </a:cubicBezTo>
                    <a:cubicBezTo>
                      <a:pt x="91" y="119"/>
                      <a:pt x="91" y="119"/>
                      <a:pt x="91" y="120"/>
                    </a:cubicBezTo>
                    <a:cubicBezTo>
                      <a:pt x="89" y="122"/>
                      <a:pt x="88" y="123"/>
                      <a:pt x="86" y="123"/>
                    </a:cubicBezTo>
                    <a:cubicBezTo>
                      <a:pt x="84" y="124"/>
                      <a:pt x="82" y="123"/>
                      <a:pt x="80" y="122"/>
                    </a:cubicBezTo>
                    <a:cubicBezTo>
                      <a:pt x="78" y="120"/>
                      <a:pt x="76" y="119"/>
                      <a:pt x="76" y="117"/>
                    </a:cubicBezTo>
                    <a:cubicBezTo>
                      <a:pt x="75" y="115"/>
                      <a:pt x="76" y="113"/>
                      <a:pt x="77" y="111"/>
                    </a:cubicBezTo>
                    <a:cubicBezTo>
                      <a:pt x="78" y="110"/>
                      <a:pt x="78" y="110"/>
                      <a:pt x="78" y="110"/>
                    </a:cubicBezTo>
                    <a:close/>
                    <a:moveTo>
                      <a:pt x="68" y="95"/>
                    </a:moveTo>
                    <a:cubicBezTo>
                      <a:pt x="69" y="95"/>
                      <a:pt x="70" y="96"/>
                      <a:pt x="71" y="96"/>
                    </a:cubicBezTo>
                    <a:cubicBezTo>
                      <a:pt x="71" y="96"/>
                      <a:pt x="72" y="96"/>
                      <a:pt x="72" y="95"/>
                    </a:cubicBezTo>
                    <a:cubicBezTo>
                      <a:pt x="73" y="94"/>
                      <a:pt x="73" y="94"/>
                      <a:pt x="73" y="94"/>
                    </a:cubicBezTo>
                    <a:cubicBezTo>
                      <a:pt x="74" y="93"/>
                      <a:pt x="74" y="92"/>
                      <a:pt x="74" y="92"/>
                    </a:cubicBezTo>
                    <a:cubicBezTo>
                      <a:pt x="74" y="91"/>
                      <a:pt x="73" y="91"/>
                      <a:pt x="72" y="90"/>
                    </a:cubicBezTo>
                    <a:cubicBezTo>
                      <a:pt x="72" y="90"/>
                      <a:pt x="72" y="90"/>
                      <a:pt x="72" y="90"/>
                    </a:cubicBezTo>
                    <a:cubicBezTo>
                      <a:pt x="68" y="95"/>
                      <a:pt x="68" y="95"/>
                      <a:pt x="68" y="95"/>
                    </a:cubicBezTo>
                    <a:close/>
                    <a:moveTo>
                      <a:pt x="54" y="103"/>
                    </a:moveTo>
                    <a:cubicBezTo>
                      <a:pt x="70" y="82"/>
                      <a:pt x="70" y="82"/>
                      <a:pt x="70" y="82"/>
                    </a:cubicBezTo>
                    <a:cubicBezTo>
                      <a:pt x="77" y="88"/>
                      <a:pt x="77" y="88"/>
                      <a:pt x="77" y="88"/>
                    </a:cubicBezTo>
                    <a:cubicBezTo>
                      <a:pt x="79" y="89"/>
                      <a:pt x="80" y="91"/>
                      <a:pt x="80" y="92"/>
                    </a:cubicBezTo>
                    <a:cubicBezTo>
                      <a:pt x="80" y="94"/>
                      <a:pt x="80" y="95"/>
                      <a:pt x="79" y="97"/>
                    </a:cubicBezTo>
                    <a:cubicBezTo>
                      <a:pt x="78" y="97"/>
                      <a:pt x="78" y="97"/>
                      <a:pt x="78" y="97"/>
                    </a:cubicBezTo>
                    <a:cubicBezTo>
                      <a:pt x="78" y="98"/>
                      <a:pt x="78" y="98"/>
                      <a:pt x="78" y="98"/>
                    </a:cubicBezTo>
                    <a:cubicBezTo>
                      <a:pt x="77" y="99"/>
                      <a:pt x="76" y="100"/>
                      <a:pt x="75" y="100"/>
                    </a:cubicBezTo>
                    <a:cubicBezTo>
                      <a:pt x="74" y="100"/>
                      <a:pt x="73" y="100"/>
                      <a:pt x="72" y="100"/>
                    </a:cubicBezTo>
                    <a:cubicBezTo>
                      <a:pt x="72" y="101"/>
                      <a:pt x="73" y="102"/>
                      <a:pt x="73" y="103"/>
                    </a:cubicBezTo>
                    <a:cubicBezTo>
                      <a:pt x="73" y="104"/>
                      <a:pt x="72" y="105"/>
                      <a:pt x="71" y="106"/>
                    </a:cubicBezTo>
                    <a:cubicBezTo>
                      <a:pt x="67" y="111"/>
                      <a:pt x="67" y="111"/>
                      <a:pt x="67" y="111"/>
                    </a:cubicBezTo>
                    <a:cubicBezTo>
                      <a:pt x="67" y="111"/>
                      <a:pt x="66" y="112"/>
                      <a:pt x="66" y="112"/>
                    </a:cubicBezTo>
                    <a:cubicBezTo>
                      <a:pt x="66" y="112"/>
                      <a:pt x="66" y="113"/>
                      <a:pt x="66" y="113"/>
                    </a:cubicBezTo>
                    <a:cubicBezTo>
                      <a:pt x="61" y="109"/>
                      <a:pt x="61" y="109"/>
                      <a:pt x="61" y="109"/>
                    </a:cubicBezTo>
                    <a:cubicBezTo>
                      <a:pt x="61" y="109"/>
                      <a:pt x="61" y="109"/>
                      <a:pt x="62" y="108"/>
                    </a:cubicBezTo>
                    <a:cubicBezTo>
                      <a:pt x="62" y="108"/>
                      <a:pt x="62" y="107"/>
                      <a:pt x="63" y="107"/>
                    </a:cubicBezTo>
                    <a:cubicBezTo>
                      <a:pt x="66" y="103"/>
                      <a:pt x="66" y="103"/>
                      <a:pt x="66" y="103"/>
                    </a:cubicBezTo>
                    <a:cubicBezTo>
                      <a:pt x="67" y="102"/>
                      <a:pt x="67" y="101"/>
                      <a:pt x="67" y="100"/>
                    </a:cubicBezTo>
                    <a:cubicBezTo>
                      <a:pt x="67" y="99"/>
                      <a:pt x="67" y="99"/>
                      <a:pt x="66" y="98"/>
                    </a:cubicBezTo>
                    <a:cubicBezTo>
                      <a:pt x="58" y="107"/>
                      <a:pt x="58" y="107"/>
                      <a:pt x="58" y="107"/>
                    </a:cubicBezTo>
                    <a:cubicBezTo>
                      <a:pt x="54" y="103"/>
                      <a:pt x="54" y="103"/>
                      <a:pt x="54" y="103"/>
                    </a:cubicBezTo>
                    <a:close/>
                    <a:moveTo>
                      <a:pt x="37" y="87"/>
                    </a:moveTo>
                    <a:cubicBezTo>
                      <a:pt x="57" y="69"/>
                      <a:pt x="57" y="69"/>
                      <a:pt x="57" y="69"/>
                    </a:cubicBezTo>
                    <a:cubicBezTo>
                      <a:pt x="66" y="78"/>
                      <a:pt x="66" y="78"/>
                      <a:pt x="66" y="78"/>
                    </a:cubicBezTo>
                    <a:cubicBezTo>
                      <a:pt x="62" y="82"/>
                      <a:pt x="62" y="82"/>
                      <a:pt x="62" y="82"/>
                    </a:cubicBezTo>
                    <a:cubicBezTo>
                      <a:pt x="57" y="77"/>
                      <a:pt x="57" y="77"/>
                      <a:pt x="57" y="77"/>
                    </a:cubicBezTo>
                    <a:cubicBezTo>
                      <a:pt x="53" y="80"/>
                      <a:pt x="53" y="80"/>
                      <a:pt x="53" y="80"/>
                    </a:cubicBezTo>
                    <a:cubicBezTo>
                      <a:pt x="58" y="85"/>
                      <a:pt x="58" y="85"/>
                      <a:pt x="58" y="85"/>
                    </a:cubicBezTo>
                    <a:cubicBezTo>
                      <a:pt x="54" y="89"/>
                      <a:pt x="54" y="89"/>
                      <a:pt x="54" y="89"/>
                    </a:cubicBezTo>
                    <a:cubicBezTo>
                      <a:pt x="50" y="84"/>
                      <a:pt x="50" y="84"/>
                      <a:pt x="50" y="84"/>
                    </a:cubicBezTo>
                    <a:cubicBezTo>
                      <a:pt x="45" y="88"/>
                      <a:pt x="45" y="88"/>
                      <a:pt x="45" y="88"/>
                    </a:cubicBezTo>
                    <a:cubicBezTo>
                      <a:pt x="51" y="93"/>
                      <a:pt x="51" y="93"/>
                      <a:pt x="51" y="93"/>
                    </a:cubicBezTo>
                    <a:cubicBezTo>
                      <a:pt x="47" y="97"/>
                      <a:pt x="47" y="97"/>
                      <a:pt x="47" y="97"/>
                    </a:cubicBezTo>
                    <a:cubicBezTo>
                      <a:pt x="37" y="87"/>
                      <a:pt x="37" y="87"/>
                      <a:pt x="37" y="87"/>
                    </a:cubicBezTo>
                    <a:close/>
                    <a:moveTo>
                      <a:pt x="25" y="70"/>
                    </a:moveTo>
                    <a:cubicBezTo>
                      <a:pt x="45" y="51"/>
                      <a:pt x="45" y="51"/>
                      <a:pt x="45" y="51"/>
                    </a:cubicBezTo>
                    <a:cubicBezTo>
                      <a:pt x="48" y="57"/>
                      <a:pt x="48" y="57"/>
                      <a:pt x="48" y="57"/>
                    </a:cubicBezTo>
                    <a:cubicBezTo>
                      <a:pt x="40" y="64"/>
                      <a:pt x="40" y="64"/>
                      <a:pt x="40" y="64"/>
                    </a:cubicBezTo>
                    <a:cubicBezTo>
                      <a:pt x="39" y="64"/>
                      <a:pt x="38" y="65"/>
                      <a:pt x="37" y="66"/>
                    </a:cubicBezTo>
                    <a:cubicBezTo>
                      <a:pt x="36" y="67"/>
                      <a:pt x="34" y="68"/>
                      <a:pt x="32" y="69"/>
                    </a:cubicBezTo>
                    <a:cubicBezTo>
                      <a:pt x="34" y="68"/>
                      <a:pt x="37" y="67"/>
                      <a:pt x="39" y="65"/>
                    </a:cubicBezTo>
                    <a:cubicBezTo>
                      <a:pt x="40" y="65"/>
                      <a:pt x="40" y="65"/>
                      <a:pt x="40" y="65"/>
                    </a:cubicBezTo>
                    <a:cubicBezTo>
                      <a:pt x="50" y="60"/>
                      <a:pt x="50" y="60"/>
                      <a:pt x="50" y="60"/>
                    </a:cubicBezTo>
                    <a:cubicBezTo>
                      <a:pt x="54" y="65"/>
                      <a:pt x="54" y="65"/>
                      <a:pt x="54" y="65"/>
                    </a:cubicBezTo>
                    <a:cubicBezTo>
                      <a:pt x="29" y="76"/>
                      <a:pt x="29" y="76"/>
                      <a:pt x="29" y="76"/>
                    </a:cubicBezTo>
                    <a:cubicBezTo>
                      <a:pt x="25" y="70"/>
                      <a:pt x="25" y="70"/>
                      <a:pt x="25" y="70"/>
                    </a:cubicBezTo>
                    <a:close/>
                    <a:moveTo>
                      <a:pt x="15" y="53"/>
                    </a:moveTo>
                    <a:cubicBezTo>
                      <a:pt x="39" y="41"/>
                      <a:pt x="39" y="41"/>
                      <a:pt x="39" y="41"/>
                    </a:cubicBezTo>
                    <a:cubicBezTo>
                      <a:pt x="42" y="47"/>
                      <a:pt x="42" y="47"/>
                      <a:pt x="42" y="47"/>
                    </a:cubicBezTo>
                    <a:cubicBezTo>
                      <a:pt x="18" y="58"/>
                      <a:pt x="18" y="58"/>
                      <a:pt x="18" y="58"/>
                    </a:cubicBezTo>
                    <a:cubicBezTo>
                      <a:pt x="15" y="53"/>
                      <a:pt x="15" y="53"/>
                      <a:pt x="15" y="53"/>
                    </a:cubicBezTo>
                    <a:close/>
                    <a:moveTo>
                      <a:pt x="5" y="29"/>
                    </a:moveTo>
                    <a:cubicBezTo>
                      <a:pt x="31" y="20"/>
                      <a:pt x="31" y="20"/>
                      <a:pt x="31" y="20"/>
                    </a:cubicBezTo>
                    <a:cubicBezTo>
                      <a:pt x="33" y="26"/>
                      <a:pt x="33" y="26"/>
                      <a:pt x="33" y="26"/>
                    </a:cubicBezTo>
                    <a:cubicBezTo>
                      <a:pt x="24" y="33"/>
                      <a:pt x="24" y="33"/>
                      <a:pt x="24" y="33"/>
                    </a:cubicBezTo>
                    <a:cubicBezTo>
                      <a:pt x="23" y="33"/>
                      <a:pt x="22" y="34"/>
                      <a:pt x="20" y="35"/>
                    </a:cubicBezTo>
                    <a:cubicBezTo>
                      <a:pt x="19" y="36"/>
                      <a:pt x="18" y="36"/>
                      <a:pt x="17" y="37"/>
                    </a:cubicBezTo>
                    <a:cubicBezTo>
                      <a:pt x="18" y="37"/>
                      <a:pt x="19" y="36"/>
                      <a:pt x="21" y="35"/>
                    </a:cubicBezTo>
                    <a:cubicBezTo>
                      <a:pt x="22" y="35"/>
                      <a:pt x="23" y="34"/>
                      <a:pt x="25" y="34"/>
                    </a:cubicBezTo>
                    <a:cubicBezTo>
                      <a:pt x="34" y="31"/>
                      <a:pt x="34" y="31"/>
                      <a:pt x="34" y="31"/>
                    </a:cubicBezTo>
                    <a:cubicBezTo>
                      <a:pt x="36" y="36"/>
                      <a:pt x="36" y="36"/>
                      <a:pt x="36" y="36"/>
                    </a:cubicBezTo>
                    <a:cubicBezTo>
                      <a:pt x="11" y="45"/>
                      <a:pt x="11" y="45"/>
                      <a:pt x="11" y="45"/>
                    </a:cubicBezTo>
                    <a:cubicBezTo>
                      <a:pt x="9" y="39"/>
                      <a:pt x="9" y="39"/>
                      <a:pt x="9" y="39"/>
                    </a:cubicBezTo>
                    <a:cubicBezTo>
                      <a:pt x="19" y="32"/>
                      <a:pt x="19" y="32"/>
                      <a:pt x="19" y="32"/>
                    </a:cubicBezTo>
                    <a:cubicBezTo>
                      <a:pt x="20" y="31"/>
                      <a:pt x="21" y="30"/>
                      <a:pt x="22" y="29"/>
                    </a:cubicBezTo>
                    <a:cubicBezTo>
                      <a:pt x="23" y="29"/>
                      <a:pt x="24" y="28"/>
                      <a:pt x="25" y="27"/>
                    </a:cubicBezTo>
                    <a:cubicBezTo>
                      <a:pt x="23" y="28"/>
                      <a:pt x="22" y="29"/>
                      <a:pt x="20" y="30"/>
                    </a:cubicBezTo>
                    <a:cubicBezTo>
                      <a:pt x="18" y="30"/>
                      <a:pt x="17" y="31"/>
                      <a:pt x="15" y="31"/>
                    </a:cubicBezTo>
                    <a:cubicBezTo>
                      <a:pt x="7" y="34"/>
                      <a:pt x="7" y="34"/>
                      <a:pt x="7" y="34"/>
                    </a:cubicBezTo>
                    <a:cubicBezTo>
                      <a:pt x="5" y="29"/>
                      <a:pt x="5" y="29"/>
                      <a:pt x="5" y="29"/>
                    </a:cubicBezTo>
                    <a:close/>
                    <a:moveTo>
                      <a:pt x="27" y="6"/>
                    </a:moveTo>
                    <a:cubicBezTo>
                      <a:pt x="8" y="8"/>
                      <a:pt x="8" y="8"/>
                      <a:pt x="8" y="8"/>
                    </a:cubicBezTo>
                    <a:cubicBezTo>
                      <a:pt x="7" y="8"/>
                      <a:pt x="6" y="8"/>
                      <a:pt x="6" y="9"/>
                    </a:cubicBezTo>
                    <a:cubicBezTo>
                      <a:pt x="5" y="9"/>
                      <a:pt x="5" y="10"/>
                      <a:pt x="5" y="10"/>
                    </a:cubicBezTo>
                    <a:cubicBezTo>
                      <a:pt x="5" y="11"/>
                      <a:pt x="6" y="11"/>
                      <a:pt x="6" y="12"/>
                    </a:cubicBezTo>
                    <a:cubicBezTo>
                      <a:pt x="7" y="12"/>
                      <a:pt x="7" y="12"/>
                      <a:pt x="8" y="12"/>
                    </a:cubicBezTo>
                    <a:cubicBezTo>
                      <a:pt x="28" y="10"/>
                      <a:pt x="28" y="10"/>
                      <a:pt x="28" y="10"/>
                    </a:cubicBezTo>
                    <a:cubicBezTo>
                      <a:pt x="28" y="16"/>
                      <a:pt x="28" y="16"/>
                      <a:pt x="28" y="16"/>
                    </a:cubicBezTo>
                    <a:cubicBezTo>
                      <a:pt x="10" y="18"/>
                      <a:pt x="10" y="18"/>
                      <a:pt x="10" y="18"/>
                    </a:cubicBezTo>
                    <a:cubicBezTo>
                      <a:pt x="7" y="18"/>
                      <a:pt x="5" y="18"/>
                      <a:pt x="3" y="16"/>
                    </a:cubicBezTo>
                    <a:cubicBezTo>
                      <a:pt x="2" y="15"/>
                      <a:pt x="1" y="13"/>
                      <a:pt x="1" y="11"/>
                    </a:cubicBezTo>
                    <a:cubicBezTo>
                      <a:pt x="0" y="8"/>
                      <a:pt x="1" y="6"/>
                      <a:pt x="2" y="5"/>
                    </a:cubicBezTo>
                    <a:cubicBezTo>
                      <a:pt x="3" y="3"/>
                      <a:pt x="5" y="2"/>
                      <a:pt x="8" y="2"/>
                    </a:cubicBezTo>
                    <a:cubicBezTo>
                      <a:pt x="27" y="0"/>
                      <a:pt x="27" y="0"/>
                      <a:pt x="27" y="0"/>
                    </a:cubicBezTo>
                    <a:cubicBezTo>
                      <a:pt x="27" y="6"/>
                      <a:pt x="27" y="6"/>
                      <a:pt x="2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8" name="Freeform 18"/>
              <p:cNvSpPr>
                <a:spLocks noEditPoints="1"/>
              </p:cNvSpPr>
              <p:nvPr/>
            </p:nvSpPr>
            <p:spPr bwMode="auto">
              <a:xfrm>
                <a:off x="3851276" y="1292225"/>
                <a:ext cx="1435100" cy="1433513"/>
              </a:xfrm>
              <a:custGeom>
                <a:avLst/>
                <a:gdLst>
                  <a:gd name="T0" fmla="*/ 191 w 381"/>
                  <a:gd name="T1" fmla="*/ 0 h 381"/>
                  <a:gd name="T2" fmla="*/ 381 w 381"/>
                  <a:gd name="T3" fmla="*/ 191 h 381"/>
                  <a:gd name="T4" fmla="*/ 191 w 381"/>
                  <a:gd name="T5" fmla="*/ 381 h 381"/>
                  <a:gd name="T6" fmla="*/ 0 w 381"/>
                  <a:gd name="T7" fmla="*/ 191 h 381"/>
                  <a:gd name="T8" fmla="*/ 191 w 381"/>
                  <a:gd name="T9" fmla="*/ 0 h 381"/>
                  <a:gd name="T10" fmla="*/ 191 w 381"/>
                  <a:gd name="T11" fmla="*/ 17 h 381"/>
                  <a:gd name="T12" fmla="*/ 365 w 381"/>
                  <a:gd name="T13" fmla="*/ 191 h 381"/>
                  <a:gd name="T14" fmla="*/ 191 w 381"/>
                  <a:gd name="T15" fmla="*/ 365 h 381"/>
                  <a:gd name="T16" fmla="*/ 16 w 381"/>
                  <a:gd name="T17" fmla="*/ 191 h 381"/>
                  <a:gd name="T18" fmla="*/ 191 w 381"/>
                  <a:gd name="T19" fmla="*/ 17 h 381"/>
                  <a:gd name="T20" fmla="*/ 191 w 381"/>
                  <a:gd name="T21" fmla="*/ 21 h 381"/>
                  <a:gd name="T22" fmla="*/ 361 w 381"/>
                  <a:gd name="T23" fmla="*/ 191 h 381"/>
                  <a:gd name="T24" fmla="*/ 191 w 381"/>
                  <a:gd name="T25" fmla="*/ 361 h 381"/>
                  <a:gd name="T26" fmla="*/ 20 w 381"/>
                  <a:gd name="T27" fmla="*/ 191 h 381"/>
                  <a:gd name="T28" fmla="*/ 191 w 381"/>
                  <a:gd name="T29" fmla="*/ 21 h 381"/>
                  <a:gd name="T30" fmla="*/ 191 w 381"/>
                  <a:gd name="T31" fmla="*/ 73 h 381"/>
                  <a:gd name="T32" fmla="*/ 309 w 381"/>
                  <a:gd name="T33" fmla="*/ 191 h 381"/>
                  <a:gd name="T34" fmla="*/ 191 w 381"/>
                  <a:gd name="T35" fmla="*/ 309 h 381"/>
                  <a:gd name="T36" fmla="*/ 72 w 381"/>
                  <a:gd name="T37" fmla="*/ 191 h 381"/>
                  <a:gd name="T38" fmla="*/ 191 w 381"/>
                  <a:gd name="T39" fmla="*/ 73 h 381"/>
                  <a:gd name="T40" fmla="*/ 191 w 381"/>
                  <a:gd name="T41" fmla="*/ 76 h 381"/>
                  <a:gd name="T42" fmla="*/ 305 w 381"/>
                  <a:gd name="T43" fmla="*/ 191 h 381"/>
                  <a:gd name="T44" fmla="*/ 191 w 381"/>
                  <a:gd name="T45" fmla="*/ 306 h 381"/>
                  <a:gd name="T46" fmla="*/ 76 w 381"/>
                  <a:gd name="T47" fmla="*/ 191 h 381"/>
                  <a:gd name="T48" fmla="*/ 191 w 381"/>
                  <a:gd name="T49" fmla="*/ 76 h 381"/>
                  <a:gd name="T50" fmla="*/ 191 w 381"/>
                  <a:gd name="T51" fmla="*/ 9 h 381"/>
                  <a:gd name="T52" fmla="*/ 372 w 381"/>
                  <a:gd name="T53" fmla="*/ 191 h 381"/>
                  <a:gd name="T54" fmla="*/ 191 w 381"/>
                  <a:gd name="T55" fmla="*/ 373 h 381"/>
                  <a:gd name="T56" fmla="*/ 9 w 381"/>
                  <a:gd name="T57" fmla="*/ 191 h 381"/>
                  <a:gd name="T58" fmla="*/ 191 w 381"/>
                  <a:gd name="T59" fmla="*/ 9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81" h="381">
                    <a:moveTo>
                      <a:pt x="191" y="0"/>
                    </a:moveTo>
                    <a:cubicBezTo>
                      <a:pt x="296" y="0"/>
                      <a:pt x="381" y="86"/>
                      <a:pt x="381" y="191"/>
                    </a:cubicBezTo>
                    <a:cubicBezTo>
                      <a:pt x="381" y="296"/>
                      <a:pt x="296" y="381"/>
                      <a:pt x="191" y="381"/>
                    </a:cubicBezTo>
                    <a:cubicBezTo>
                      <a:pt x="86" y="381"/>
                      <a:pt x="0" y="296"/>
                      <a:pt x="0" y="191"/>
                    </a:cubicBezTo>
                    <a:cubicBezTo>
                      <a:pt x="0" y="86"/>
                      <a:pt x="86" y="0"/>
                      <a:pt x="191" y="0"/>
                    </a:cubicBezTo>
                    <a:close/>
                    <a:moveTo>
                      <a:pt x="191" y="17"/>
                    </a:moveTo>
                    <a:cubicBezTo>
                      <a:pt x="286" y="17"/>
                      <a:pt x="365" y="95"/>
                      <a:pt x="365" y="191"/>
                    </a:cubicBezTo>
                    <a:cubicBezTo>
                      <a:pt x="365" y="287"/>
                      <a:pt x="286" y="365"/>
                      <a:pt x="191" y="365"/>
                    </a:cubicBezTo>
                    <a:cubicBezTo>
                      <a:pt x="95" y="365"/>
                      <a:pt x="16" y="287"/>
                      <a:pt x="16" y="191"/>
                    </a:cubicBezTo>
                    <a:cubicBezTo>
                      <a:pt x="16" y="95"/>
                      <a:pt x="95" y="17"/>
                      <a:pt x="191" y="17"/>
                    </a:cubicBezTo>
                    <a:close/>
                    <a:moveTo>
                      <a:pt x="191" y="21"/>
                    </a:moveTo>
                    <a:cubicBezTo>
                      <a:pt x="284" y="21"/>
                      <a:pt x="361" y="97"/>
                      <a:pt x="361" y="191"/>
                    </a:cubicBezTo>
                    <a:cubicBezTo>
                      <a:pt x="361" y="285"/>
                      <a:pt x="284" y="361"/>
                      <a:pt x="191" y="361"/>
                    </a:cubicBezTo>
                    <a:cubicBezTo>
                      <a:pt x="97" y="361"/>
                      <a:pt x="20" y="285"/>
                      <a:pt x="20" y="191"/>
                    </a:cubicBezTo>
                    <a:cubicBezTo>
                      <a:pt x="20" y="97"/>
                      <a:pt x="97" y="21"/>
                      <a:pt x="191" y="21"/>
                    </a:cubicBezTo>
                    <a:close/>
                    <a:moveTo>
                      <a:pt x="191" y="73"/>
                    </a:moveTo>
                    <a:cubicBezTo>
                      <a:pt x="256" y="73"/>
                      <a:pt x="309" y="126"/>
                      <a:pt x="309" y="191"/>
                    </a:cubicBezTo>
                    <a:cubicBezTo>
                      <a:pt x="309" y="256"/>
                      <a:pt x="256" y="309"/>
                      <a:pt x="191" y="309"/>
                    </a:cubicBezTo>
                    <a:cubicBezTo>
                      <a:pt x="126" y="309"/>
                      <a:pt x="72" y="256"/>
                      <a:pt x="72" y="191"/>
                    </a:cubicBezTo>
                    <a:cubicBezTo>
                      <a:pt x="72" y="126"/>
                      <a:pt x="126" y="73"/>
                      <a:pt x="191" y="73"/>
                    </a:cubicBezTo>
                    <a:close/>
                    <a:moveTo>
                      <a:pt x="191" y="76"/>
                    </a:moveTo>
                    <a:cubicBezTo>
                      <a:pt x="254" y="76"/>
                      <a:pt x="305" y="128"/>
                      <a:pt x="305" y="191"/>
                    </a:cubicBezTo>
                    <a:cubicBezTo>
                      <a:pt x="305" y="254"/>
                      <a:pt x="254" y="306"/>
                      <a:pt x="191" y="306"/>
                    </a:cubicBezTo>
                    <a:cubicBezTo>
                      <a:pt x="127" y="306"/>
                      <a:pt x="76" y="254"/>
                      <a:pt x="76" y="191"/>
                    </a:cubicBezTo>
                    <a:cubicBezTo>
                      <a:pt x="76" y="128"/>
                      <a:pt x="127" y="76"/>
                      <a:pt x="191" y="76"/>
                    </a:cubicBezTo>
                    <a:close/>
                    <a:moveTo>
                      <a:pt x="191" y="9"/>
                    </a:moveTo>
                    <a:cubicBezTo>
                      <a:pt x="291" y="9"/>
                      <a:pt x="372" y="91"/>
                      <a:pt x="372" y="191"/>
                    </a:cubicBezTo>
                    <a:cubicBezTo>
                      <a:pt x="372" y="291"/>
                      <a:pt x="291" y="373"/>
                      <a:pt x="191" y="373"/>
                    </a:cubicBezTo>
                    <a:cubicBezTo>
                      <a:pt x="90" y="373"/>
                      <a:pt x="9" y="291"/>
                      <a:pt x="9" y="191"/>
                    </a:cubicBezTo>
                    <a:cubicBezTo>
                      <a:pt x="9" y="91"/>
                      <a:pt x="90" y="9"/>
                      <a:pt x="19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9" name="Freeform 19"/>
              <p:cNvSpPr>
                <a:spLocks noEditPoints="1"/>
              </p:cNvSpPr>
              <p:nvPr/>
            </p:nvSpPr>
            <p:spPr bwMode="auto">
              <a:xfrm>
                <a:off x="4416426" y="1778000"/>
                <a:ext cx="304800" cy="225425"/>
              </a:xfrm>
              <a:custGeom>
                <a:avLst/>
                <a:gdLst>
                  <a:gd name="T0" fmla="*/ 70 w 81"/>
                  <a:gd name="T1" fmla="*/ 19 h 60"/>
                  <a:gd name="T2" fmla="*/ 79 w 81"/>
                  <a:gd name="T3" fmla="*/ 14 h 60"/>
                  <a:gd name="T4" fmla="*/ 61 w 81"/>
                  <a:gd name="T5" fmla="*/ 19 h 60"/>
                  <a:gd name="T6" fmla="*/ 46 w 81"/>
                  <a:gd name="T7" fmla="*/ 34 h 60"/>
                  <a:gd name="T8" fmla="*/ 49 w 81"/>
                  <a:gd name="T9" fmla="*/ 37 h 60"/>
                  <a:gd name="T10" fmla="*/ 51 w 81"/>
                  <a:gd name="T11" fmla="*/ 43 h 60"/>
                  <a:gd name="T12" fmla="*/ 30 w 81"/>
                  <a:gd name="T13" fmla="*/ 43 h 60"/>
                  <a:gd name="T14" fmla="*/ 25 w 81"/>
                  <a:gd name="T15" fmla="*/ 41 h 60"/>
                  <a:gd name="T16" fmla="*/ 33 w 81"/>
                  <a:gd name="T17" fmla="*/ 36 h 60"/>
                  <a:gd name="T18" fmla="*/ 35 w 81"/>
                  <a:gd name="T19" fmla="*/ 30 h 60"/>
                  <a:gd name="T20" fmla="*/ 55 w 81"/>
                  <a:gd name="T21" fmla="*/ 35 h 60"/>
                  <a:gd name="T22" fmla="*/ 21 w 81"/>
                  <a:gd name="T23" fmla="*/ 39 h 60"/>
                  <a:gd name="T24" fmla="*/ 27 w 81"/>
                  <a:gd name="T25" fmla="*/ 34 h 60"/>
                  <a:gd name="T26" fmla="*/ 55 w 81"/>
                  <a:gd name="T27" fmla="*/ 50 h 60"/>
                  <a:gd name="T28" fmla="*/ 52 w 81"/>
                  <a:gd name="T29" fmla="*/ 59 h 60"/>
                  <a:gd name="T30" fmla="*/ 29 w 81"/>
                  <a:gd name="T31" fmla="*/ 43 h 60"/>
                  <a:gd name="T32" fmla="*/ 25 w 81"/>
                  <a:gd name="T33" fmla="*/ 53 h 60"/>
                  <a:gd name="T34" fmla="*/ 20 w 81"/>
                  <a:gd name="T35" fmla="*/ 46 h 60"/>
                  <a:gd name="T36" fmla="*/ 18 w 81"/>
                  <a:gd name="T37" fmla="*/ 52 h 60"/>
                  <a:gd name="T38" fmla="*/ 13 w 81"/>
                  <a:gd name="T39" fmla="*/ 59 h 60"/>
                  <a:gd name="T40" fmla="*/ 13 w 81"/>
                  <a:gd name="T41" fmla="*/ 41 h 60"/>
                  <a:gd name="T42" fmla="*/ 25 w 81"/>
                  <a:gd name="T43" fmla="*/ 29 h 60"/>
                  <a:gd name="T44" fmla="*/ 6 w 81"/>
                  <a:gd name="T45" fmla="*/ 35 h 60"/>
                  <a:gd name="T46" fmla="*/ 79 w 81"/>
                  <a:gd name="T47" fmla="*/ 29 h 60"/>
                  <a:gd name="T48" fmla="*/ 64 w 81"/>
                  <a:gd name="T49" fmla="*/ 35 h 60"/>
                  <a:gd name="T50" fmla="*/ 12 w 81"/>
                  <a:gd name="T51" fmla="*/ 24 h 60"/>
                  <a:gd name="T52" fmla="*/ 30 w 81"/>
                  <a:gd name="T53" fmla="*/ 28 h 60"/>
                  <a:gd name="T54" fmla="*/ 41 w 81"/>
                  <a:gd name="T55" fmla="*/ 28 h 60"/>
                  <a:gd name="T56" fmla="*/ 51 w 81"/>
                  <a:gd name="T57" fmla="*/ 28 h 60"/>
                  <a:gd name="T58" fmla="*/ 69 w 81"/>
                  <a:gd name="T59" fmla="*/ 24 h 60"/>
                  <a:gd name="T60" fmla="*/ 69 w 81"/>
                  <a:gd name="T61" fmla="*/ 59 h 60"/>
                  <a:gd name="T62" fmla="*/ 52 w 81"/>
                  <a:gd name="T63" fmla="*/ 60 h 60"/>
                  <a:gd name="T64" fmla="*/ 25 w 81"/>
                  <a:gd name="T65" fmla="*/ 60 h 60"/>
                  <a:gd name="T66" fmla="*/ 0 w 81"/>
                  <a:gd name="T67" fmla="*/ 35 h 60"/>
                  <a:gd name="T68" fmla="*/ 6 w 81"/>
                  <a:gd name="T69" fmla="*/ 18 h 60"/>
                  <a:gd name="T70" fmla="*/ 15 w 81"/>
                  <a:gd name="T71" fmla="*/ 12 h 60"/>
                  <a:gd name="T72" fmla="*/ 23 w 81"/>
                  <a:gd name="T73" fmla="*/ 0 h 60"/>
                  <a:gd name="T74" fmla="*/ 32 w 81"/>
                  <a:gd name="T75" fmla="*/ 6 h 60"/>
                  <a:gd name="T76" fmla="*/ 39 w 81"/>
                  <a:gd name="T77" fmla="*/ 6 h 60"/>
                  <a:gd name="T78" fmla="*/ 48 w 81"/>
                  <a:gd name="T79" fmla="*/ 1 h 60"/>
                  <a:gd name="T80" fmla="*/ 58 w 81"/>
                  <a:gd name="T81" fmla="*/ 0 h 60"/>
                  <a:gd name="T82" fmla="*/ 66 w 81"/>
                  <a:gd name="T83" fmla="*/ 18 h 60"/>
                  <a:gd name="T84" fmla="*/ 72 w 81"/>
                  <a:gd name="T85" fmla="*/ 18 h 60"/>
                  <a:gd name="T86" fmla="*/ 81 w 81"/>
                  <a:gd name="T87" fmla="*/ 14 h 60"/>
                  <a:gd name="T88" fmla="*/ 23 w 81"/>
                  <a:gd name="T89" fmla="*/ 14 h 60"/>
                  <a:gd name="T90" fmla="*/ 14 w 81"/>
                  <a:gd name="T91" fmla="*/ 18 h 60"/>
                  <a:gd name="T92" fmla="*/ 5 w 81"/>
                  <a:gd name="T93" fmla="*/ 19 h 60"/>
                  <a:gd name="T94" fmla="*/ 23 w 81"/>
                  <a:gd name="T95" fmla="*/ 18 h 60"/>
                  <a:gd name="T96" fmla="*/ 36 w 81"/>
                  <a:gd name="T97" fmla="*/ 22 h 60"/>
                  <a:gd name="T98" fmla="*/ 49 w 81"/>
                  <a:gd name="T99" fmla="*/ 18 h 60"/>
                  <a:gd name="T100" fmla="*/ 57 w 81"/>
                  <a:gd name="T101" fmla="*/ 59 h 60"/>
                  <a:gd name="T102" fmla="*/ 24 w 81"/>
                  <a:gd name="T103" fmla="*/ 1 h 60"/>
                  <a:gd name="T104" fmla="*/ 37 w 81"/>
                  <a:gd name="T105" fmla="*/ 1 h 60"/>
                  <a:gd name="T106" fmla="*/ 47 w 81"/>
                  <a:gd name="T107" fmla="*/ 6 h 60"/>
                  <a:gd name="T108" fmla="*/ 24 w 81"/>
                  <a:gd name="T109" fmla="*/ 10 h 60"/>
                  <a:gd name="T110" fmla="*/ 41 w 81"/>
                  <a:gd name="T111" fmla="*/ 16 h 60"/>
                  <a:gd name="T112" fmla="*/ 51 w 81"/>
                  <a:gd name="T113" fmla="*/ 16 h 60"/>
                  <a:gd name="T114" fmla="*/ 65 w 81"/>
                  <a:gd name="T115" fmla="*/ 45 h 60"/>
                  <a:gd name="T116" fmla="*/ 57 w 81"/>
                  <a:gd name="T117" fmla="*/ 4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1" h="60">
                    <a:moveTo>
                      <a:pt x="63" y="19"/>
                    </a:moveTo>
                    <a:cubicBezTo>
                      <a:pt x="66" y="19"/>
                      <a:pt x="66" y="19"/>
                      <a:pt x="66" y="19"/>
                    </a:cubicBezTo>
                    <a:cubicBezTo>
                      <a:pt x="66" y="19"/>
                      <a:pt x="66" y="19"/>
                      <a:pt x="66" y="19"/>
                    </a:cubicBezTo>
                    <a:cubicBezTo>
                      <a:pt x="67" y="19"/>
                      <a:pt x="67" y="19"/>
                      <a:pt x="67" y="19"/>
                    </a:cubicBezTo>
                    <a:cubicBezTo>
                      <a:pt x="67" y="19"/>
                      <a:pt x="67" y="19"/>
                      <a:pt x="67" y="19"/>
                    </a:cubicBezTo>
                    <a:cubicBezTo>
                      <a:pt x="67" y="18"/>
                      <a:pt x="67" y="18"/>
                      <a:pt x="67" y="18"/>
                    </a:cubicBezTo>
                    <a:cubicBezTo>
                      <a:pt x="67" y="14"/>
                      <a:pt x="67" y="14"/>
                      <a:pt x="67" y="14"/>
                    </a:cubicBezTo>
                    <a:cubicBezTo>
                      <a:pt x="70" y="14"/>
                      <a:pt x="70" y="14"/>
                      <a:pt x="70" y="14"/>
                    </a:cubicBezTo>
                    <a:cubicBezTo>
                      <a:pt x="70" y="19"/>
                      <a:pt x="70" y="19"/>
                      <a:pt x="70" y="19"/>
                    </a:cubicBezTo>
                    <a:cubicBezTo>
                      <a:pt x="72" y="19"/>
                      <a:pt x="72" y="19"/>
                      <a:pt x="72" y="19"/>
                    </a:cubicBezTo>
                    <a:cubicBezTo>
                      <a:pt x="72" y="19"/>
                      <a:pt x="72" y="19"/>
                      <a:pt x="72" y="19"/>
                    </a:cubicBezTo>
                    <a:cubicBezTo>
                      <a:pt x="75" y="19"/>
                      <a:pt x="75" y="19"/>
                      <a:pt x="75" y="19"/>
                    </a:cubicBezTo>
                    <a:cubicBezTo>
                      <a:pt x="75" y="19"/>
                      <a:pt x="75" y="19"/>
                      <a:pt x="75" y="19"/>
                    </a:cubicBezTo>
                    <a:cubicBezTo>
                      <a:pt x="76" y="19"/>
                      <a:pt x="76" y="19"/>
                      <a:pt x="76" y="19"/>
                    </a:cubicBezTo>
                    <a:cubicBezTo>
                      <a:pt x="76" y="19"/>
                      <a:pt x="76" y="19"/>
                      <a:pt x="76" y="19"/>
                    </a:cubicBezTo>
                    <a:cubicBezTo>
                      <a:pt x="76" y="18"/>
                      <a:pt x="76" y="18"/>
                      <a:pt x="76" y="18"/>
                    </a:cubicBezTo>
                    <a:cubicBezTo>
                      <a:pt x="76" y="14"/>
                      <a:pt x="76" y="14"/>
                      <a:pt x="76" y="14"/>
                    </a:cubicBezTo>
                    <a:cubicBezTo>
                      <a:pt x="79" y="14"/>
                      <a:pt x="79" y="14"/>
                      <a:pt x="79" y="14"/>
                    </a:cubicBezTo>
                    <a:cubicBezTo>
                      <a:pt x="79" y="22"/>
                      <a:pt x="79" y="22"/>
                      <a:pt x="79" y="22"/>
                    </a:cubicBezTo>
                    <a:cubicBezTo>
                      <a:pt x="56" y="22"/>
                      <a:pt x="56" y="22"/>
                      <a:pt x="56" y="22"/>
                    </a:cubicBezTo>
                    <a:cubicBezTo>
                      <a:pt x="56" y="18"/>
                      <a:pt x="56" y="18"/>
                      <a:pt x="56" y="18"/>
                    </a:cubicBezTo>
                    <a:cubicBezTo>
                      <a:pt x="57" y="18"/>
                      <a:pt x="57" y="18"/>
                      <a:pt x="57" y="18"/>
                    </a:cubicBezTo>
                    <a:cubicBezTo>
                      <a:pt x="57" y="18"/>
                      <a:pt x="57" y="18"/>
                      <a:pt x="57" y="18"/>
                    </a:cubicBezTo>
                    <a:cubicBezTo>
                      <a:pt x="58" y="18"/>
                      <a:pt x="58" y="18"/>
                      <a:pt x="58" y="18"/>
                    </a:cubicBezTo>
                    <a:cubicBezTo>
                      <a:pt x="58" y="14"/>
                      <a:pt x="58" y="14"/>
                      <a:pt x="58" y="14"/>
                    </a:cubicBezTo>
                    <a:cubicBezTo>
                      <a:pt x="61" y="14"/>
                      <a:pt x="61" y="14"/>
                      <a:pt x="61" y="14"/>
                    </a:cubicBezTo>
                    <a:cubicBezTo>
                      <a:pt x="61" y="19"/>
                      <a:pt x="61" y="19"/>
                      <a:pt x="61" y="19"/>
                    </a:cubicBezTo>
                    <a:cubicBezTo>
                      <a:pt x="63" y="19"/>
                      <a:pt x="63" y="19"/>
                      <a:pt x="63" y="19"/>
                    </a:cubicBezTo>
                    <a:cubicBezTo>
                      <a:pt x="63" y="19"/>
                      <a:pt x="63" y="19"/>
                      <a:pt x="63" y="19"/>
                    </a:cubicBezTo>
                    <a:close/>
                    <a:moveTo>
                      <a:pt x="41" y="33"/>
                    </a:moveTo>
                    <a:cubicBezTo>
                      <a:pt x="42" y="33"/>
                      <a:pt x="43" y="33"/>
                      <a:pt x="44" y="33"/>
                    </a:cubicBezTo>
                    <a:cubicBezTo>
                      <a:pt x="45" y="30"/>
                      <a:pt x="45" y="30"/>
                      <a:pt x="45" y="30"/>
                    </a:cubicBezTo>
                    <a:cubicBezTo>
                      <a:pt x="44" y="30"/>
                      <a:pt x="43" y="29"/>
                      <a:pt x="41" y="29"/>
                    </a:cubicBezTo>
                    <a:cubicBezTo>
                      <a:pt x="41" y="29"/>
                      <a:pt x="41" y="29"/>
                      <a:pt x="41" y="29"/>
                    </a:cubicBezTo>
                    <a:cubicBezTo>
                      <a:pt x="41" y="33"/>
                      <a:pt x="41" y="33"/>
                      <a:pt x="41" y="33"/>
                    </a:cubicBezTo>
                    <a:close/>
                    <a:moveTo>
                      <a:pt x="46" y="34"/>
                    </a:moveTo>
                    <a:cubicBezTo>
                      <a:pt x="46" y="34"/>
                      <a:pt x="47" y="35"/>
                      <a:pt x="48" y="36"/>
                    </a:cubicBezTo>
                    <a:cubicBezTo>
                      <a:pt x="51" y="33"/>
                      <a:pt x="51" y="33"/>
                      <a:pt x="51" y="33"/>
                    </a:cubicBezTo>
                    <a:cubicBezTo>
                      <a:pt x="49" y="32"/>
                      <a:pt x="48" y="31"/>
                      <a:pt x="47" y="31"/>
                    </a:cubicBezTo>
                    <a:cubicBezTo>
                      <a:pt x="46" y="34"/>
                      <a:pt x="46" y="34"/>
                      <a:pt x="46" y="34"/>
                    </a:cubicBezTo>
                    <a:close/>
                    <a:moveTo>
                      <a:pt x="49" y="37"/>
                    </a:moveTo>
                    <a:cubicBezTo>
                      <a:pt x="50" y="37"/>
                      <a:pt x="50" y="38"/>
                      <a:pt x="50" y="38"/>
                    </a:cubicBezTo>
                    <a:cubicBezTo>
                      <a:pt x="54" y="37"/>
                      <a:pt x="54" y="37"/>
                      <a:pt x="54" y="37"/>
                    </a:cubicBezTo>
                    <a:cubicBezTo>
                      <a:pt x="53" y="36"/>
                      <a:pt x="53" y="35"/>
                      <a:pt x="52" y="34"/>
                    </a:cubicBezTo>
                    <a:cubicBezTo>
                      <a:pt x="49" y="37"/>
                      <a:pt x="49" y="37"/>
                      <a:pt x="49" y="37"/>
                    </a:cubicBezTo>
                    <a:close/>
                    <a:moveTo>
                      <a:pt x="51" y="40"/>
                    </a:moveTo>
                    <a:cubicBezTo>
                      <a:pt x="51" y="40"/>
                      <a:pt x="52" y="41"/>
                      <a:pt x="52" y="42"/>
                    </a:cubicBezTo>
                    <a:cubicBezTo>
                      <a:pt x="55" y="42"/>
                      <a:pt x="55" y="42"/>
                      <a:pt x="55" y="42"/>
                    </a:cubicBezTo>
                    <a:cubicBezTo>
                      <a:pt x="55" y="40"/>
                      <a:pt x="55" y="40"/>
                      <a:pt x="55" y="40"/>
                    </a:cubicBezTo>
                    <a:cubicBezTo>
                      <a:pt x="55" y="40"/>
                      <a:pt x="55" y="40"/>
                      <a:pt x="55" y="40"/>
                    </a:cubicBezTo>
                    <a:cubicBezTo>
                      <a:pt x="55" y="40"/>
                      <a:pt x="55" y="39"/>
                      <a:pt x="55" y="39"/>
                    </a:cubicBezTo>
                    <a:cubicBezTo>
                      <a:pt x="51" y="40"/>
                      <a:pt x="51" y="40"/>
                      <a:pt x="51" y="40"/>
                    </a:cubicBezTo>
                    <a:close/>
                    <a:moveTo>
                      <a:pt x="51" y="43"/>
                    </a:moveTo>
                    <a:cubicBezTo>
                      <a:pt x="51" y="43"/>
                      <a:pt x="51" y="43"/>
                      <a:pt x="51" y="43"/>
                    </a:cubicBezTo>
                    <a:cubicBezTo>
                      <a:pt x="50" y="42"/>
                      <a:pt x="50" y="41"/>
                      <a:pt x="50" y="40"/>
                    </a:cubicBezTo>
                    <a:cubicBezTo>
                      <a:pt x="50" y="40"/>
                      <a:pt x="50" y="40"/>
                      <a:pt x="50" y="40"/>
                    </a:cubicBezTo>
                    <a:cubicBezTo>
                      <a:pt x="50" y="40"/>
                      <a:pt x="50" y="40"/>
                      <a:pt x="50" y="40"/>
                    </a:cubicBezTo>
                    <a:cubicBezTo>
                      <a:pt x="49" y="39"/>
                      <a:pt x="48" y="38"/>
                      <a:pt x="47" y="37"/>
                    </a:cubicBezTo>
                    <a:cubicBezTo>
                      <a:pt x="47" y="37"/>
                      <a:pt x="47" y="37"/>
                      <a:pt x="47" y="37"/>
                    </a:cubicBezTo>
                    <a:cubicBezTo>
                      <a:pt x="47" y="37"/>
                      <a:pt x="47" y="37"/>
                      <a:pt x="47" y="37"/>
                    </a:cubicBezTo>
                    <a:cubicBezTo>
                      <a:pt x="45" y="35"/>
                      <a:pt x="43" y="34"/>
                      <a:pt x="40" y="34"/>
                    </a:cubicBezTo>
                    <a:cubicBezTo>
                      <a:pt x="35" y="34"/>
                      <a:pt x="31" y="38"/>
                      <a:pt x="30" y="43"/>
                    </a:cubicBezTo>
                    <a:cubicBezTo>
                      <a:pt x="30" y="43"/>
                      <a:pt x="30" y="43"/>
                      <a:pt x="30" y="43"/>
                    </a:cubicBezTo>
                    <a:cubicBezTo>
                      <a:pt x="30" y="59"/>
                      <a:pt x="30" y="59"/>
                      <a:pt x="30" y="59"/>
                    </a:cubicBezTo>
                    <a:cubicBezTo>
                      <a:pt x="51" y="59"/>
                      <a:pt x="51" y="59"/>
                      <a:pt x="51" y="59"/>
                    </a:cubicBezTo>
                    <a:cubicBezTo>
                      <a:pt x="51" y="43"/>
                      <a:pt x="51" y="43"/>
                      <a:pt x="51" y="43"/>
                    </a:cubicBezTo>
                    <a:close/>
                    <a:moveTo>
                      <a:pt x="29" y="42"/>
                    </a:moveTo>
                    <a:cubicBezTo>
                      <a:pt x="29" y="41"/>
                      <a:pt x="29" y="40"/>
                      <a:pt x="30" y="40"/>
                    </a:cubicBezTo>
                    <a:cubicBezTo>
                      <a:pt x="26" y="39"/>
                      <a:pt x="26" y="39"/>
                      <a:pt x="26" y="39"/>
                    </a:cubicBezTo>
                    <a:cubicBezTo>
                      <a:pt x="26" y="39"/>
                      <a:pt x="26" y="40"/>
                      <a:pt x="25" y="40"/>
                    </a:cubicBezTo>
                    <a:cubicBezTo>
                      <a:pt x="25" y="40"/>
                      <a:pt x="25" y="40"/>
                      <a:pt x="25" y="40"/>
                    </a:cubicBezTo>
                    <a:cubicBezTo>
                      <a:pt x="25" y="41"/>
                      <a:pt x="25" y="41"/>
                      <a:pt x="25" y="41"/>
                    </a:cubicBezTo>
                    <a:cubicBezTo>
                      <a:pt x="25" y="41"/>
                      <a:pt x="25" y="41"/>
                      <a:pt x="25" y="41"/>
                    </a:cubicBezTo>
                    <a:cubicBezTo>
                      <a:pt x="25" y="42"/>
                      <a:pt x="25" y="42"/>
                      <a:pt x="25" y="42"/>
                    </a:cubicBezTo>
                    <a:cubicBezTo>
                      <a:pt x="29" y="42"/>
                      <a:pt x="29" y="42"/>
                      <a:pt x="29" y="42"/>
                    </a:cubicBezTo>
                    <a:close/>
                    <a:moveTo>
                      <a:pt x="30" y="38"/>
                    </a:moveTo>
                    <a:cubicBezTo>
                      <a:pt x="31" y="38"/>
                      <a:pt x="31" y="37"/>
                      <a:pt x="32" y="37"/>
                    </a:cubicBezTo>
                    <a:cubicBezTo>
                      <a:pt x="29" y="34"/>
                      <a:pt x="29" y="34"/>
                      <a:pt x="29" y="34"/>
                    </a:cubicBezTo>
                    <a:cubicBezTo>
                      <a:pt x="28" y="35"/>
                      <a:pt x="27" y="36"/>
                      <a:pt x="27" y="37"/>
                    </a:cubicBezTo>
                    <a:cubicBezTo>
                      <a:pt x="30" y="38"/>
                      <a:pt x="30" y="38"/>
                      <a:pt x="30" y="38"/>
                    </a:cubicBezTo>
                    <a:close/>
                    <a:moveTo>
                      <a:pt x="33" y="36"/>
                    </a:moveTo>
                    <a:cubicBezTo>
                      <a:pt x="33" y="35"/>
                      <a:pt x="34" y="34"/>
                      <a:pt x="35" y="34"/>
                    </a:cubicBezTo>
                    <a:cubicBezTo>
                      <a:pt x="34" y="31"/>
                      <a:pt x="34" y="31"/>
                      <a:pt x="34" y="31"/>
                    </a:cubicBezTo>
                    <a:cubicBezTo>
                      <a:pt x="32" y="31"/>
                      <a:pt x="31" y="32"/>
                      <a:pt x="30" y="33"/>
                    </a:cubicBezTo>
                    <a:cubicBezTo>
                      <a:pt x="33" y="36"/>
                      <a:pt x="33" y="36"/>
                      <a:pt x="33" y="36"/>
                    </a:cubicBezTo>
                    <a:close/>
                    <a:moveTo>
                      <a:pt x="36" y="33"/>
                    </a:moveTo>
                    <a:cubicBezTo>
                      <a:pt x="37" y="33"/>
                      <a:pt x="39" y="33"/>
                      <a:pt x="40" y="33"/>
                    </a:cubicBezTo>
                    <a:cubicBezTo>
                      <a:pt x="40" y="29"/>
                      <a:pt x="40" y="29"/>
                      <a:pt x="40" y="29"/>
                    </a:cubicBezTo>
                    <a:cubicBezTo>
                      <a:pt x="39" y="29"/>
                      <a:pt x="39" y="29"/>
                      <a:pt x="39" y="29"/>
                    </a:cubicBezTo>
                    <a:cubicBezTo>
                      <a:pt x="38" y="29"/>
                      <a:pt x="36" y="30"/>
                      <a:pt x="35" y="30"/>
                    </a:cubicBezTo>
                    <a:cubicBezTo>
                      <a:pt x="36" y="33"/>
                      <a:pt x="36" y="33"/>
                      <a:pt x="36" y="33"/>
                    </a:cubicBezTo>
                    <a:close/>
                    <a:moveTo>
                      <a:pt x="47" y="29"/>
                    </a:moveTo>
                    <a:cubicBezTo>
                      <a:pt x="50" y="30"/>
                      <a:pt x="52" y="32"/>
                      <a:pt x="54" y="34"/>
                    </a:cubicBezTo>
                    <a:cubicBezTo>
                      <a:pt x="54" y="29"/>
                      <a:pt x="54" y="29"/>
                      <a:pt x="54" y="29"/>
                    </a:cubicBezTo>
                    <a:cubicBezTo>
                      <a:pt x="47" y="29"/>
                      <a:pt x="47" y="29"/>
                      <a:pt x="47" y="29"/>
                    </a:cubicBezTo>
                    <a:close/>
                    <a:moveTo>
                      <a:pt x="55" y="35"/>
                    </a:moveTo>
                    <a:cubicBezTo>
                      <a:pt x="55" y="36"/>
                      <a:pt x="55" y="36"/>
                      <a:pt x="55" y="36"/>
                    </a:cubicBezTo>
                    <a:cubicBezTo>
                      <a:pt x="55" y="35"/>
                      <a:pt x="55" y="35"/>
                      <a:pt x="55" y="35"/>
                    </a:cubicBezTo>
                    <a:cubicBezTo>
                      <a:pt x="55" y="35"/>
                      <a:pt x="55" y="35"/>
                      <a:pt x="55" y="35"/>
                    </a:cubicBezTo>
                    <a:close/>
                    <a:moveTo>
                      <a:pt x="55" y="36"/>
                    </a:moveTo>
                    <a:cubicBezTo>
                      <a:pt x="56" y="37"/>
                      <a:pt x="56" y="38"/>
                      <a:pt x="57" y="39"/>
                    </a:cubicBezTo>
                    <a:cubicBezTo>
                      <a:pt x="60" y="39"/>
                      <a:pt x="60" y="39"/>
                      <a:pt x="60" y="39"/>
                    </a:cubicBezTo>
                    <a:cubicBezTo>
                      <a:pt x="60" y="36"/>
                      <a:pt x="60" y="36"/>
                      <a:pt x="60" y="36"/>
                    </a:cubicBezTo>
                    <a:cubicBezTo>
                      <a:pt x="55" y="36"/>
                      <a:pt x="55" y="36"/>
                      <a:pt x="55" y="36"/>
                    </a:cubicBezTo>
                    <a:close/>
                    <a:moveTo>
                      <a:pt x="24" y="39"/>
                    </a:moveTo>
                    <a:cubicBezTo>
                      <a:pt x="24" y="38"/>
                      <a:pt x="25" y="37"/>
                      <a:pt x="26" y="36"/>
                    </a:cubicBezTo>
                    <a:cubicBezTo>
                      <a:pt x="21" y="36"/>
                      <a:pt x="21" y="36"/>
                      <a:pt x="21" y="36"/>
                    </a:cubicBezTo>
                    <a:cubicBezTo>
                      <a:pt x="21" y="39"/>
                      <a:pt x="21" y="39"/>
                      <a:pt x="21" y="39"/>
                    </a:cubicBezTo>
                    <a:cubicBezTo>
                      <a:pt x="24" y="39"/>
                      <a:pt x="24" y="39"/>
                      <a:pt x="24" y="39"/>
                    </a:cubicBezTo>
                    <a:close/>
                    <a:moveTo>
                      <a:pt x="26" y="35"/>
                    </a:moveTo>
                    <a:cubicBezTo>
                      <a:pt x="26" y="35"/>
                      <a:pt x="26" y="35"/>
                      <a:pt x="26" y="35"/>
                    </a:cubicBezTo>
                    <a:cubicBezTo>
                      <a:pt x="26" y="35"/>
                      <a:pt x="26" y="35"/>
                      <a:pt x="26" y="35"/>
                    </a:cubicBezTo>
                    <a:cubicBezTo>
                      <a:pt x="26" y="35"/>
                      <a:pt x="26" y="35"/>
                      <a:pt x="26" y="35"/>
                    </a:cubicBezTo>
                    <a:close/>
                    <a:moveTo>
                      <a:pt x="27" y="34"/>
                    </a:moveTo>
                    <a:cubicBezTo>
                      <a:pt x="29" y="32"/>
                      <a:pt x="31" y="30"/>
                      <a:pt x="33" y="29"/>
                    </a:cubicBezTo>
                    <a:cubicBezTo>
                      <a:pt x="27" y="29"/>
                      <a:pt x="27" y="29"/>
                      <a:pt x="27" y="29"/>
                    </a:cubicBezTo>
                    <a:cubicBezTo>
                      <a:pt x="27" y="34"/>
                      <a:pt x="27" y="34"/>
                      <a:pt x="27" y="34"/>
                    </a:cubicBezTo>
                    <a:close/>
                    <a:moveTo>
                      <a:pt x="55" y="43"/>
                    </a:moveTo>
                    <a:cubicBezTo>
                      <a:pt x="52" y="43"/>
                      <a:pt x="52" y="43"/>
                      <a:pt x="52" y="43"/>
                    </a:cubicBezTo>
                    <a:cubicBezTo>
                      <a:pt x="52" y="46"/>
                      <a:pt x="52" y="46"/>
                      <a:pt x="52" y="46"/>
                    </a:cubicBezTo>
                    <a:cubicBezTo>
                      <a:pt x="55" y="46"/>
                      <a:pt x="55" y="46"/>
                      <a:pt x="55" y="46"/>
                    </a:cubicBezTo>
                    <a:cubicBezTo>
                      <a:pt x="55" y="43"/>
                      <a:pt x="55" y="43"/>
                      <a:pt x="55" y="43"/>
                    </a:cubicBezTo>
                    <a:close/>
                    <a:moveTo>
                      <a:pt x="55" y="48"/>
                    </a:moveTo>
                    <a:cubicBezTo>
                      <a:pt x="52" y="48"/>
                      <a:pt x="52" y="48"/>
                      <a:pt x="52" y="48"/>
                    </a:cubicBezTo>
                    <a:cubicBezTo>
                      <a:pt x="52" y="50"/>
                      <a:pt x="52" y="50"/>
                      <a:pt x="52" y="50"/>
                    </a:cubicBezTo>
                    <a:cubicBezTo>
                      <a:pt x="55" y="50"/>
                      <a:pt x="55" y="50"/>
                      <a:pt x="55" y="50"/>
                    </a:cubicBezTo>
                    <a:cubicBezTo>
                      <a:pt x="55" y="48"/>
                      <a:pt x="55" y="48"/>
                      <a:pt x="55" y="48"/>
                    </a:cubicBezTo>
                    <a:close/>
                    <a:moveTo>
                      <a:pt x="55" y="52"/>
                    </a:moveTo>
                    <a:cubicBezTo>
                      <a:pt x="52" y="52"/>
                      <a:pt x="52" y="52"/>
                      <a:pt x="52" y="52"/>
                    </a:cubicBezTo>
                    <a:cubicBezTo>
                      <a:pt x="52" y="55"/>
                      <a:pt x="52" y="55"/>
                      <a:pt x="52" y="55"/>
                    </a:cubicBezTo>
                    <a:cubicBezTo>
                      <a:pt x="55" y="55"/>
                      <a:pt x="55" y="55"/>
                      <a:pt x="55" y="55"/>
                    </a:cubicBezTo>
                    <a:cubicBezTo>
                      <a:pt x="55" y="52"/>
                      <a:pt x="55" y="52"/>
                      <a:pt x="55" y="52"/>
                    </a:cubicBezTo>
                    <a:close/>
                    <a:moveTo>
                      <a:pt x="55" y="56"/>
                    </a:moveTo>
                    <a:cubicBezTo>
                      <a:pt x="52" y="56"/>
                      <a:pt x="52" y="56"/>
                      <a:pt x="52" y="56"/>
                    </a:cubicBezTo>
                    <a:cubicBezTo>
                      <a:pt x="52" y="59"/>
                      <a:pt x="52" y="59"/>
                      <a:pt x="52" y="59"/>
                    </a:cubicBezTo>
                    <a:cubicBezTo>
                      <a:pt x="55" y="59"/>
                      <a:pt x="55" y="59"/>
                      <a:pt x="55" y="59"/>
                    </a:cubicBezTo>
                    <a:cubicBezTo>
                      <a:pt x="55" y="56"/>
                      <a:pt x="55" y="56"/>
                      <a:pt x="55" y="56"/>
                    </a:cubicBezTo>
                    <a:close/>
                    <a:moveTo>
                      <a:pt x="29" y="43"/>
                    </a:moveTo>
                    <a:cubicBezTo>
                      <a:pt x="25" y="43"/>
                      <a:pt x="25" y="43"/>
                      <a:pt x="25" y="43"/>
                    </a:cubicBezTo>
                    <a:cubicBezTo>
                      <a:pt x="25" y="45"/>
                      <a:pt x="25" y="45"/>
                      <a:pt x="25" y="45"/>
                    </a:cubicBezTo>
                    <a:cubicBezTo>
                      <a:pt x="25" y="45"/>
                      <a:pt x="25" y="45"/>
                      <a:pt x="25" y="45"/>
                    </a:cubicBezTo>
                    <a:cubicBezTo>
                      <a:pt x="25" y="46"/>
                      <a:pt x="25" y="46"/>
                      <a:pt x="25" y="46"/>
                    </a:cubicBezTo>
                    <a:cubicBezTo>
                      <a:pt x="29" y="46"/>
                      <a:pt x="29" y="46"/>
                      <a:pt x="29" y="46"/>
                    </a:cubicBezTo>
                    <a:cubicBezTo>
                      <a:pt x="29" y="43"/>
                      <a:pt x="29" y="43"/>
                      <a:pt x="29" y="43"/>
                    </a:cubicBezTo>
                    <a:close/>
                    <a:moveTo>
                      <a:pt x="29" y="48"/>
                    </a:moveTo>
                    <a:cubicBezTo>
                      <a:pt x="25" y="48"/>
                      <a:pt x="25" y="48"/>
                      <a:pt x="25" y="48"/>
                    </a:cubicBezTo>
                    <a:cubicBezTo>
                      <a:pt x="25" y="50"/>
                      <a:pt x="25" y="50"/>
                      <a:pt x="25" y="50"/>
                    </a:cubicBezTo>
                    <a:cubicBezTo>
                      <a:pt x="29" y="50"/>
                      <a:pt x="29" y="50"/>
                      <a:pt x="29" y="50"/>
                    </a:cubicBezTo>
                    <a:cubicBezTo>
                      <a:pt x="29" y="48"/>
                      <a:pt x="29" y="48"/>
                      <a:pt x="29" y="48"/>
                    </a:cubicBezTo>
                    <a:close/>
                    <a:moveTo>
                      <a:pt x="29" y="52"/>
                    </a:moveTo>
                    <a:cubicBezTo>
                      <a:pt x="25" y="52"/>
                      <a:pt x="25" y="52"/>
                      <a:pt x="25" y="52"/>
                    </a:cubicBezTo>
                    <a:cubicBezTo>
                      <a:pt x="25" y="53"/>
                      <a:pt x="25" y="53"/>
                      <a:pt x="25" y="53"/>
                    </a:cubicBezTo>
                    <a:cubicBezTo>
                      <a:pt x="25" y="53"/>
                      <a:pt x="25" y="53"/>
                      <a:pt x="25" y="53"/>
                    </a:cubicBezTo>
                    <a:cubicBezTo>
                      <a:pt x="25" y="55"/>
                      <a:pt x="25" y="55"/>
                      <a:pt x="25" y="55"/>
                    </a:cubicBezTo>
                    <a:cubicBezTo>
                      <a:pt x="29" y="55"/>
                      <a:pt x="29" y="55"/>
                      <a:pt x="29" y="55"/>
                    </a:cubicBezTo>
                    <a:cubicBezTo>
                      <a:pt x="29" y="52"/>
                      <a:pt x="29" y="52"/>
                      <a:pt x="29" y="52"/>
                    </a:cubicBezTo>
                    <a:close/>
                    <a:moveTo>
                      <a:pt x="29" y="56"/>
                    </a:moveTo>
                    <a:cubicBezTo>
                      <a:pt x="25" y="56"/>
                      <a:pt x="25" y="56"/>
                      <a:pt x="25" y="56"/>
                    </a:cubicBezTo>
                    <a:cubicBezTo>
                      <a:pt x="25" y="59"/>
                      <a:pt x="25" y="59"/>
                      <a:pt x="25" y="59"/>
                    </a:cubicBezTo>
                    <a:cubicBezTo>
                      <a:pt x="29" y="59"/>
                      <a:pt x="29" y="59"/>
                      <a:pt x="29" y="59"/>
                    </a:cubicBezTo>
                    <a:cubicBezTo>
                      <a:pt x="29" y="56"/>
                      <a:pt x="29" y="56"/>
                      <a:pt x="29" y="56"/>
                    </a:cubicBezTo>
                    <a:close/>
                    <a:moveTo>
                      <a:pt x="20" y="46"/>
                    </a:moveTo>
                    <a:cubicBezTo>
                      <a:pt x="20" y="52"/>
                      <a:pt x="20" y="52"/>
                      <a:pt x="20" y="52"/>
                    </a:cubicBezTo>
                    <a:cubicBezTo>
                      <a:pt x="24" y="52"/>
                      <a:pt x="24" y="52"/>
                      <a:pt x="24" y="52"/>
                    </a:cubicBezTo>
                    <a:cubicBezTo>
                      <a:pt x="24" y="46"/>
                      <a:pt x="24" y="46"/>
                      <a:pt x="24" y="46"/>
                    </a:cubicBezTo>
                    <a:cubicBezTo>
                      <a:pt x="20" y="46"/>
                      <a:pt x="20" y="46"/>
                      <a:pt x="20" y="46"/>
                    </a:cubicBezTo>
                    <a:close/>
                    <a:moveTo>
                      <a:pt x="18" y="52"/>
                    </a:moveTo>
                    <a:cubicBezTo>
                      <a:pt x="18" y="46"/>
                      <a:pt x="18" y="46"/>
                      <a:pt x="18" y="46"/>
                    </a:cubicBezTo>
                    <a:cubicBezTo>
                      <a:pt x="13" y="46"/>
                      <a:pt x="13" y="46"/>
                      <a:pt x="13" y="46"/>
                    </a:cubicBezTo>
                    <a:cubicBezTo>
                      <a:pt x="13" y="52"/>
                      <a:pt x="13" y="52"/>
                      <a:pt x="13" y="52"/>
                    </a:cubicBezTo>
                    <a:cubicBezTo>
                      <a:pt x="18" y="52"/>
                      <a:pt x="18" y="52"/>
                      <a:pt x="18" y="52"/>
                    </a:cubicBezTo>
                    <a:close/>
                    <a:moveTo>
                      <a:pt x="17" y="53"/>
                    </a:moveTo>
                    <a:cubicBezTo>
                      <a:pt x="17" y="59"/>
                      <a:pt x="17" y="59"/>
                      <a:pt x="17" y="59"/>
                    </a:cubicBezTo>
                    <a:cubicBezTo>
                      <a:pt x="24" y="59"/>
                      <a:pt x="24" y="59"/>
                      <a:pt x="24" y="59"/>
                    </a:cubicBezTo>
                    <a:cubicBezTo>
                      <a:pt x="24" y="53"/>
                      <a:pt x="24" y="53"/>
                      <a:pt x="24" y="53"/>
                    </a:cubicBezTo>
                    <a:cubicBezTo>
                      <a:pt x="17" y="53"/>
                      <a:pt x="17" y="53"/>
                      <a:pt x="17" y="53"/>
                    </a:cubicBezTo>
                    <a:close/>
                    <a:moveTo>
                      <a:pt x="16" y="59"/>
                    </a:moveTo>
                    <a:cubicBezTo>
                      <a:pt x="16" y="53"/>
                      <a:pt x="16" y="53"/>
                      <a:pt x="16" y="53"/>
                    </a:cubicBezTo>
                    <a:cubicBezTo>
                      <a:pt x="13" y="53"/>
                      <a:pt x="13" y="53"/>
                      <a:pt x="13" y="53"/>
                    </a:cubicBezTo>
                    <a:cubicBezTo>
                      <a:pt x="13" y="59"/>
                      <a:pt x="13" y="59"/>
                      <a:pt x="13" y="59"/>
                    </a:cubicBezTo>
                    <a:cubicBezTo>
                      <a:pt x="16" y="59"/>
                      <a:pt x="16" y="59"/>
                      <a:pt x="16" y="59"/>
                    </a:cubicBezTo>
                    <a:close/>
                    <a:moveTo>
                      <a:pt x="17" y="41"/>
                    </a:moveTo>
                    <a:cubicBezTo>
                      <a:pt x="17" y="45"/>
                      <a:pt x="17" y="45"/>
                      <a:pt x="17" y="45"/>
                    </a:cubicBezTo>
                    <a:cubicBezTo>
                      <a:pt x="24" y="45"/>
                      <a:pt x="24" y="45"/>
                      <a:pt x="24" y="45"/>
                    </a:cubicBezTo>
                    <a:cubicBezTo>
                      <a:pt x="24" y="41"/>
                      <a:pt x="24" y="41"/>
                      <a:pt x="24" y="41"/>
                    </a:cubicBezTo>
                    <a:cubicBezTo>
                      <a:pt x="17" y="41"/>
                      <a:pt x="17" y="41"/>
                      <a:pt x="17" y="41"/>
                    </a:cubicBezTo>
                    <a:close/>
                    <a:moveTo>
                      <a:pt x="16" y="45"/>
                    </a:moveTo>
                    <a:cubicBezTo>
                      <a:pt x="16" y="41"/>
                      <a:pt x="16" y="41"/>
                      <a:pt x="16" y="41"/>
                    </a:cubicBezTo>
                    <a:cubicBezTo>
                      <a:pt x="13" y="41"/>
                      <a:pt x="13" y="41"/>
                      <a:pt x="13" y="41"/>
                    </a:cubicBezTo>
                    <a:cubicBezTo>
                      <a:pt x="13" y="45"/>
                      <a:pt x="13" y="45"/>
                      <a:pt x="13" y="45"/>
                    </a:cubicBezTo>
                    <a:cubicBezTo>
                      <a:pt x="16" y="45"/>
                      <a:pt x="16" y="45"/>
                      <a:pt x="16" y="45"/>
                    </a:cubicBezTo>
                    <a:close/>
                    <a:moveTo>
                      <a:pt x="19" y="39"/>
                    </a:moveTo>
                    <a:cubicBezTo>
                      <a:pt x="19" y="36"/>
                      <a:pt x="19" y="36"/>
                      <a:pt x="19" y="36"/>
                    </a:cubicBezTo>
                    <a:cubicBezTo>
                      <a:pt x="13" y="36"/>
                      <a:pt x="13" y="36"/>
                      <a:pt x="13" y="36"/>
                    </a:cubicBezTo>
                    <a:cubicBezTo>
                      <a:pt x="13" y="39"/>
                      <a:pt x="13" y="39"/>
                      <a:pt x="13" y="39"/>
                    </a:cubicBezTo>
                    <a:cubicBezTo>
                      <a:pt x="19" y="39"/>
                      <a:pt x="19" y="39"/>
                      <a:pt x="19" y="39"/>
                    </a:cubicBezTo>
                    <a:close/>
                    <a:moveTo>
                      <a:pt x="25" y="35"/>
                    </a:moveTo>
                    <a:cubicBezTo>
                      <a:pt x="25" y="29"/>
                      <a:pt x="25" y="29"/>
                      <a:pt x="25" y="29"/>
                    </a:cubicBezTo>
                    <a:cubicBezTo>
                      <a:pt x="17" y="29"/>
                      <a:pt x="17" y="29"/>
                      <a:pt x="17" y="29"/>
                    </a:cubicBezTo>
                    <a:cubicBezTo>
                      <a:pt x="17" y="35"/>
                      <a:pt x="17" y="35"/>
                      <a:pt x="17" y="35"/>
                    </a:cubicBezTo>
                    <a:cubicBezTo>
                      <a:pt x="25" y="35"/>
                      <a:pt x="25" y="35"/>
                      <a:pt x="25" y="35"/>
                    </a:cubicBezTo>
                    <a:close/>
                    <a:moveTo>
                      <a:pt x="16" y="35"/>
                    </a:moveTo>
                    <a:cubicBezTo>
                      <a:pt x="16" y="29"/>
                      <a:pt x="16" y="29"/>
                      <a:pt x="16" y="29"/>
                    </a:cubicBezTo>
                    <a:cubicBezTo>
                      <a:pt x="8" y="29"/>
                      <a:pt x="8" y="29"/>
                      <a:pt x="8" y="29"/>
                    </a:cubicBezTo>
                    <a:cubicBezTo>
                      <a:pt x="8" y="35"/>
                      <a:pt x="8" y="35"/>
                      <a:pt x="8" y="35"/>
                    </a:cubicBezTo>
                    <a:cubicBezTo>
                      <a:pt x="16" y="35"/>
                      <a:pt x="16" y="35"/>
                      <a:pt x="16" y="35"/>
                    </a:cubicBezTo>
                    <a:close/>
                    <a:moveTo>
                      <a:pt x="6" y="35"/>
                    </a:moveTo>
                    <a:cubicBezTo>
                      <a:pt x="6" y="29"/>
                      <a:pt x="6" y="29"/>
                      <a:pt x="6" y="29"/>
                    </a:cubicBezTo>
                    <a:cubicBezTo>
                      <a:pt x="2" y="29"/>
                      <a:pt x="2" y="29"/>
                      <a:pt x="2" y="29"/>
                    </a:cubicBezTo>
                    <a:cubicBezTo>
                      <a:pt x="2" y="35"/>
                      <a:pt x="2" y="35"/>
                      <a:pt x="2" y="35"/>
                    </a:cubicBezTo>
                    <a:cubicBezTo>
                      <a:pt x="6" y="35"/>
                      <a:pt x="6" y="35"/>
                      <a:pt x="6" y="35"/>
                    </a:cubicBezTo>
                    <a:close/>
                    <a:moveTo>
                      <a:pt x="79" y="29"/>
                    </a:moveTo>
                    <a:cubicBezTo>
                      <a:pt x="74" y="29"/>
                      <a:pt x="74" y="29"/>
                      <a:pt x="74" y="29"/>
                    </a:cubicBezTo>
                    <a:cubicBezTo>
                      <a:pt x="74" y="35"/>
                      <a:pt x="74" y="35"/>
                      <a:pt x="74" y="35"/>
                    </a:cubicBezTo>
                    <a:cubicBezTo>
                      <a:pt x="79" y="35"/>
                      <a:pt x="79" y="35"/>
                      <a:pt x="79" y="35"/>
                    </a:cubicBezTo>
                    <a:cubicBezTo>
                      <a:pt x="79" y="29"/>
                      <a:pt x="79" y="29"/>
                      <a:pt x="79" y="29"/>
                    </a:cubicBezTo>
                    <a:close/>
                    <a:moveTo>
                      <a:pt x="73" y="29"/>
                    </a:moveTo>
                    <a:cubicBezTo>
                      <a:pt x="65" y="29"/>
                      <a:pt x="65" y="29"/>
                      <a:pt x="65" y="29"/>
                    </a:cubicBezTo>
                    <a:cubicBezTo>
                      <a:pt x="65" y="35"/>
                      <a:pt x="65" y="35"/>
                      <a:pt x="65" y="35"/>
                    </a:cubicBezTo>
                    <a:cubicBezTo>
                      <a:pt x="73" y="35"/>
                      <a:pt x="73" y="35"/>
                      <a:pt x="73" y="35"/>
                    </a:cubicBezTo>
                    <a:cubicBezTo>
                      <a:pt x="73" y="29"/>
                      <a:pt x="73" y="29"/>
                      <a:pt x="73" y="29"/>
                    </a:cubicBezTo>
                    <a:close/>
                    <a:moveTo>
                      <a:pt x="64" y="29"/>
                    </a:moveTo>
                    <a:cubicBezTo>
                      <a:pt x="55" y="29"/>
                      <a:pt x="55" y="29"/>
                      <a:pt x="55" y="29"/>
                    </a:cubicBezTo>
                    <a:cubicBezTo>
                      <a:pt x="55" y="35"/>
                      <a:pt x="55" y="35"/>
                      <a:pt x="55" y="35"/>
                    </a:cubicBezTo>
                    <a:cubicBezTo>
                      <a:pt x="64" y="35"/>
                      <a:pt x="64" y="35"/>
                      <a:pt x="64" y="35"/>
                    </a:cubicBezTo>
                    <a:cubicBezTo>
                      <a:pt x="64" y="29"/>
                      <a:pt x="64" y="29"/>
                      <a:pt x="64" y="29"/>
                    </a:cubicBezTo>
                    <a:close/>
                    <a:moveTo>
                      <a:pt x="2" y="28"/>
                    </a:moveTo>
                    <a:cubicBezTo>
                      <a:pt x="5" y="28"/>
                      <a:pt x="5" y="28"/>
                      <a:pt x="5" y="28"/>
                    </a:cubicBezTo>
                    <a:cubicBezTo>
                      <a:pt x="5" y="24"/>
                      <a:pt x="5" y="24"/>
                      <a:pt x="5" y="24"/>
                    </a:cubicBezTo>
                    <a:cubicBezTo>
                      <a:pt x="2" y="24"/>
                      <a:pt x="2" y="24"/>
                      <a:pt x="2" y="24"/>
                    </a:cubicBezTo>
                    <a:cubicBezTo>
                      <a:pt x="2" y="28"/>
                      <a:pt x="2" y="28"/>
                      <a:pt x="2" y="28"/>
                    </a:cubicBezTo>
                    <a:close/>
                    <a:moveTo>
                      <a:pt x="6" y="28"/>
                    </a:moveTo>
                    <a:cubicBezTo>
                      <a:pt x="12" y="28"/>
                      <a:pt x="12" y="28"/>
                      <a:pt x="12" y="28"/>
                    </a:cubicBezTo>
                    <a:cubicBezTo>
                      <a:pt x="12" y="24"/>
                      <a:pt x="12" y="24"/>
                      <a:pt x="12" y="24"/>
                    </a:cubicBezTo>
                    <a:cubicBezTo>
                      <a:pt x="6" y="24"/>
                      <a:pt x="6" y="24"/>
                      <a:pt x="6" y="24"/>
                    </a:cubicBezTo>
                    <a:cubicBezTo>
                      <a:pt x="6" y="28"/>
                      <a:pt x="6" y="28"/>
                      <a:pt x="6" y="28"/>
                    </a:cubicBezTo>
                    <a:close/>
                    <a:moveTo>
                      <a:pt x="13" y="28"/>
                    </a:moveTo>
                    <a:cubicBezTo>
                      <a:pt x="18" y="28"/>
                      <a:pt x="18" y="28"/>
                      <a:pt x="18" y="28"/>
                    </a:cubicBezTo>
                    <a:cubicBezTo>
                      <a:pt x="18" y="24"/>
                      <a:pt x="18" y="24"/>
                      <a:pt x="18" y="24"/>
                    </a:cubicBezTo>
                    <a:cubicBezTo>
                      <a:pt x="13" y="24"/>
                      <a:pt x="13" y="24"/>
                      <a:pt x="13" y="24"/>
                    </a:cubicBezTo>
                    <a:cubicBezTo>
                      <a:pt x="13" y="28"/>
                      <a:pt x="13" y="28"/>
                      <a:pt x="13" y="28"/>
                    </a:cubicBezTo>
                    <a:close/>
                    <a:moveTo>
                      <a:pt x="20" y="28"/>
                    </a:moveTo>
                    <a:cubicBezTo>
                      <a:pt x="30" y="28"/>
                      <a:pt x="30" y="28"/>
                      <a:pt x="30" y="28"/>
                    </a:cubicBezTo>
                    <a:cubicBezTo>
                      <a:pt x="30" y="24"/>
                      <a:pt x="30" y="24"/>
                      <a:pt x="30" y="24"/>
                    </a:cubicBezTo>
                    <a:cubicBezTo>
                      <a:pt x="20" y="24"/>
                      <a:pt x="20" y="24"/>
                      <a:pt x="20" y="24"/>
                    </a:cubicBezTo>
                    <a:cubicBezTo>
                      <a:pt x="20" y="28"/>
                      <a:pt x="20" y="28"/>
                      <a:pt x="20" y="28"/>
                    </a:cubicBezTo>
                    <a:close/>
                    <a:moveTo>
                      <a:pt x="31" y="28"/>
                    </a:moveTo>
                    <a:cubicBezTo>
                      <a:pt x="40" y="28"/>
                      <a:pt x="40" y="28"/>
                      <a:pt x="40" y="28"/>
                    </a:cubicBezTo>
                    <a:cubicBezTo>
                      <a:pt x="40" y="24"/>
                      <a:pt x="40" y="24"/>
                      <a:pt x="40" y="24"/>
                    </a:cubicBezTo>
                    <a:cubicBezTo>
                      <a:pt x="31" y="24"/>
                      <a:pt x="31" y="24"/>
                      <a:pt x="31" y="24"/>
                    </a:cubicBezTo>
                    <a:cubicBezTo>
                      <a:pt x="31" y="28"/>
                      <a:pt x="31" y="28"/>
                      <a:pt x="31" y="28"/>
                    </a:cubicBezTo>
                    <a:close/>
                    <a:moveTo>
                      <a:pt x="41" y="28"/>
                    </a:moveTo>
                    <a:cubicBezTo>
                      <a:pt x="50" y="28"/>
                      <a:pt x="50" y="28"/>
                      <a:pt x="50" y="28"/>
                    </a:cubicBezTo>
                    <a:cubicBezTo>
                      <a:pt x="50" y="24"/>
                      <a:pt x="50" y="24"/>
                      <a:pt x="50" y="24"/>
                    </a:cubicBezTo>
                    <a:cubicBezTo>
                      <a:pt x="41" y="24"/>
                      <a:pt x="41" y="24"/>
                      <a:pt x="41" y="24"/>
                    </a:cubicBezTo>
                    <a:cubicBezTo>
                      <a:pt x="41" y="28"/>
                      <a:pt x="41" y="28"/>
                      <a:pt x="41" y="28"/>
                    </a:cubicBezTo>
                    <a:close/>
                    <a:moveTo>
                      <a:pt x="51" y="28"/>
                    </a:moveTo>
                    <a:cubicBezTo>
                      <a:pt x="61" y="28"/>
                      <a:pt x="61" y="28"/>
                      <a:pt x="61" y="28"/>
                    </a:cubicBezTo>
                    <a:cubicBezTo>
                      <a:pt x="61" y="24"/>
                      <a:pt x="61" y="24"/>
                      <a:pt x="61" y="24"/>
                    </a:cubicBezTo>
                    <a:cubicBezTo>
                      <a:pt x="51" y="24"/>
                      <a:pt x="51" y="24"/>
                      <a:pt x="51" y="24"/>
                    </a:cubicBezTo>
                    <a:cubicBezTo>
                      <a:pt x="51" y="28"/>
                      <a:pt x="51" y="28"/>
                      <a:pt x="51" y="28"/>
                    </a:cubicBezTo>
                    <a:close/>
                    <a:moveTo>
                      <a:pt x="63" y="28"/>
                    </a:moveTo>
                    <a:cubicBezTo>
                      <a:pt x="67" y="28"/>
                      <a:pt x="67" y="28"/>
                      <a:pt x="67" y="28"/>
                    </a:cubicBezTo>
                    <a:cubicBezTo>
                      <a:pt x="67" y="24"/>
                      <a:pt x="67" y="24"/>
                      <a:pt x="67" y="24"/>
                    </a:cubicBezTo>
                    <a:cubicBezTo>
                      <a:pt x="63" y="24"/>
                      <a:pt x="63" y="24"/>
                      <a:pt x="63" y="24"/>
                    </a:cubicBezTo>
                    <a:cubicBezTo>
                      <a:pt x="63" y="28"/>
                      <a:pt x="63" y="28"/>
                      <a:pt x="63" y="28"/>
                    </a:cubicBezTo>
                    <a:close/>
                    <a:moveTo>
                      <a:pt x="69" y="28"/>
                    </a:moveTo>
                    <a:cubicBezTo>
                      <a:pt x="74" y="28"/>
                      <a:pt x="74" y="28"/>
                      <a:pt x="74" y="28"/>
                    </a:cubicBezTo>
                    <a:cubicBezTo>
                      <a:pt x="74" y="24"/>
                      <a:pt x="74" y="24"/>
                      <a:pt x="74" y="24"/>
                    </a:cubicBezTo>
                    <a:cubicBezTo>
                      <a:pt x="69" y="24"/>
                      <a:pt x="69" y="24"/>
                      <a:pt x="69" y="24"/>
                    </a:cubicBezTo>
                    <a:cubicBezTo>
                      <a:pt x="69" y="28"/>
                      <a:pt x="69" y="28"/>
                      <a:pt x="69" y="28"/>
                    </a:cubicBezTo>
                    <a:close/>
                    <a:moveTo>
                      <a:pt x="76" y="28"/>
                    </a:moveTo>
                    <a:cubicBezTo>
                      <a:pt x="79" y="28"/>
                      <a:pt x="79" y="28"/>
                      <a:pt x="79" y="28"/>
                    </a:cubicBezTo>
                    <a:cubicBezTo>
                      <a:pt x="79" y="24"/>
                      <a:pt x="79" y="24"/>
                      <a:pt x="79" y="24"/>
                    </a:cubicBezTo>
                    <a:cubicBezTo>
                      <a:pt x="76" y="24"/>
                      <a:pt x="76" y="24"/>
                      <a:pt x="76" y="24"/>
                    </a:cubicBezTo>
                    <a:cubicBezTo>
                      <a:pt x="76" y="28"/>
                      <a:pt x="76" y="28"/>
                      <a:pt x="76" y="28"/>
                    </a:cubicBezTo>
                    <a:close/>
                    <a:moveTo>
                      <a:pt x="79" y="36"/>
                    </a:moveTo>
                    <a:cubicBezTo>
                      <a:pt x="69" y="36"/>
                      <a:pt x="69" y="36"/>
                      <a:pt x="69" y="36"/>
                    </a:cubicBezTo>
                    <a:cubicBezTo>
                      <a:pt x="69" y="59"/>
                      <a:pt x="69" y="59"/>
                      <a:pt x="69" y="59"/>
                    </a:cubicBezTo>
                    <a:cubicBezTo>
                      <a:pt x="69" y="60"/>
                      <a:pt x="69" y="60"/>
                      <a:pt x="69" y="60"/>
                    </a:cubicBezTo>
                    <a:cubicBezTo>
                      <a:pt x="69" y="60"/>
                      <a:pt x="69" y="60"/>
                      <a:pt x="69" y="60"/>
                    </a:cubicBezTo>
                    <a:cubicBezTo>
                      <a:pt x="68" y="60"/>
                      <a:pt x="68" y="60"/>
                      <a:pt x="68" y="60"/>
                    </a:cubicBezTo>
                    <a:cubicBezTo>
                      <a:pt x="68" y="60"/>
                      <a:pt x="68" y="60"/>
                      <a:pt x="68" y="60"/>
                    </a:cubicBezTo>
                    <a:cubicBezTo>
                      <a:pt x="57" y="60"/>
                      <a:pt x="57" y="60"/>
                      <a:pt x="57" y="60"/>
                    </a:cubicBezTo>
                    <a:cubicBezTo>
                      <a:pt x="57" y="60"/>
                      <a:pt x="57" y="60"/>
                      <a:pt x="57" y="60"/>
                    </a:cubicBezTo>
                    <a:cubicBezTo>
                      <a:pt x="55" y="60"/>
                      <a:pt x="55" y="60"/>
                      <a:pt x="55" y="60"/>
                    </a:cubicBezTo>
                    <a:cubicBezTo>
                      <a:pt x="55" y="60"/>
                      <a:pt x="55" y="60"/>
                      <a:pt x="55" y="60"/>
                    </a:cubicBezTo>
                    <a:cubicBezTo>
                      <a:pt x="52" y="60"/>
                      <a:pt x="52" y="60"/>
                      <a:pt x="52" y="60"/>
                    </a:cubicBezTo>
                    <a:cubicBezTo>
                      <a:pt x="52" y="60"/>
                      <a:pt x="52" y="60"/>
                      <a:pt x="52" y="60"/>
                    </a:cubicBezTo>
                    <a:cubicBezTo>
                      <a:pt x="51" y="60"/>
                      <a:pt x="51" y="60"/>
                      <a:pt x="51" y="60"/>
                    </a:cubicBezTo>
                    <a:cubicBezTo>
                      <a:pt x="51" y="60"/>
                      <a:pt x="51" y="60"/>
                      <a:pt x="51" y="60"/>
                    </a:cubicBezTo>
                    <a:cubicBezTo>
                      <a:pt x="30" y="60"/>
                      <a:pt x="30" y="60"/>
                      <a:pt x="30" y="60"/>
                    </a:cubicBezTo>
                    <a:cubicBezTo>
                      <a:pt x="30" y="60"/>
                      <a:pt x="30" y="60"/>
                      <a:pt x="30" y="60"/>
                    </a:cubicBezTo>
                    <a:cubicBezTo>
                      <a:pt x="29" y="60"/>
                      <a:pt x="29" y="60"/>
                      <a:pt x="29" y="60"/>
                    </a:cubicBezTo>
                    <a:cubicBezTo>
                      <a:pt x="29" y="60"/>
                      <a:pt x="29" y="60"/>
                      <a:pt x="29" y="60"/>
                    </a:cubicBezTo>
                    <a:cubicBezTo>
                      <a:pt x="25" y="60"/>
                      <a:pt x="25" y="60"/>
                      <a:pt x="25" y="60"/>
                    </a:cubicBezTo>
                    <a:cubicBezTo>
                      <a:pt x="25" y="60"/>
                      <a:pt x="25" y="60"/>
                      <a:pt x="25" y="60"/>
                    </a:cubicBezTo>
                    <a:cubicBezTo>
                      <a:pt x="24" y="60"/>
                      <a:pt x="24" y="60"/>
                      <a:pt x="24" y="60"/>
                    </a:cubicBezTo>
                    <a:cubicBezTo>
                      <a:pt x="24" y="60"/>
                      <a:pt x="24" y="60"/>
                      <a:pt x="24" y="60"/>
                    </a:cubicBezTo>
                    <a:cubicBezTo>
                      <a:pt x="13" y="60"/>
                      <a:pt x="13" y="60"/>
                      <a:pt x="13" y="60"/>
                    </a:cubicBezTo>
                    <a:cubicBezTo>
                      <a:pt x="13" y="60"/>
                      <a:pt x="13" y="60"/>
                      <a:pt x="13" y="60"/>
                    </a:cubicBezTo>
                    <a:cubicBezTo>
                      <a:pt x="11" y="60"/>
                      <a:pt x="11" y="60"/>
                      <a:pt x="11" y="60"/>
                    </a:cubicBezTo>
                    <a:cubicBezTo>
                      <a:pt x="11" y="36"/>
                      <a:pt x="11" y="36"/>
                      <a:pt x="11" y="36"/>
                    </a:cubicBezTo>
                    <a:cubicBezTo>
                      <a:pt x="2" y="36"/>
                      <a:pt x="2" y="36"/>
                      <a:pt x="2" y="36"/>
                    </a:cubicBezTo>
                    <a:cubicBezTo>
                      <a:pt x="0" y="36"/>
                      <a:pt x="0" y="36"/>
                      <a:pt x="0" y="36"/>
                    </a:cubicBezTo>
                    <a:cubicBezTo>
                      <a:pt x="0" y="35"/>
                      <a:pt x="0" y="35"/>
                      <a:pt x="0" y="35"/>
                    </a:cubicBezTo>
                    <a:cubicBezTo>
                      <a:pt x="0" y="14"/>
                      <a:pt x="0" y="14"/>
                      <a:pt x="0" y="14"/>
                    </a:cubicBezTo>
                    <a:cubicBezTo>
                      <a:pt x="0" y="12"/>
                      <a:pt x="0" y="12"/>
                      <a:pt x="0" y="12"/>
                    </a:cubicBezTo>
                    <a:cubicBezTo>
                      <a:pt x="0" y="12"/>
                      <a:pt x="0" y="12"/>
                      <a:pt x="0" y="12"/>
                    </a:cubicBezTo>
                    <a:cubicBezTo>
                      <a:pt x="2" y="12"/>
                      <a:pt x="2" y="12"/>
                      <a:pt x="2" y="12"/>
                    </a:cubicBezTo>
                    <a:cubicBezTo>
                      <a:pt x="2" y="12"/>
                      <a:pt x="2" y="12"/>
                      <a:pt x="2" y="12"/>
                    </a:cubicBezTo>
                    <a:cubicBezTo>
                      <a:pt x="5" y="12"/>
                      <a:pt x="5" y="12"/>
                      <a:pt x="5" y="12"/>
                    </a:cubicBezTo>
                    <a:cubicBezTo>
                      <a:pt x="5" y="12"/>
                      <a:pt x="5" y="12"/>
                      <a:pt x="5" y="12"/>
                    </a:cubicBezTo>
                    <a:cubicBezTo>
                      <a:pt x="6" y="12"/>
                      <a:pt x="6" y="12"/>
                      <a:pt x="6" y="12"/>
                    </a:cubicBezTo>
                    <a:cubicBezTo>
                      <a:pt x="6" y="18"/>
                      <a:pt x="6" y="18"/>
                      <a:pt x="6" y="18"/>
                    </a:cubicBezTo>
                    <a:cubicBezTo>
                      <a:pt x="9" y="18"/>
                      <a:pt x="9" y="18"/>
                      <a:pt x="9" y="18"/>
                    </a:cubicBezTo>
                    <a:cubicBezTo>
                      <a:pt x="9" y="14"/>
                      <a:pt x="9" y="14"/>
                      <a:pt x="9" y="14"/>
                    </a:cubicBezTo>
                    <a:cubicBezTo>
                      <a:pt x="9" y="12"/>
                      <a:pt x="9" y="12"/>
                      <a:pt x="9" y="12"/>
                    </a:cubicBezTo>
                    <a:cubicBezTo>
                      <a:pt x="9" y="12"/>
                      <a:pt x="9" y="12"/>
                      <a:pt x="9" y="12"/>
                    </a:cubicBezTo>
                    <a:cubicBezTo>
                      <a:pt x="11" y="12"/>
                      <a:pt x="11" y="12"/>
                      <a:pt x="11" y="12"/>
                    </a:cubicBezTo>
                    <a:cubicBezTo>
                      <a:pt x="11" y="12"/>
                      <a:pt x="11" y="12"/>
                      <a:pt x="11" y="12"/>
                    </a:cubicBezTo>
                    <a:cubicBezTo>
                      <a:pt x="14" y="12"/>
                      <a:pt x="14" y="12"/>
                      <a:pt x="14" y="12"/>
                    </a:cubicBezTo>
                    <a:cubicBezTo>
                      <a:pt x="14" y="12"/>
                      <a:pt x="14" y="12"/>
                      <a:pt x="14" y="12"/>
                    </a:cubicBezTo>
                    <a:cubicBezTo>
                      <a:pt x="15" y="12"/>
                      <a:pt x="15" y="12"/>
                      <a:pt x="15" y="12"/>
                    </a:cubicBezTo>
                    <a:cubicBezTo>
                      <a:pt x="15" y="18"/>
                      <a:pt x="15" y="18"/>
                      <a:pt x="15" y="18"/>
                    </a:cubicBezTo>
                    <a:cubicBezTo>
                      <a:pt x="18" y="18"/>
                      <a:pt x="18" y="18"/>
                      <a:pt x="18" y="18"/>
                    </a:cubicBezTo>
                    <a:cubicBezTo>
                      <a:pt x="18" y="14"/>
                      <a:pt x="18" y="14"/>
                      <a:pt x="18" y="14"/>
                    </a:cubicBezTo>
                    <a:cubicBezTo>
                      <a:pt x="18" y="12"/>
                      <a:pt x="18" y="12"/>
                      <a:pt x="18" y="12"/>
                    </a:cubicBezTo>
                    <a:cubicBezTo>
                      <a:pt x="18" y="12"/>
                      <a:pt x="18" y="12"/>
                      <a:pt x="18" y="12"/>
                    </a:cubicBezTo>
                    <a:cubicBezTo>
                      <a:pt x="20" y="12"/>
                      <a:pt x="20" y="12"/>
                      <a:pt x="20" y="12"/>
                    </a:cubicBezTo>
                    <a:cubicBezTo>
                      <a:pt x="20" y="12"/>
                      <a:pt x="20" y="12"/>
                      <a:pt x="20" y="12"/>
                    </a:cubicBezTo>
                    <a:cubicBezTo>
                      <a:pt x="23" y="12"/>
                      <a:pt x="23" y="12"/>
                      <a:pt x="23" y="12"/>
                    </a:cubicBezTo>
                    <a:cubicBezTo>
                      <a:pt x="23" y="0"/>
                      <a:pt x="23" y="0"/>
                      <a:pt x="23" y="0"/>
                    </a:cubicBezTo>
                    <a:cubicBezTo>
                      <a:pt x="24" y="0"/>
                      <a:pt x="24" y="0"/>
                      <a:pt x="24" y="0"/>
                    </a:cubicBezTo>
                    <a:cubicBezTo>
                      <a:pt x="24" y="0"/>
                      <a:pt x="24" y="0"/>
                      <a:pt x="24" y="0"/>
                    </a:cubicBezTo>
                    <a:cubicBezTo>
                      <a:pt x="27" y="0"/>
                      <a:pt x="27" y="0"/>
                      <a:pt x="27" y="0"/>
                    </a:cubicBezTo>
                    <a:cubicBezTo>
                      <a:pt x="27" y="0"/>
                      <a:pt x="27" y="0"/>
                      <a:pt x="27" y="0"/>
                    </a:cubicBezTo>
                    <a:cubicBezTo>
                      <a:pt x="29" y="0"/>
                      <a:pt x="29" y="0"/>
                      <a:pt x="29" y="0"/>
                    </a:cubicBezTo>
                    <a:cubicBezTo>
                      <a:pt x="29" y="0"/>
                      <a:pt x="29" y="0"/>
                      <a:pt x="29" y="0"/>
                    </a:cubicBezTo>
                    <a:cubicBezTo>
                      <a:pt x="29" y="1"/>
                      <a:pt x="29" y="1"/>
                      <a:pt x="29" y="1"/>
                    </a:cubicBezTo>
                    <a:cubicBezTo>
                      <a:pt x="29" y="6"/>
                      <a:pt x="29" y="6"/>
                      <a:pt x="29" y="6"/>
                    </a:cubicBezTo>
                    <a:cubicBezTo>
                      <a:pt x="32" y="6"/>
                      <a:pt x="32" y="6"/>
                      <a:pt x="32" y="6"/>
                    </a:cubicBezTo>
                    <a:cubicBezTo>
                      <a:pt x="32" y="0"/>
                      <a:pt x="32" y="0"/>
                      <a:pt x="32" y="0"/>
                    </a:cubicBezTo>
                    <a:cubicBezTo>
                      <a:pt x="34" y="0"/>
                      <a:pt x="34" y="0"/>
                      <a:pt x="34" y="0"/>
                    </a:cubicBezTo>
                    <a:cubicBezTo>
                      <a:pt x="34" y="0"/>
                      <a:pt x="34" y="0"/>
                      <a:pt x="34" y="0"/>
                    </a:cubicBezTo>
                    <a:cubicBezTo>
                      <a:pt x="37" y="0"/>
                      <a:pt x="37" y="0"/>
                      <a:pt x="37" y="0"/>
                    </a:cubicBezTo>
                    <a:cubicBezTo>
                      <a:pt x="37" y="0"/>
                      <a:pt x="37" y="0"/>
                      <a:pt x="37" y="0"/>
                    </a:cubicBezTo>
                    <a:cubicBezTo>
                      <a:pt x="39" y="0"/>
                      <a:pt x="39" y="0"/>
                      <a:pt x="39" y="0"/>
                    </a:cubicBezTo>
                    <a:cubicBezTo>
                      <a:pt x="39" y="0"/>
                      <a:pt x="39" y="0"/>
                      <a:pt x="39" y="0"/>
                    </a:cubicBezTo>
                    <a:cubicBezTo>
                      <a:pt x="39" y="1"/>
                      <a:pt x="39" y="1"/>
                      <a:pt x="39" y="1"/>
                    </a:cubicBezTo>
                    <a:cubicBezTo>
                      <a:pt x="39" y="6"/>
                      <a:pt x="39" y="6"/>
                      <a:pt x="39" y="6"/>
                    </a:cubicBezTo>
                    <a:cubicBezTo>
                      <a:pt x="42" y="6"/>
                      <a:pt x="42" y="6"/>
                      <a:pt x="42" y="6"/>
                    </a:cubicBezTo>
                    <a:cubicBezTo>
                      <a:pt x="42" y="0"/>
                      <a:pt x="42" y="0"/>
                      <a:pt x="42" y="0"/>
                    </a:cubicBezTo>
                    <a:cubicBezTo>
                      <a:pt x="44" y="0"/>
                      <a:pt x="44" y="0"/>
                      <a:pt x="44" y="0"/>
                    </a:cubicBezTo>
                    <a:cubicBezTo>
                      <a:pt x="44" y="0"/>
                      <a:pt x="44" y="0"/>
                      <a:pt x="44" y="0"/>
                    </a:cubicBezTo>
                    <a:cubicBezTo>
                      <a:pt x="47" y="0"/>
                      <a:pt x="47" y="0"/>
                      <a:pt x="47" y="0"/>
                    </a:cubicBezTo>
                    <a:cubicBezTo>
                      <a:pt x="47" y="0"/>
                      <a:pt x="47" y="0"/>
                      <a:pt x="47" y="0"/>
                    </a:cubicBezTo>
                    <a:cubicBezTo>
                      <a:pt x="48" y="0"/>
                      <a:pt x="48" y="0"/>
                      <a:pt x="48" y="0"/>
                    </a:cubicBezTo>
                    <a:cubicBezTo>
                      <a:pt x="48" y="0"/>
                      <a:pt x="48" y="0"/>
                      <a:pt x="48" y="0"/>
                    </a:cubicBezTo>
                    <a:cubicBezTo>
                      <a:pt x="48" y="1"/>
                      <a:pt x="48" y="1"/>
                      <a:pt x="48" y="1"/>
                    </a:cubicBezTo>
                    <a:cubicBezTo>
                      <a:pt x="48" y="6"/>
                      <a:pt x="48" y="6"/>
                      <a:pt x="48" y="6"/>
                    </a:cubicBezTo>
                    <a:cubicBezTo>
                      <a:pt x="52" y="6"/>
                      <a:pt x="52" y="6"/>
                      <a:pt x="52" y="6"/>
                    </a:cubicBezTo>
                    <a:cubicBezTo>
                      <a:pt x="52" y="1"/>
                      <a:pt x="52" y="1"/>
                      <a:pt x="52" y="1"/>
                    </a:cubicBezTo>
                    <a:cubicBezTo>
                      <a:pt x="52" y="0"/>
                      <a:pt x="52" y="0"/>
                      <a:pt x="52" y="0"/>
                    </a:cubicBezTo>
                    <a:cubicBezTo>
                      <a:pt x="52" y="0"/>
                      <a:pt x="52" y="0"/>
                      <a:pt x="52" y="0"/>
                    </a:cubicBezTo>
                    <a:cubicBezTo>
                      <a:pt x="53" y="0"/>
                      <a:pt x="53" y="0"/>
                      <a:pt x="53" y="0"/>
                    </a:cubicBezTo>
                    <a:cubicBezTo>
                      <a:pt x="53" y="0"/>
                      <a:pt x="53" y="0"/>
                      <a:pt x="53" y="0"/>
                    </a:cubicBezTo>
                    <a:cubicBezTo>
                      <a:pt x="58" y="0"/>
                      <a:pt x="58" y="0"/>
                      <a:pt x="58" y="0"/>
                    </a:cubicBezTo>
                    <a:cubicBezTo>
                      <a:pt x="58" y="0"/>
                      <a:pt x="58" y="0"/>
                      <a:pt x="58" y="0"/>
                    </a:cubicBezTo>
                    <a:cubicBezTo>
                      <a:pt x="58" y="0"/>
                      <a:pt x="58" y="0"/>
                      <a:pt x="58" y="0"/>
                    </a:cubicBezTo>
                    <a:cubicBezTo>
                      <a:pt x="58" y="12"/>
                      <a:pt x="58" y="12"/>
                      <a:pt x="58" y="12"/>
                    </a:cubicBezTo>
                    <a:cubicBezTo>
                      <a:pt x="61" y="12"/>
                      <a:pt x="61" y="12"/>
                      <a:pt x="61" y="12"/>
                    </a:cubicBezTo>
                    <a:cubicBezTo>
                      <a:pt x="61" y="12"/>
                      <a:pt x="61" y="12"/>
                      <a:pt x="61" y="12"/>
                    </a:cubicBezTo>
                    <a:cubicBezTo>
                      <a:pt x="63" y="12"/>
                      <a:pt x="63" y="12"/>
                      <a:pt x="63" y="12"/>
                    </a:cubicBezTo>
                    <a:cubicBezTo>
                      <a:pt x="63" y="12"/>
                      <a:pt x="63" y="12"/>
                      <a:pt x="63" y="12"/>
                    </a:cubicBezTo>
                    <a:cubicBezTo>
                      <a:pt x="63" y="14"/>
                      <a:pt x="63" y="14"/>
                      <a:pt x="63" y="14"/>
                    </a:cubicBezTo>
                    <a:cubicBezTo>
                      <a:pt x="63" y="18"/>
                      <a:pt x="63" y="18"/>
                      <a:pt x="63" y="18"/>
                    </a:cubicBezTo>
                    <a:cubicBezTo>
                      <a:pt x="66" y="18"/>
                      <a:pt x="66" y="18"/>
                      <a:pt x="66" y="18"/>
                    </a:cubicBezTo>
                    <a:cubicBezTo>
                      <a:pt x="66" y="12"/>
                      <a:pt x="66" y="12"/>
                      <a:pt x="66" y="12"/>
                    </a:cubicBezTo>
                    <a:cubicBezTo>
                      <a:pt x="67" y="12"/>
                      <a:pt x="67" y="12"/>
                      <a:pt x="67" y="12"/>
                    </a:cubicBezTo>
                    <a:cubicBezTo>
                      <a:pt x="67" y="12"/>
                      <a:pt x="67" y="12"/>
                      <a:pt x="67" y="12"/>
                    </a:cubicBezTo>
                    <a:cubicBezTo>
                      <a:pt x="70" y="12"/>
                      <a:pt x="70" y="12"/>
                      <a:pt x="70" y="12"/>
                    </a:cubicBezTo>
                    <a:cubicBezTo>
                      <a:pt x="70" y="12"/>
                      <a:pt x="70" y="12"/>
                      <a:pt x="70" y="12"/>
                    </a:cubicBezTo>
                    <a:cubicBezTo>
                      <a:pt x="72" y="12"/>
                      <a:pt x="72" y="12"/>
                      <a:pt x="72" y="12"/>
                    </a:cubicBezTo>
                    <a:cubicBezTo>
                      <a:pt x="72" y="12"/>
                      <a:pt x="72" y="12"/>
                      <a:pt x="72" y="12"/>
                    </a:cubicBezTo>
                    <a:cubicBezTo>
                      <a:pt x="72" y="14"/>
                      <a:pt x="72" y="14"/>
                      <a:pt x="72" y="14"/>
                    </a:cubicBezTo>
                    <a:cubicBezTo>
                      <a:pt x="72" y="18"/>
                      <a:pt x="72" y="18"/>
                      <a:pt x="72" y="18"/>
                    </a:cubicBezTo>
                    <a:cubicBezTo>
                      <a:pt x="75" y="18"/>
                      <a:pt x="75" y="18"/>
                      <a:pt x="75" y="18"/>
                    </a:cubicBezTo>
                    <a:cubicBezTo>
                      <a:pt x="75" y="12"/>
                      <a:pt x="75" y="12"/>
                      <a:pt x="75" y="12"/>
                    </a:cubicBezTo>
                    <a:cubicBezTo>
                      <a:pt x="76" y="12"/>
                      <a:pt x="76" y="12"/>
                      <a:pt x="76" y="12"/>
                    </a:cubicBezTo>
                    <a:cubicBezTo>
                      <a:pt x="76" y="12"/>
                      <a:pt x="76" y="12"/>
                      <a:pt x="76" y="12"/>
                    </a:cubicBezTo>
                    <a:cubicBezTo>
                      <a:pt x="79" y="12"/>
                      <a:pt x="79" y="12"/>
                      <a:pt x="79" y="12"/>
                    </a:cubicBezTo>
                    <a:cubicBezTo>
                      <a:pt x="79" y="12"/>
                      <a:pt x="79" y="12"/>
                      <a:pt x="79" y="12"/>
                    </a:cubicBezTo>
                    <a:cubicBezTo>
                      <a:pt x="81" y="12"/>
                      <a:pt x="81" y="12"/>
                      <a:pt x="81" y="12"/>
                    </a:cubicBezTo>
                    <a:cubicBezTo>
                      <a:pt x="81" y="12"/>
                      <a:pt x="81" y="12"/>
                      <a:pt x="81" y="12"/>
                    </a:cubicBezTo>
                    <a:cubicBezTo>
                      <a:pt x="81" y="14"/>
                      <a:pt x="81" y="14"/>
                      <a:pt x="81" y="14"/>
                    </a:cubicBezTo>
                    <a:cubicBezTo>
                      <a:pt x="81" y="35"/>
                      <a:pt x="81" y="35"/>
                      <a:pt x="81" y="35"/>
                    </a:cubicBezTo>
                    <a:cubicBezTo>
                      <a:pt x="81" y="36"/>
                      <a:pt x="81" y="36"/>
                      <a:pt x="81" y="36"/>
                    </a:cubicBezTo>
                    <a:cubicBezTo>
                      <a:pt x="79" y="36"/>
                      <a:pt x="79" y="36"/>
                      <a:pt x="79" y="36"/>
                    </a:cubicBezTo>
                    <a:close/>
                    <a:moveTo>
                      <a:pt x="68" y="36"/>
                    </a:moveTo>
                    <a:cubicBezTo>
                      <a:pt x="61" y="36"/>
                      <a:pt x="61" y="36"/>
                      <a:pt x="61" y="36"/>
                    </a:cubicBezTo>
                    <a:cubicBezTo>
                      <a:pt x="61" y="39"/>
                      <a:pt x="61" y="39"/>
                      <a:pt x="61" y="39"/>
                    </a:cubicBezTo>
                    <a:cubicBezTo>
                      <a:pt x="68" y="39"/>
                      <a:pt x="68" y="39"/>
                      <a:pt x="68" y="39"/>
                    </a:cubicBezTo>
                    <a:cubicBezTo>
                      <a:pt x="68" y="36"/>
                      <a:pt x="68" y="36"/>
                      <a:pt x="68" y="36"/>
                    </a:cubicBezTo>
                    <a:close/>
                    <a:moveTo>
                      <a:pt x="23" y="14"/>
                    </a:moveTo>
                    <a:cubicBezTo>
                      <a:pt x="20" y="14"/>
                      <a:pt x="20" y="14"/>
                      <a:pt x="20" y="14"/>
                    </a:cubicBezTo>
                    <a:cubicBezTo>
                      <a:pt x="20" y="19"/>
                      <a:pt x="20" y="19"/>
                      <a:pt x="20" y="19"/>
                    </a:cubicBezTo>
                    <a:cubicBezTo>
                      <a:pt x="18" y="19"/>
                      <a:pt x="18" y="19"/>
                      <a:pt x="18" y="19"/>
                    </a:cubicBezTo>
                    <a:cubicBezTo>
                      <a:pt x="18" y="19"/>
                      <a:pt x="18" y="19"/>
                      <a:pt x="18" y="19"/>
                    </a:cubicBezTo>
                    <a:cubicBezTo>
                      <a:pt x="15" y="19"/>
                      <a:pt x="15" y="19"/>
                      <a:pt x="15" y="19"/>
                    </a:cubicBezTo>
                    <a:cubicBezTo>
                      <a:pt x="15" y="19"/>
                      <a:pt x="15" y="19"/>
                      <a:pt x="15" y="19"/>
                    </a:cubicBezTo>
                    <a:cubicBezTo>
                      <a:pt x="14" y="19"/>
                      <a:pt x="14" y="19"/>
                      <a:pt x="14" y="19"/>
                    </a:cubicBezTo>
                    <a:cubicBezTo>
                      <a:pt x="14" y="19"/>
                      <a:pt x="14" y="19"/>
                      <a:pt x="14" y="19"/>
                    </a:cubicBezTo>
                    <a:cubicBezTo>
                      <a:pt x="14" y="18"/>
                      <a:pt x="14" y="18"/>
                      <a:pt x="14" y="18"/>
                    </a:cubicBezTo>
                    <a:cubicBezTo>
                      <a:pt x="14" y="14"/>
                      <a:pt x="14" y="14"/>
                      <a:pt x="14" y="14"/>
                    </a:cubicBezTo>
                    <a:cubicBezTo>
                      <a:pt x="11" y="14"/>
                      <a:pt x="11" y="14"/>
                      <a:pt x="11" y="14"/>
                    </a:cubicBezTo>
                    <a:cubicBezTo>
                      <a:pt x="11" y="19"/>
                      <a:pt x="11" y="19"/>
                      <a:pt x="11" y="19"/>
                    </a:cubicBezTo>
                    <a:cubicBezTo>
                      <a:pt x="9" y="19"/>
                      <a:pt x="9" y="19"/>
                      <a:pt x="9" y="19"/>
                    </a:cubicBezTo>
                    <a:cubicBezTo>
                      <a:pt x="9" y="19"/>
                      <a:pt x="9" y="19"/>
                      <a:pt x="9" y="19"/>
                    </a:cubicBezTo>
                    <a:cubicBezTo>
                      <a:pt x="6" y="19"/>
                      <a:pt x="6" y="19"/>
                      <a:pt x="6" y="19"/>
                    </a:cubicBezTo>
                    <a:cubicBezTo>
                      <a:pt x="6" y="19"/>
                      <a:pt x="6" y="19"/>
                      <a:pt x="6" y="19"/>
                    </a:cubicBezTo>
                    <a:cubicBezTo>
                      <a:pt x="5" y="19"/>
                      <a:pt x="5" y="19"/>
                      <a:pt x="5" y="19"/>
                    </a:cubicBezTo>
                    <a:cubicBezTo>
                      <a:pt x="5" y="19"/>
                      <a:pt x="5" y="19"/>
                      <a:pt x="5" y="19"/>
                    </a:cubicBezTo>
                    <a:cubicBezTo>
                      <a:pt x="5" y="18"/>
                      <a:pt x="5" y="18"/>
                      <a:pt x="5" y="18"/>
                    </a:cubicBezTo>
                    <a:cubicBezTo>
                      <a:pt x="5" y="14"/>
                      <a:pt x="5" y="14"/>
                      <a:pt x="5" y="14"/>
                    </a:cubicBezTo>
                    <a:cubicBezTo>
                      <a:pt x="2" y="14"/>
                      <a:pt x="2" y="14"/>
                      <a:pt x="2" y="14"/>
                    </a:cubicBezTo>
                    <a:cubicBezTo>
                      <a:pt x="2" y="22"/>
                      <a:pt x="2" y="22"/>
                      <a:pt x="2" y="22"/>
                    </a:cubicBezTo>
                    <a:cubicBezTo>
                      <a:pt x="25" y="22"/>
                      <a:pt x="25" y="22"/>
                      <a:pt x="25" y="22"/>
                    </a:cubicBezTo>
                    <a:cubicBezTo>
                      <a:pt x="25" y="18"/>
                      <a:pt x="25" y="18"/>
                      <a:pt x="25" y="18"/>
                    </a:cubicBezTo>
                    <a:cubicBezTo>
                      <a:pt x="24" y="18"/>
                      <a:pt x="24" y="18"/>
                      <a:pt x="24" y="18"/>
                    </a:cubicBezTo>
                    <a:cubicBezTo>
                      <a:pt x="23" y="18"/>
                      <a:pt x="23" y="18"/>
                      <a:pt x="23" y="18"/>
                    </a:cubicBezTo>
                    <a:cubicBezTo>
                      <a:pt x="23" y="18"/>
                      <a:pt x="23" y="18"/>
                      <a:pt x="23" y="18"/>
                    </a:cubicBezTo>
                    <a:cubicBezTo>
                      <a:pt x="23" y="14"/>
                      <a:pt x="23" y="14"/>
                      <a:pt x="23" y="14"/>
                    </a:cubicBezTo>
                    <a:close/>
                    <a:moveTo>
                      <a:pt x="26" y="22"/>
                    </a:moveTo>
                    <a:cubicBezTo>
                      <a:pt x="26" y="18"/>
                      <a:pt x="26" y="18"/>
                      <a:pt x="26" y="18"/>
                    </a:cubicBezTo>
                    <a:cubicBezTo>
                      <a:pt x="31" y="18"/>
                      <a:pt x="31" y="18"/>
                      <a:pt x="31" y="18"/>
                    </a:cubicBezTo>
                    <a:cubicBezTo>
                      <a:pt x="32" y="18"/>
                      <a:pt x="32" y="18"/>
                      <a:pt x="32" y="18"/>
                    </a:cubicBezTo>
                    <a:cubicBezTo>
                      <a:pt x="35" y="18"/>
                      <a:pt x="35" y="18"/>
                      <a:pt x="35" y="18"/>
                    </a:cubicBezTo>
                    <a:cubicBezTo>
                      <a:pt x="35" y="22"/>
                      <a:pt x="35" y="22"/>
                      <a:pt x="35" y="22"/>
                    </a:cubicBezTo>
                    <a:cubicBezTo>
                      <a:pt x="26" y="22"/>
                      <a:pt x="26" y="22"/>
                      <a:pt x="26" y="22"/>
                    </a:cubicBezTo>
                    <a:close/>
                    <a:moveTo>
                      <a:pt x="36" y="22"/>
                    </a:moveTo>
                    <a:cubicBezTo>
                      <a:pt x="36" y="18"/>
                      <a:pt x="36" y="18"/>
                      <a:pt x="36" y="18"/>
                    </a:cubicBezTo>
                    <a:cubicBezTo>
                      <a:pt x="40" y="18"/>
                      <a:pt x="40" y="18"/>
                      <a:pt x="40" y="18"/>
                    </a:cubicBezTo>
                    <a:cubicBezTo>
                      <a:pt x="41" y="18"/>
                      <a:pt x="41" y="18"/>
                      <a:pt x="41" y="18"/>
                    </a:cubicBezTo>
                    <a:cubicBezTo>
                      <a:pt x="45" y="18"/>
                      <a:pt x="45" y="18"/>
                      <a:pt x="45" y="18"/>
                    </a:cubicBezTo>
                    <a:cubicBezTo>
                      <a:pt x="45" y="22"/>
                      <a:pt x="45" y="22"/>
                      <a:pt x="45" y="22"/>
                    </a:cubicBezTo>
                    <a:cubicBezTo>
                      <a:pt x="36" y="22"/>
                      <a:pt x="36" y="22"/>
                      <a:pt x="36" y="22"/>
                    </a:cubicBezTo>
                    <a:close/>
                    <a:moveTo>
                      <a:pt x="46" y="22"/>
                    </a:moveTo>
                    <a:cubicBezTo>
                      <a:pt x="46" y="18"/>
                      <a:pt x="46" y="18"/>
                      <a:pt x="46" y="18"/>
                    </a:cubicBezTo>
                    <a:cubicBezTo>
                      <a:pt x="49" y="18"/>
                      <a:pt x="49" y="18"/>
                      <a:pt x="49" y="18"/>
                    </a:cubicBezTo>
                    <a:cubicBezTo>
                      <a:pt x="51" y="18"/>
                      <a:pt x="51" y="18"/>
                      <a:pt x="51" y="18"/>
                    </a:cubicBezTo>
                    <a:cubicBezTo>
                      <a:pt x="54" y="18"/>
                      <a:pt x="54" y="18"/>
                      <a:pt x="54" y="18"/>
                    </a:cubicBezTo>
                    <a:cubicBezTo>
                      <a:pt x="54" y="22"/>
                      <a:pt x="54" y="22"/>
                      <a:pt x="54" y="22"/>
                    </a:cubicBezTo>
                    <a:cubicBezTo>
                      <a:pt x="46" y="22"/>
                      <a:pt x="46" y="22"/>
                      <a:pt x="46" y="22"/>
                    </a:cubicBezTo>
                    <a:close/>
                    <a:moveTo>
                      <a:pt x="57" y="59"/>
                    </a:moveTo>
                    <a:cubicBezTo>
                      <a:pt x="64" y="59"/>
                      <a:pt x="64" y="59"/>
                      <a:pt x="64" y="59"/>
                    </a:cubicBezTo>
                    <a:cubicBezTo>
                      <a:pt x="64" y="53"/>
                      <a:pt x="64" y="53"/>
                      <a:pt x="64" y="53"/>
                    </a:cubicBezTo>
                    <a:cubicBezTo>
                      <a:pt x="57" y="53"/>
                      <a:pt x="57" y="53"/>
                      <a:pt x="57" y="53"/>
                    </a:cubicBezTo>
                    <a:cubicBezTo>
                      <a:pt x="57" y="59"/>
                      <a:pt x="57" y="59"/>
                      <a:pt x="57" y="59"/>
                    </a:cubicBezTo>
                    <a:close/>
                    <a:moveTo>
                      <a:pt x="65" y="59"/>
                    </a:moveTo>
                    <a:cubicBezTo>
                      <a:pt x="68" y="59"/>
                      <a:pt x="68" y="59"/>
                      <a:pt x="68" y="59"/>
                    </a:cubicBezTo>
                    <a:cubicBezTo>
                      <a:pt x="68" y="53"/>
                      <a:pt x="68" y="53"/>
                      <a:pt x="68" y="53"/>
                    </a:cubicBezTo>
                    <a:cubicBezTo>
                      <a:pt x="65" y="53"/>
                      <a:pt x="65" y="53"/>
                      <a:pt x="65" y="53"/>
                    </a:cubicBezTo>
                    <a:cubicBezTo>
                      <a:pt x="65" y="59"/>
                      <a:pt x="65" y="59"/>
                      <a:pt x="65" y="59"/>
                    </a:cubicBezTo>
                    <a:close/>
                    <a:moveTo>
                      <a:pt x="57" y="1"/>
                    </a:moveTo>
                    <a:cubicBezTo>
                      <a:pt x="57" y="9"/>
                      <a:pt x="57" y="9"/>
                      <a:pt x="57" y="9"/>
                    </a:cubicBezTo>
                    <a:cubicBezTo>
                      <a:pt x="24" y="9"/>
                      <a:pt x="24" y="9"/>
                      <a:pt x="24" y="9"/>
                    </a:cubicBezTo>
                    <a:cubicBezTo>
                      <a:pt x="24" y="1"/>
                      <a:pt x="24" y="1"/>
                      <a:pt x="24" y="1"/>
                    </a:cubicBezTo>
                    <a:cubicBezTo>
                      <a:pt x="27" y="1"/>
                      <a:pt x="27" y="1"/>
                      <a:pt x="27" y="1"/>
                    </a:cubicBezTo>
                    <a:cubicBezTo>
                      <a:pt x="27" y="7"/>
                      <a:pt x="27" y="7"/>
                      <a:pt x="27" y="7"/>
                    </a:cubicBezTo>
                    <a:cubicBezTo>
                      <a:pt x="28" y="7"/>
                      <a:pt x="28" y="7"/>
                      <a:pt x="28" y="7"/>
                    </a:cubicBezTo>
                    <a:cubicBezTo>
                      <a:pt x="28" y="7"/>
                      <a:pt x="28" y="7"/>
                      <a:pt x="28" y="7"/>
                    </a:cubicBezTo>
                    <a:cubicBezTo>
                      <a:pt x="34" y="7"/>
                      <a:pt x="34" y="7"/>
                      <a:pt x="34" y="7"/>
                    </a:cubicBezTo>
                    <a:cubicBezTo>
                      <a:pt x="34" y="7"/>
                      <a:pt x="34" y="7"/>
                      <a:pt x="34" y="7"/>
                    </a:cubicBezTo>
                    <a:cubicBezTo>
                      <a:pt x="34" y="7"/>
                      <a:pt x="34" y="7"/>
                      <a:pt x="34" y="7"/>
                    </a:cubicBezTo>
                    <a:cubicBezTo>
                      <a:pt x="34" y="1"/>
                      <a:pt x="34" y="1"/>
                      <a:pt x="34" y="1"/>
                    </a:cubicBezTo>
                    <a:cubicBezTo>
                      <a:pt x="37" y="1"/>
                      <a:pt x="37" y="1"/>
                      <a:pt x="37" y="1"/>
                    </a:cubicBezTo>
                    <a:cubicBezTo>
                      <a:pt x="37" y="6"/>
                      <a:pt x="37" y="6"/>
                      <a:pt x="37" y="6"/>
                    </a:cubicBezTo>
                    <a:cubicBezTo>
                      <a:pt x="37" y="7"/>
                      <a:pt x="37" y="7"/>
                      <a:pt x="37" y="7"/>
                    </a:cubicBezTo>
                    <a:cubicBezTo>
                      <a:pt x="37" y="7"/>
                      <a:pt x="37" y="7"/>
                      <a:pt x="37" y="7"/>
                    </a:cubicBezTo>
                    <a:cubicBezTo>
                      <a:pt x="43" y="7"/>
                      <a:pt x="43" y="7"/>
                      <a:pt x="43" y="7"/>
                    </a:cubicBezTo>
                    <a:cubicBezTo>
                      <a:pt x="43" y="7"/>
                      <a:pt x="43" y="7"/>
                      <a:pt x="43" y="7"/>
                    </a:cubicBezTo>
                    <a:cubicBezTo>
                      <a:pt x="44" y="7"/>
                      <a:pt x="44" y="7"/>
                      <a:pt x="44" y="7"/>
                    </a:cubicBezTo>
                    <a:cubicBezTo>
                      <a:pt x="44" y="1"/>
                      <a:pt x="44" y="1"/>
                      <a:pt x="44" y="1"/>
                    </a:cubicBezTo>
                    <a:cubicBezTo>
                      <a:pt x="47" y="1"/>
                      <a:pt x="47" y="1"/>
                      <a:pt x="47" y="1"/>
                    </a:cubicBezTo>
                    <a:cubicBezTo>
                      <a:pt x="47" y="6"/>
                      <a:pt x="47" y="6"/>
                      <a:pt x="47" y="6"/>
                    </a:cubicBezTo>
                    <a:cubicBezTo>
                      <a:pt x="47" y="7"/>
                      <a:pt x="47" y="7"/>
                      <a:pt x="47" y="7"/>
                    </a:cubicBezTo>
                    <a:cubicBezTo>
                      <a:pt x="47" y="7"/>
                      <a:pt x="47" y="7"/>
                      <a:pt x="47" y="7"/>
                    </a:cubicBezTo>
                    <a:cubicBezTo>
                      <a:pt x="53" y="7"/>
                      <a:pt x="53" y="7"/>
                      <a:pt x="53" y="7"/>
                    </a:cubicBezTo>
                    <a:cubicBezTo>
                      <a:pt x="53" y="7"/>
                      <a:pt x="53" y="7"/>
                      <a:pt x="53" y="7"/>
                    </a:cubicBezTo>
                    <a:cubicBezTo>
                      <a:pt x="53" y="7"/>
                      <a:pt x="53" y="7"/>
                      <a:pt x="53" y="7"/>
                    </a:cubicBezTo>
                    <a:cubicBezTo>
                      <a:pt x="53" y="1"/>
                      <a:pt x="53" y="1"/>
                      <a:pt x="53" y="1"/>
                    </a:cubicBezTo>
                    <a:cubicBezTo>
                      <a:pt x="57" y="1"/>
                      <a:pt x="57" y="1"/>
                      <a:pt x="57" y="1"/>
                    </a:cubicBezTo>
                    <a:close/>
                    <a:moveTo>
                      <a:pt x="24" y="16"/>
                    </a:moveTo>
                    <a:cubicBezTo>
                      <a:pt x="24" y="10"/>
                      <a:pt x="24" y="10"/>
                      <a:pt x="24" y="10"/>
                    </a:cubicBezTo>
                    <a:cubicBezTo>
                      <a:pt x="31" y="10"/>
                      <a:pt x="31" y="10"/>
                      <a:pt x="31" y="10"/>
                    </a:cubicBezTo>
                    <a:cubicBezTo>
                      <a:pt x="31" y="16"/>
                      <a:pt x="31" y="16"/>
                      <a:pt x="31" y="16"/>
                    </a:cubicBezTo>
                    <a:cubicBezTo>
                      <a:pt x="24" y="16"/>
                      <a:pt x="24" y="16"/>
                      <a:pt x="24" y="16"/>
                    </a:cubicBezTo>
                    <a:close/>
                    <a:moveTo>
                      <a:pt x="32" y="16"/>
                    </a:moveTo>
                    <a:cubicBezTo>
                      <a:pt x="32" y="10"/>
                      <a:pt x="32" y="10"/>
                      <a:pt x="32" y="10"/>
                    </a:cubicBezTo>
                    <a:cubicBezTo>
                      <a:pt x="40" y="10"/>
                      <a:pt x="40" y="10"/>
                      <a:pt x="40" y="10"/>
                    </a:cubicBezTo>
                    <a:cubicBezTo>
                      <a:pt x="40" y="16"/>
                      <a:pt x="40" y="16"/>
                      <a:pt x="40" y="16"/>
                    </a:cubicBezTo>
                    <a:cubicBezTo>
                      <a:pt x="32" y="16"/>
                      <a:pt x="32" y="16"/>
                      <a:pt x="32" y="16"/>
                    </a:cubicBezTo>
                    <a:close/>
                    <a:moveTo>
                      <a:pt x="41" y="16"/>
                    </a:moveTo>
                    <a:cubicBezTo>
                      <a:pt x="41" y="10"/>
                      <a:pt x="41" y="10"/>
                      <a:pt x="41" y="10"/>
                    </a:cubicBezTo>
                    <a:cubicBezTo>
                      <a:pt x="49" y="10"/>
                      <a:pt x="49" y="10"/>
                      <a:pt x="49" y="10"/>
                    </a:cubicBezTo>
                    <a:cubicBezTo>
                      <a:pt x="49" y="16"/>
                      <a:pt x="49" y="16"/>
                      <a:pt x="49" y="16"/>
                    </a:cubicBezTo>
                    <a:cubicBezTo>
                      <a:pt x="41" y="16"/>
                      <a:pt x="41" y="16"/>
                      <a:pt x="41" y="16"/>
                    </a:cubicBezTo>
                    <a:close/>
                    <a:moveTo>
                      <a:pt x="51" y="16"/>
                    </a:moveTo>
                    <a:cubicBezTo>
                      <a:pt x="51" y="10"/>
                      <a:pt x="51" y="10"/>
                      <a:pt x="51" y="10"/>
                    </a:cubicBezTo>
                    <a:cubicBezTo>
                      <a:pt x="57" y="10"/>
                      <a:pt x="57" y="10"/>
                      <a:pt x="57" y="10"/>
                    </a:cubicBezTo>
                    <a:cubicBezTo>
                      <a:pt x="57" y="16"/>
                      <a:pt x="57" y="16"/>
                      <a:pt x="57" y="16"/>
                    </a:cubicBezTo>
                    <a:cubicBezTo>
                      <a:pt x="51" y="16"/>
                      <a:pt x="51" y="16"/>
                      <a:pt x="51" y="16"/>
                    </a:cubicBezTo>
                    <a:close/>
                    <a:moveTo>
                      <a:pt x="68" y="52"/>
                    </a:moveTo>
                    <a:cubicBezTo>
                      <a:pt x="68" y="46"/>
                      <a:pt x="68" y="46"/>
                      <a:pt x="68" y="46"/>
                    </a:cubicBezTo>
                    <a:cubicBezTo>
                      <a:pt x="62" y="46"/>
                      <a:pt x="62" y="46"/>
                      <a:pt x="62" y="46"/>
                    </a:cubicBezTo>
                    <a:cubicBezTo>
                      <a:pt x="62" y="52"/>
                      <a:pt x="62" y="52"/>
                      <a:pt x="62" y="52"/>
                    </a:cubicBezTo>
                    <a:cubicBezTo>
                      <a:pt x="68" y="52"/>
                      <a:pt x="68" y="52"/>
                      <a:pt x="68" y="52"/>
                    </a:cubicBezTo>
                    <a:close/>
                    <a:moveTo>
                      <a:pt x="68" y="45"/>
                    </a:moveTo>
                    <a:cubicBezTo>
                      <a:pt x="68" y="41"/>
                      <a:pt x="68" y="41"/>
                      <a:pt x="68" y="41"/>
                    </a:cubicBezTo>
                    <a:cubicBezTo>
                      <a:pt x="65" y="41"/>
                      <a:pt x="65" y="41"/>
                      <a:pt x="65" y="41"/>
                    </a:cubicBezTo>
                    <a:cubicBezTo>
                      <a:pt x="65" y="45"/>
                      <a:pt x="65" y="45"/>
                      <a:pt x="65" y="45"/>
                    </a:cubicBezTo>
                    <a:cubicBezTo>
                      <a:pt x="68" y="45"/>
                      <a:pt x="68" y="45"/>
                      <a:pt x="68" y="45"/>
                    </a:cubicBezTo>
                    <a:close/>
                    <a:moveTo>
                      <a:pt x="61" y="46"/>
                    </a:moveTo>
                    <a:cubicBezTo>
                      <a:pt x="61" y="52"/>
                      <a:pt x="61" y="52"/>
                      <a:pt x="61" y="52"/>
                    </a:cubicBezTo>
                    <a:cubicBezTo>
                      <a:pt x="57" y="52"/>
                      <a:pt x="57" y="52"/>
                      <a:pt x="57" y="52"/>
                    </a:cubicBezTo>
                    <a:cubicBezTo>
                      <a:pt x="57" y="46"/>
                      <a:pt x="57" y="46"/>
                      <a:pt x="57" y="46"/>
                    </a:cubicBezTo>
                    <a:cubicBezTo>
                      <a:pt x="61" y="46"/>
                      <a:pt x="61" y="46"/>
                      <a:pt x="61" y="46"/>
                    </a:cubicBezTo>
                    <a:close/>
                    <a:moveTo>
                      <a:pt x="64" y="41"/>
                    </a:moveTo>
                    <a:cubicBezTo>
                      <a:pt x="64" y="45"/>
                      <a:pt x="64" y="45"/>
                      <a:pt x="64" y="45"/>
                    </a:cubicBezTo>
                    <a:cubicBezTo>
                      <a:pt x="57" y="45"/>
                      <a:pt x="57" y="45"/>
                      <a:pt x="57" y="45"/>
                    </a:cubicBezTo>
                    <a:cubicBezTo>
                      <a:pt x="57" y="41"/>
                      <a:pt x="57" y="41"/>
                      <a:pt x="57" y="41"/>
                    </a:cubicBezTo>
                    <a:cubicBezTo>
                      <a:pt x="64" y="41"/>
                      <a:pt x="64" y="41"/>
                      <a:pt x="64"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0" name="Freeform 20"/>
              <p:cNvSpPr>
                <a:spLocks noEditPoints="1"/>
              </p:cNvSpPr>
              <p:nvPr/>
            </p:nvSpPr>
            <p:spPr bwMode="auto">
              <a:xfrm>
                <a:off x="4348163" y="1792288"/>
                <a:ext cx="441325" cy="260350"/>
              </a:xfrm>
              <a:custGeom>
                <a:avLst/>
                <a:gdLst>
                  <a:gd name="T0" fmla="*/ 97 w 278"/>
                  <a:gd name="T1" fmla="*/ 0 h 164"/>
                  <a:gd name="T2" fmla="*/ 0 w 278"/>
                  <a:gd name="T3" fmla="*/ 7 h 164"/>
                  <a:gd name="T4" fmla="*/ 0 w 278"/>
                  <a:gd name="T5" fmla="*/ 0 h 164"/>
                  <a:gd name="T6" fmla="*/ 278 w 278"/>
                  <a:gd name="T7" fmla="*/ 0 h 164"/>
                  <a:gd name="T8" fmla="*/ 180 w 278"/>
                  <a:gd name="T9" fmla="*/ 7 h 164"/>
                  <a:gd name="T10" fmla="*/ 180 w 278"/>
                  <a:gd name="T11" fmla="*/ 0 h 164"/>
                  <a:gd name="T12" fmla="*/ 45 w 278"/>
                  <a:gd name="T13" fmla="*/ 59 h 164"/>
                  <a:gd name="T14" fmla="*/ 2 w 278"/>
                  <a:gd name="T15" fmla="*/ 64 h 164"/>
                  <a:gd name="T16" fmla="*/ 2 w 278"/>
                  <a:gd name="T17" fmla="*/ 59 h 164"/>
                  <a:gd name="T18" fmla="*/ 275 w 278"/>
                  <a:gd name="T19" fmla="*/ 59 h 164"/>
                  <a:gd name="T20" fmla="*/ 232 w 278"/>
                  <a:gd name="T21" fmla="*/ 64 h 164"/>
                  <a:gd name="T22" fmla="*/ 232 w 278"/>
                  <a:gd name="T23" fmla="*/ 59 h 164"/>
                  <a:gd name="T24" fmla="*/ 69 w 278"/>
                  <a:gd name="T25" fmla="*/ 102 h 164"/>
                  <a:gd name="T26" fmla="*/ 7 w 278"/>
                  <a:gd name="T27" fmla="*/ 109 h 164"/>
                  <a:gd name="T28" fmla="*/ 7 w 278"/>
                  <a:gd name="T29" fmla="*/ 102 h 164"/>
                  <a:gd name="T30" fmla="*/ 164 w 278"/>
                  <a:gd name="T31" fmla="*/ 102 h 164"/>
                  <a:gd name="T32" fmla="*/ 114 w 278"/>
                  <a:gd name="T33" fmla="*/ 109 h 164"/>
                  <a:gd name="T34" fmla="*/ 114 w 278"/>
                  <a:gd name="T35" fmla="*/ 102 h 164"/>
                  <a:gd name="T36" fmla="*/ 270 w 278"/>
                  <a:gd name="T37" fmla="*/ 102 h 164"/>
                  <a:gd name="T38" fmla="*/ 206 w 278"/>
                  <a:gd name="T39" fmla="*/ 109 h 164"/>
                  <a:gd name="T40" fmla="*/ 206 w 278"/>
                  <a:gd name="T41" fmla="*/ 102 h 164"/>
                  <a:gd name="T42" fmla="*/ 81 w 278"/>
                  <a:gd name="T43" fmla="*/ 159 h 164"/>
                  <a:gd name="T44" fmla="*/ 111 w 278"/>
                  <a:gd name="T45" fmla="*/ 133 h 164"/>
                  <a:gd name="T46" fmla="*/ 114 w 278"/>
                  <a:gd name="T47" fmla="*/ 133 h 164"/>
                  <a:gd name="T48" fmla="*/ 185 w 278"/>
                  <a:gd name="T49" fmla="*/ 159 h 164"/>
                  <a:gd name="T50" fmla="*/ 164 w 278"/>
                  <a:gd name="T51" fmla="*/ 131 h 164"/>
                  <a:gd name="T52" fmla="*/ 164 w 278"/>
                  <a:gd name="T53" fmla="*/ 133 h 164"/>
                  <a:gd name="T54" fmla="*/ 166 w 278"/>
                  <a:gd name="T55" fmla="*/ 133 h 164"/>
                  <a:gd name="T56" fmla="*/ 194 w 278"/>
                  <a:gd name="T57" fmla="*/ 159 h 164"/>
                  <a:gd name="T58" fmla="*/ 261 w 278"/>
                  <a:gd name="T59" fmla="*/ 164 h 164"/>
                  <a:gd name="T60" fmla="*/ 16 w 278"/>
                  <a:gd name="T61" fmla="*/ 159 h 164"/>
                  <a:gd name="T62" fmla="*/ 114 w 278"/>
                  <a:gd name="T63" fmla="*/ 131 h 164"/>
                  <a:gd name="T64" fmla="*/ 114 w 278"/>
                  <a:gd name="T65" fmla="*/ 133 h 164"/>
                  <a:gd name="T66" fmla="*/ 114 w 278"/>
                  <a:gd name="T67" fmla="*/ 13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78" h="164">
                    <a:moveTo>
                      <a:pt x="0" y="0"/>
                    </a:moveTo>
                    <a:lnTo>
                      <a:pt x="97" y="0"/>
                    </a:lnTo>
                    <a:lnTo>
                      <a:pt x="97" y="7"/>
                    </a:lnTo>
                    <a:lnTo>
                      <a:pt x="0" y="7"/>
                    </a:lnTo>
                    <a:lnTo>
                      <a:pt x="0" y="0"/>
                    </a:lnTo>
                    <a:lnTo>
                      <a:pt x="0" y="0"/>
                    </a:lnTo>
                    <a:close/>
                    <a:moveTo>
                      <a:pt x="180" y="0"/>
                    </a:moveTo>
                    <a:lnTo>
                      <a:pt x="278" y="0"/>
                    </a:lnTo>
                    <a:lnTo>
                      <a:pt x="278" y="7"/>
                    </a:lnTo>
                    <a:lnTo>
                      <a:pt x="180" y="7"/>
                    </a:lnTo>
                    <a:lnTo>
                      <a:pt x="180" y="0"/>
                    </a:lnTo>
                    <a:lnTo>
                      <a:pt x="180" y="0"/>
                    </a:lnTo>
                    <a:close/>
                    <a:moveTo>
                      <a:pt x="2" y="59"/>
                    </a:moveTo>
                    <a:lnTo>
                      <a:pt x="45" y="59"/>
                    </a:lnTo>
                    <a:lnTo>
                      <a:pt x="45" y="64"/>
                    </a:lnTo>
                    <a:lnTo>
                      <a:pt x="2" y="64"/>
                    </a:lnTo>
                    <a:lnTo>
                      <a:pt x="2" y="59"/>
                    </a:lnTo>
                    <a:lnTo>
                      <a:pt x="2" y="59"/>
                    </a:lnTo>
                    <a:close/>
                    <a:moveTo>
                      <a:pt x="232" y="59"/>
                    </a:moveTo>
                    <a:lnTo>
                      <a:pt x="275" y="59"/>
                    </a:lnTo>
                    <a:lnTo>
                      <a:pt x="275" y="64"/>
                    </a:lnTo>
                    <a:lnTo>
                      <a:pt x="232" y="64"/>
                    </a:lnTo>
                    <a:lnTo>
                      <a:pt x="232" y="59"/>
                    </a:lnTo>
                    <a:lnTo>
                      <a:pt x="232" y="59"/>
                    </a:lnTo>
                    <a:close/>
                    <a:moveTo>
                      <a:pt x="7" y="102"/>
                    </a:moveTo>
                    <a:lnTo>
                      <a:pt x="69" y="102"/>
                    </a:lnTo>
                    <a:lnTo>
                      <a:pt x="69" y="109"/>
                    </a:lnTo>
                    <a:lnTo>
                      <a:pt x="7" y="109"/>
                    </a:lnTo>
                    <a:lnTo>
                      <a:pt x="7" y="102"/>
                    </a:lnTo>
                    <a:lnTo>
                      <a:pt x="7" y="102"/>
                    </a:lnTo>
                    <a:close/>
                    <a:moveTo>
                      <a:pt x="114" y="102"/>
                    </a:moveTo>
                    <a:lnTo>
                      <a:pt x="164" y="102"/>
                    </a:lnTo>
                    <a:lnTo>
                      <a:pt x="164" y="109"/>
                    </a:lnTo>
                    <a:lnTo>
                      <a:pt x="114" y="109"/>
                    </a:lnTo>
                    <a:lnTo>
                      <a:pt x="114" y="102"/>
                    </a:lnTo>
                    <a:lnTo>
                      <a:pt x="114" y="102"/>
                    </a:lnTo>
                    <a:close/>
                    <a:moveTo>
                      <a:pt x="206" y="102"/>
                    </a:moveTo>
                    <a:lnTo>
                      <a:pt x="270" y="102"/>
                    </a:lnTo>
                    <a:lnTo>
                      <a:pt x="270" y="109"/>
                    </a:lnTo>
                    <a:lnTo>
                      <a:pt x="206" y="109"/>
                    </a:lnTo>
                    <a:lnTo>
                      <a:pt x="206" y="102"/>
                    </a:lnTo>
                    <a:lnTo>
                      <a:pt x="206" y="102"/>
                    </a:lnTo>
                    <a:close/>
                    <a:moveTo>
                      <a:pt x="16" y="159"/>
                    </a:moveTo>
                    <a:lnTo>
                      <a:pt x="81" y="159"/>
                    </a:lnTo>
                    <a:lnTo>
                      <a:pt x="107" y="133"/>
                    </a:lnTo>
                    <a:lnTo>
                      <a:pt x="111" y="133"/>
                    </a:lnTo>
                    <a:lnTo>
                      <a:pt x="111" y="133"/>
                    </a:lnTo>
                    <a:lnTo>
                      <a:pt x="114" y="133"/>
                    </a:lnTo>
                    <a:lnTo>
                      <a:pt x="88" y="159"/>
                    </a:lnTo>
                    <a:lnTo>
                      <a:pt x="185" y="159"/>
                    </a:lnTo>
                    <a:lnTo>
                      <a:pt x="159" y="131"/>
                    </a:lnTo>
                    <a:lnTo>
                      <a:pt x="164" y="131"/>
                    </a:lnTo>
                    <a:lnTo>
                      <a:pt x="164" y="133"/>
                    </a:lnTo>
                    <a:lnTo>
                      <a:pt x="164" y="133"/>
                    </a:lnTo>
                    <a:lnTo>
                      <a:pt x="166" y="133"/>
                    </a:lnTo>
                    <a:lnTo>
                      <a:pt x="166" y="133"/>
                    </a:lnTo>
                    <a:lnTo>
                      <a:pt x="168" y="133"/>
                    </a:lnTo>
                    <a:lnTo>
                      <a:pt x="194" y="159"/>
                    </a:lnTo>
                    <a:lnTo>
                      <a:pt x="261" y="159"/>
                    </a:lnTo>
                    <a:lnTo>
                      <a:pt x="261" y="164"/>
                    </a:lnTo>
                    <a:lnTo>
                      <a:pt x="16" y="164"/>
                    </a:lnTo>
                    <a:lnTo>
                      <a:pt x="16" y="159"/>
                    </a:lnTo>
                    <a:lnTo>
                      <a:pt x="16" y="159"/>
                    </a:lnTo>
                    <a:close/>
                    <a:moveTo>
                      <a:pt x="114" y="131"/>
                    </a:moveTo>
                    <a:lnTo>
                      <a:pt x="116" y="131"/>
                    </a:lnTo>
                    <a:lnTo>
                      <a:pt x="114" y="133"/>
                    </a:lnTo>
                    <a:lnTo>
                      <a:pt x="114" y="131"/>
                    </a:lnTo>
                    <a:lnTo>
                      <a:pt x="114" y="1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1" name="Freeform 21"/>
              <p:cNvSpPr>
                <a:spLocks noEditPoints="1"/>
              </p:cNvSpPr>
              <p:nvPr/>
            </p:nvSpPr>
            <p:spPr bwMode="auto">
              <a:xfrm>
                <a:off x="4295776" y="1660525"/>
                <a:ext cx="546100" cy="508000"/>
              </a:xfrm>
              <a:custGeom>
                <a:avLst/>
                <a:gdLst>
                  <a:gd name="T0" fmla="*/ 31 w 145"/>
                  <a:gd name="T1" fmla="*/ 0 h 135"/>
                  <a:gd name="T2" fmla="*/ 0 w 145"/>
                  <a:gd name="T3" fmla="*/ 27 h 135"/>
                  <a:gd name="T4" fmla="*/ 14 w 145"/>
                  <a:gd name="T5" fmla="*/ 45 h 135"/>
                  <a:gd name="T6" fmla="*/ 14 w 145"/>
                  <a:gd name="T7" fmla="*/ 63 h 135"/>
                  <a:gd name="T8" fmla="*/ 33 w 145"/>
                  <a:gd name="T9" fmla="*/ 116 h 135"/>
                  <a:gd name="T10" fmla="*/ 61 w 145"/>
                  <a:gd name="T11" fmla="*/ 125 h 135"/>
                  <a:gd name="T12" fmla="*/ 73 w 145"/>
                  <a:gd name="T13" fmla="*/ 135 h 135"/>
                  <a:gd name="T14" fmla="*/ 83 w 145"/>
                  <a:gd name="T15" fmla="*/ 126 h 135"/>
                  <a:gd name="T16" fmla="*/ 112 w 145"/>
                  <a:gd name="T17" fmla="*/ 116 h 135"/>
                  <a:gd name="T18" fmla="*/ 131 w 145"/>
                  <a:gd name="T19" fmla="*/ 63 h 135"/>
                  <a:gd name="T20" fmla="*/ 131 w 145"/>
                  <a:gd name="T21" fmla="*/ 46 h 135"/>
                  <a:gd name="T22" fmla="*/ 145 w 145"/>
                  <a:gd name="T23" fmla="*/ 27 h 135"/>
                  <a:gd name="T24" fmla="*/ 115 w 145"/>
                  <a:gd name="T25" fmla="*/ 0 h 135"/>
                  <a:gd name="T26" fmla="*/ 73 w 145"/>
                  <a:gd name="T27" fmla="*/ 14 h 135"/>
                  <a:gd name="T28" fmla="*/ 31 w 145"/>
                  <a:gd name="T29" fmla="*/ 0 h 135"/>
                  <a:gd name="T30" fmla="*/ 31 w 145"/>
                  <a:gd name="T31" fmla="*/ 4 h 135"/>
                  <a:gd name="T32" fmla="*/ 6 w 145"/>
                  <a:gd name="T33" fmla="*/ 26 h 135"/>
                  <a:gd name="T34" fmla="*/ 16 w 145"/>
                  <a:gd name="T35" fmla="*/ 38 h 135"/>
                  <a:gd name="T36" fmla="*/ 17 w 145"/>
                  <a:gd name="T37" fmla="*/ 51 h 135"/>
                  <a:gd name="T38" fmla="*/ 17 w 145"/>
                  <a:gd name="T39" fmla="*/ 64 h 135"/>
                  <a:gd name="T40" fmla="*/ 34 w 145"/>
                  <a:gd name="T41" fmla="*/ 113 h 135"/>
                  <a:gd name="T42" fmla="*/ 60 w 145"/>
                  <a:gd name="T43" fmla="*/ 122 h 135"/>
                  <a:gd name="T44" fmla="*/ 73 w 145"/>
                  <a:gd name="T45" fmla="*/ 130 h 135"/>
                  <a:gd name="T46" fmla="*/ 83 w 145"/>
                  <a:gd name="T47" fmla="*/ 123 h 135"/>
                  <a:gd name="T48" fmla="*/ 111 w 145"/>
                  <a:gd name="T49" fmla="*/ 113 h 135"/>
                  <a:gd name="T50" fmla="*/ 128 w 145"/>
                  <a:gd name="T51" fmla="*/ 63 h 135"/>
                  <a:gd name="T52" fmla="*/ 128 w 145"/>
                  <a:gd name="T53" fmla="*/ 52 h 135"/>
                  <a:gd name="T54" fmla="*/ 129 w 145"/>
                  <a:gd name="T55" fmla="*/ 38 h 135"/>
                  <a:gd name="T56" fmla="*/ 139 w 145"/>
                  <a:gd name="T57" fmla="*/ 26 h 135"/>
                  <a:gd name="T58" fmla="*/ 114 w 145"/>
                  <a:gd name="T59" fmla="*/ 4 h 135"/>
                  <a:gd name="T60" fmla="*/ 73 w 145"/>
                  <a:gd name="T61" fmla="*/ 16 h 135"/>
                  <a:gd name="T62" fmla="*/ 31 w 145"/>
                  <a:gd name="T63" fmla="*/ 4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5">
                    <a:moveTo>
                      <a:pt x="31" y="0"/>
                    </a:moveTo>
                    <a:cubicBezTo>
                      <a:pt x="0" y="27"/>
                      <a:pt x="0" y="27"/>
                      <a:pt x="0" y="27"/>
                    </a:cubicBezTo>
                    <a:cubicBezTo>
                      <a:pt x="9" y="28"/>
                      <a:pt x="14" y="37"/>
                      <a:pt x="14" y="45"/>
                    </a:cubicBezTo>
                    <a:cubicBezTo>
                      <a:pt x="14" y="63"/>
                      <a:pt x="14" y="63"/>
                      <a:pt x="14" y="63"/>
                    </a:cubicBezTo>
                    <a:cubicBezTo>
                      <a:pt x="14" y="80"/>
                      <a:pt x="15" y="109"/>
                      <a:pt x="33" y="116"/>
                    </a:cubicBezTo>
                    <a:cubicBezTo>
                      <a:pt x="36" y="117"/>
                      <a:pt x="53" y="121"/>
                      <a:pt x="61" y="125"/>
                    </a:cubicBezTo>
                    <a:cubicBezTo>
                      <a:pt x="70" y="130"/>
                      <a:pt x="71" y="135"/>
                      <a:pt x="73" y="135"/>
                    </a:cubicBezTo>
                    <a:cubicBezTo>
                      <a:pt x="74" y="134"/>
                      <a:pt x="76" y="130"/>
                      <a:pt x="83" y="126"/>
                    </a:cubicBezTo>
                    <a:cubicBezTo>
                      <a:pt x="92" y="122"/>
                      <a:pt x="107" y="118"/>
                      <a:pt x="112" y="116"/>
                    </a:cubicBezTo>
                    <a:cubicBezTo>
                      <a:pt x="130" y="109"/>
                      <a:pt x="131" y="80"/>
                      <a:pt x="131" y="63"/>
                    </a:cubicBezTo>
                    <a:cubicBezTo>
                      <a:pt x="131" y="46"/>
                      <a:pt x="131" y="46"/>
                      <a:pt x="131" y="46"/>
                    </a:cubicBezTo>
                    <a:cubicBezTo>
                      <a:pt x="131" y="38"/>
                      <a:pt x="136" y="28"/>
                      <a:pt x="145" y="27"/>
                    </a:cubicBezTo>
                    <a:cubicBezTo>
                      <a:pt x="115" y="0"/>
                      <a:pt x="115" y="0"/>
                      <a:pt x="115" y="0"/>
                    </a:cubicBezTo>
                    <a:cubicBezTo>
                      <a:pt x="100" y="9"/>
                      <a:pt x="90" y="13"/>
                      <a:pt x="73" y="14"/>
                    </a:cubicBezTo>
                    <a:cubicBezTo>
                      <a:pt x="55" y="14"/>
                      <a:pt x="45" y="10"/>
                      <a:pt x="31" y="0"/>
                    </a:cubicBezTo>
                    <a:close/>
                    <a:moveTo>
                      <a:pt x="31" y="4"/>
                    </a:moveTo>
                    <a:cubicBezTo>
                      <a:pt x="6" y="26"/>
                      <a:pt x="6" y="26"/>
                      <a:pt x="6" y="26"/>
                    </a:cubicBezTo>
                    <a:cubicBezTo>
                      <a:pt x="7" y="26"/>
                      <a:pt x="13" y="29"/>
                      <a:pt x="16" y="38"/>
                    </a:cubicBezTo>
                    <a:cubicBezTo>
                      <a:pt x="17" y="42"/>
                      <a:pt x="17" y="47"/>
                      <a:pt x="17" y="51"/>
                    </a:cubicBezTo>
                    <a:cubicBezTo>
                      <a:pt x="17" y="56"/>
                      <a:pt x="17" y="60"/>
                      <a:pt x="17" y="64"/>
                    </a:cubicBezTo>
                    <a:cubicBezTo>
                      <a:pt x="17" y="79"/>
                      <a:pt x="18" y="106"/>
                      <a:pt x="34" y="113"/>
                    </a:cubicBezTo>
                    <a:cubicBezTo>
                      <a:pt x="37" y="115"/>
                      <a:pt x="53" y="118"/>
                      <a:pt x="60" y="122"/>
                    </a:cubicBezTo>
                    <a:cubicBezTo>
                      <a:pt x="70" y="126"/>
                      <a:pt x="72" y="130"/>
                      <a:pt x="73" y="130"/>
                    </a:cubicBezTo>
                    <a:cubicBezTo>
                      <a:pt x="74" y="129"/>
                      <a:pt x="76" y="126"/>
                      <a:pt x="83" y="123"/>
                    </a:cubicBezTo>
                    <a:cubicBezTo>
                      <a:pt x="91" y="119"/>
                      <a:pt x="106" y="115"/>
                      <a:pt x="111" y="113"/>
                    </a:cubicBezTo>
                    <a:cubicBezTo>
                      <a:pt x="127" y="107"/>
                      <a:pt x="127" y="79"/>
                      <a:pt x="128" y="63"/>
                    </a:cubicBezTo>
                    <a:cubicBezTo>
                      <a:pt x="128" y="52"/>
                      <a:pt x="128" y="52"/>
                      <a:pt x="128" y="52"/>
                    </a:cubicBezTo>
                    <a:cubicBezTo>
                      <a:pt x="128" y="47"/>
                      <a:pt x="127" y="43"/>
                      <a:pt x="129" y="38"/>
                    </a:cubicBezTo>
                    <a:cubicBezTo>
                      <a:pt x="131" y="33"/>
                      <a:pt x="134" y="28"/>
                      <a:pt x="139" y="26"/>
                    </a:cubicBezTo>
                    <a:cubicBezTo>
                      <a:pt x="114" y="4"/>
                      <a:pt x="114" y="4"/>
                      <a:pt x="114" y="4"/>
                    </a:cubicBezTo>
                    <a:cubicBezTo>
                      <a:pt x="100" y="13"/>
                      <a:pt x="90" y="16"/>
                      <a:pt x="73" y="16"/>
                    </a:cubicBezTo>
                    <a:cubicBezTo>
                      <a:pt x="56" y="16"/>
                      <a:pt x="45" y="13"/>
                      <a:pt x="3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2" name="Freeform 22"/>
              <p:cNvSpPr>
                <a:spLocks noEditPoints="1"/>
              </p:cNvSpPr>
              <p:nvPr/>
            </p:nvSpPr>
            <p:spPr bwMode="auto">
              <a:xfrm>
                <a:off x="4373563" y="1701800"/>
                <a:ext cx="388938" cy="430213"/>
              </a:xfrm>
              <a:custGeom>
                <a:avLst/>
                <a:gdLst>
                  <a:gd name="T0" fmla="*/ 226 w 245"/>
                  <a:gd name="T1" fmla="*/ 17 h 271"/>
                  <a:gd name="T2" fmla="*/ 233 w 245"/>
                  <a:gd name="T3" fmla="*/ 31 h 271"/>
                  <a:gd name="T4" fmla="*/ 219 w 245"/>
                  <a:gd name="T5" fmla="*/ 40 h 271"/>
                  <a:gd name="T6" fmla="*/ 207 w 245"/>
                  <a:gd name="T7" fmla="*/ 31 h 271"/>
                  <a:gd name="T8" fmla="*/ 212 w 245"/>
                  <a:gd name="T9" fmla="*/ 17 h 271"/>
                  <a:gd name="T10" fmla="*/ 219 w 245"/>
                  <a:gd name="T11" fmla="*/ 0 h 271"/>
                  <a:gd name="T12" fmla="*/ 131 w 245"/>
                  <a:gd name="T13" fmla="*/ 240 h 271"/>
                  <a:gd name="T14" fmla="*/ 136 w 245"/>
                  <a:gd name="T15" fmla="*/ 254 h 271"/>
                  <a:gd name="T16" fmla="*/ 121 w 245"/>
                  <a:gd name="T17" fmla="*/ 263 h 271"/>
                  <a:gd name="T18" fmla="*/ 110 w 245"/>
                  <a:gd name="T19" fmla="*/ 254 h 271"/>
                  <a:gd name="T20" fmla="*/ 114 w 245"/>
                  <a:gd name="T21" fmla="*/ 240 h 271"/>
                  <a:gd name="T22" fmla="*/ 121 w 245"/>
                  <a:gd name="T23" fmla="*/ 223 h 271"/>
                  <a:gd name="T24" fmla="*/ 126 w 245"/>
                  <a:gd name="T25" fmla="*/ 242 h 271"/>
                  <a:gd name="T26" fmla="*/ 129 w 245"/>
                  <a:gd name="T27" fmla="*/ 252 h 271"/>
                  <a:gd name="T28" fmla="*/ 121 w 245"/>
                  <a:gd name="T29" fmla="*/ 256 h 271"/>
                  <a:gd name="T30" fmla="*/ 114 w 245"/>
                  <a:gd name="T31" fmla="*/ 252 h 271"/>
                  <a:gd name="T32" fmla="*/ 117 w 245"/>
                  <a:gd name="T33" fmla="*/ 242 h 271"/>
                  <a:gd name="T34" fmla="*/ 121 w 245"/>
                  <a:gd name="T35" fmla="*/ 235 h 271"/>
                  <a:gd name="T36" fmla="*/ 34 w 245"/>
                  <a:gd name="T37" fmla="*/ 17 h 271"/>
                  <a:gd name="T38" fmla="*/ 38 w 245"/>
                  <a:gd name="T39" fmla="*/ 31 h 271"/>
                  <a:gd name="T40" fmla="*/ 27 w 245"/>
                  <a:gd name="T41" fmla="*/ 40 h 271"/>
                  <a:gd name="T42" fmla="*/ 15 w 245"/>
                  <a:gd name="T43" fmla="*/ 31 h 271"/>
                  <a:gd name="T44" fmla="*/ 19 w 245"/>
                  <a:gd name="T45" fmla="*/ 17 h 271"/>
                  <a:gd name="T46" fmla="*/ 27 w 245"/>
                  <a:gd name="T47" fmla="*/ 0 h 271"/>
                  <a:gd name="T48" fmla="*/ 31 w 245"/>
                  <a:gd name="T49" fmla="*/ 22 h 271"/>
                  <a:gd name="T50" fmla="*/ 34 w 245"/>
                  <a:gd name="T51" fmla="*/ 29 h 271"/>
                  <a:gd name="T52" fmla="*/ 27 w 245"/>
                  <a:gd name="T53" fmla="*/ 33 h 271"/>
                  <a:gd name="T54" fmla="*/ 19 w 245"/>
                  <a:gd name="T55" fmla="*/ 29 h 271"/>
                  <a:gd name="T56" fmla="*/ 22 w 245"/>
                  <a:gd name="T57" fmla="*/ 22 h 271"/>
                  <a:gd name="T58" fmla="*/ 27 w 245"/>
                  <a:gd name="T59" fmla="*/ 12 h 271"/>
                  <a:gd name="T60" fmla="*/ 224 w 245"/>
                  <a:gd name="T61" fmla="*/ 22 h 271"/>
                  <a:gd name="T62" fmla="*/ 226 w 245"/>
                  <a:gd name="T63" fmla="*/ 29 h 271"/>
                  <a:gd name="T64" fmla="*/ 219 w 245"/>
                  <a:gd name="T65" fmla="*/ 33 h 271"/>
                  <a:gd name="T66" fmla="*/ 212 w 245"/>
                  <a:gd name="T67" fmla="*/ 29 h 271"/>
                  <a:gd name="T68" fmla="*/ 214 w 245"/>
                  <a:gd name="T69" fmla="*/ 22 h 271"/>
                  <a:gd name="T70" fmla="*/ 219 w 245"/>
                  <a:gd name="T71" fmla="*/ 12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5" h="271">
                    <a:moveTo>
                      <a:pt x="219" y="0"/>
                    </a:moveTo>
                    <a:lnTo>
                      <a:pt x="226" y="17"/>
                    </a:lnTo>
                    <a:lnTo>
                      <a:pt x="245" y="19"/>
                    </a:lnTo>
                    <a:lnTo>
                      <a:pt x="233" y="31"/>
                    </a:lnTo>
                    <a:lnTo>
                      <a:pt x="235" y="48"/>
                    </a:lnTo>
                    <a:lnTo>
                      <a:pt x="219" y="40"/>
                    </a:lnTo>
                    <a:lnTo>
                      <a:pt x="205" y="48"/>
                    </a:lnTo>
                    <a:lnTo>
                      <a:pt x="207" y="31"/>
                    </a:lnTo>
                    <a:lnTo>
                      <a:pt x="193" y="19"/>
                    </a:lnTo>
                    <a:lnTo>
                      <a:pt x="212" y="17"/>
                    </a:lnTo>
                    <a:lnTo>
                      <a:pt x="219" y="0"/>
                    </a:lnTo>
                    <a:lnTo>
                      <a:pt x="219" y="0"/>
                    </a:lnTo>
                    <a:close/>
                    <a:moveTo>
                      <a:pt x="121" y="223"/>
                    </a:moveTo>
                    <a:lnTo>
                      <a:pt x="131" y="240"/>
                    </a:lnTo>
                    <a:lnTo>
                      <a:pt x="148" y="242"/>
                    </a:lnTo>
                    <a:lnTo>
                      <a:pt x="136" y="254"/>
                    </a:lnTo>
                    <a:lnTo>
                      <a:pt x="138" y="271"/>
                    </a:lnTo>
                    <a:lnTo>
                      <a:pt x="121" y="263"/>
                    </a:lnTo>
                    <a:lnTo>
                      <a:pt x="107" y="271"/>
                    </a:lnTo>
                    <a:lnTo>
                      <a:pt x="110" y="254"/>
                    </a:lnTo>
                    <a:lnTo>
                      <a:pt x="98" y="242"/>
                    </a:lnTo>
                    <a:lnTo>
                      <a:pt x="114" y="240"/>
                    </a:lnTo>
                    <a:lnTo>
                      <a:pt x="121" y="223"/>
                    </a:lnTo>
                    <a:lnTo>
                      <a:pt x="121" y="223"/>
                    </a:lnTo>
                    <a:close/>
                    <a:moveTo>
                      <a:pt x="121" y="235"/>
                    </a:moveTo>
                    <a:lnTo>
                      <a:pt x="126" y="242"/>
                    </a:lnTo>
                    <a:lnTo>
                      <a:pt x="136" y="244"/>
                    </a:lnTo>
                    <a:lnTo>
                      <a:pt x="129" y="252"/>
                    </a:lnTo>
                    <a:lnTo>
                      <a:pt x="131" y="261"/>
                    </a:lnTo>
                    <a:lnTo>
                      <a:pt x="121" y="256"/>
                    </a:lnTo>
                    <a:lnTo>
                      <a:pt x="112" y="261"/>
                    </a:lnTo>
                    <a:lnTo>
                      <a:pt x="114" y="252"/>
                    </a:lnTo>
                    <a:lnTo>
                      <a:pt x="107" y="244"/>
                    </a:lnTo>
                    <a:lnTo>
                      <a:pt x="117" y="242"/>
                    </a:lnTo>
                    <a:lnTo>
                      <a:pt x="121" y="235"/>
                    </a:lnTo>
                    <a:lnTo>
                      <a:pt x="121" y="235"/>
                    </a:lnTo>
                    <a:close/>
                    <a:moveTo>
                      <a:pt x="27" y="0"/>
                    </a:moveTo>
                    <a:lnTo>
                      <a:pt x="34" y="17"/>
                    </a:lnTo>
                    <a:lnTo>
                      <a:pt x="53" y="19"/>
                    </a:lnTo>
                    <a:lnTo>
                      <a:pt x="38" y="31"/>
                    </a:lnTo>
                    <a:lnTo>
                      <a:pt x="41" y="48"/>
                    </a:lnTo>
                    <a:lnTo>
                      <a:pt x="27" y="40"/>
                    </a:lnTo>
                    <a:lnTo>
                      <a:pt x="10" y="48"/>
                    </a:lnTo>
                    <a:lnTo>
                      <a:pt x="15" y="31"/>
                    </a:lnTo>
                    <a:lnTo>
                      <a:pt x="0" y="19"/>
                    </a:lnTo>
                    <a:lnTo>
                      <a:pt x="19" y="17"/>
                    </a:lnTo>
                    <a:lnTo>
                      <a:pt x="27" y="0"/>
                    </a:lnTo>
                    <a:lnTo>
                      <a:pt x="27" y="0"/>
                    </a:lnTo>
                    <a:close/>
                    <a:moveTo>
                      <a:pt x="27" y="12"/>
                    </a:moveTo>
                    <a:lnTo>
                      <a:pt x="31" y="22"/>
                    </a:lnTo>
                    <a:lnTo>
                      <a:pt x="41" y="22"/>
                    </a:lnTo>
                    <a:lnTo>
                      <a:pt x="34" y="29"/>
                    </a:lnTo>
                    <a:lnTo>
                      <a:pt x="36" y="38"/>
                    </a:lnTo>
                    <a:lnTo>
                      <a:pt x="27" y="33"/>
                    </a:lnTo>
                    <a:lnTo>
                      <a:pt x="17" y="38"/>
                    </a:lnTo>
                    <a:lnTo>
                      <a:pt x="19" y="29"/>
                    </a:lnTo>
                    <a:lnTo>
                      <a:pt x="12" y="22"/>
                    </a:lnTo>
                    <a:lnTo>
                      <a:pt x="22" y="22"/>
                    </a:lnTo>
                    <a:lnTo>
                      <a:pt x="27" y="12"/>
                    </a:lnTo>
                    <a:lnTo>
                      <a:pt x="27" y="12"/>
                    </a:lnTo>
                    <a:close/>
                    <a:moveTo>
                      <a:pt x="219" y="12"/>
                    </a:moveTo>
                    <a:lnTo>
                      <a:pt x="224" y="22"/>
                    </a:lnTo>
                    <a:lnTo>
                      <a:pt x="233" y="22"/>
                    </a:lnTo>
                    <a:lnTo>
                      <a:pt x="226" y="29"/>
                    </a:lnTo>
                    <a:lnTo>
                      <a:pt x="228" y="38"/>
                    </a:lnTo>
                    <a:lnTo>
                      <a:pt x="219" y="33"/>
                    </a:lnTo>
                    <a:lnTo>
                      <a:pt x="209" y="38"/>
                    </a:lnTo>
                    <a:lnTo>
                      <a:pt x="212" y="29"/>
                    </a:lnTo>
                    <a:lnTo>
                      <a:pt x="205" y="22"/>
                    </a:lnTo>
                    <a:lnTo>
                      <a:pt x="214" y="22"/>
                    </a:lnTo>
                    <a:lnTo>
                      <a:pt x="219" y="12"/>
                    </a:lnTo>
                    <a:lnTo>
                      <a:pt x="21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3" name="Freeform 23"/>
              <p:cNvSpPr>
                <a:spLocks noEditPoints="1"/>
              </p:cNvSpPr>
              <p:nvPr/>
            </p:nvSpPr>
            <p:spPr bwMode="auto">
              <a:xfrm>
                <a:off x="4392613" y="2220913"/>
                <a:ext cx="350838" cy="79375"/>
              </a:xfrm>
              <a:custGeom>
                <a:avLst/>
                <a:gdLst>
                  <a:gd name="T0" fmla="*/ 11 w 93"/>
                  <a:gd name="T1" fmla="*/ 4 h 21"/>
                  <a:gd name="T2" fmla="*/ 11 w 93"/>
                  <a:gd name="T3" fmla="*/ 4 h 21"/>
                  <a:gd name="T4" fmla="*/ 11 w 93"/>
                  <a:gd name="T5" fmla="*/ 2 h 21"/>
                  <a:gd name="T6" fmla="*/ 29 w 93"/>
                  <a:gd name="T7" fmla="*/ 3 h 21"/>
                  <a:gd name="T8" fmla="*/ 28 w 93"/>
                  <a:gd name="T9" fmla="*/ 8 h 21"/>
                  <a:gd name="T10" fmla="*/ 38 w 93"/>
                  <a:gd name="T11" fmla="*/ 7 h 21"/>
                  <a:gd name="T12" fmla="*/ 37 w 93"/>
                  <a:gd name="T13" fmla="*/ 5 h 21"/>
                  <a:gd name="T14" fmla="*/ 33 w 93"/>
                  <a:gd name="T15" fmla="*/ 4 h 21"/>
                  <a:gd name="T16" fmla="*/ 39 w 93"/>
                  <a:gd name="T17" fmla="*/ 1 h 21"/>
                  <a:gd name="T18" fmla="*/ 63 w 93"/>
                  <a:gd name="T19" fmla="*/ 3 h 21"/>
                  <a:gd name="T20" fmla="*/ 65 w 93"/>
                  <a:gd name="T21" fmla="*/ 8 h 21"/>
                  <a:gd name="T22" fmla="*/ 71 w 93"/>
                  <a:gd name="T23" fmla="*/ 10 h 21"/>
                  <a:gd name="T24" fmla="*/ 65 w 93"/>
                  <a:gd name="T25" fmla="*/ 2 h 21"/>
                  <a:gd name="T26" fmla="*/ 88 w 93"/>
                  <a:gd name="T27" fmla="*/ 12 h 21"/>
                  <a:gd name="T28" fmla="*/ 87 w 93"/>
                  <a:gd name="T29" fmla="*/ 11 h 21"/>
                  <a:gd name="T30" fmla="*/ 87 w 93"/>
                  <a:gd name="T31" fmla="*/ 5 h 21"/>
                  <a:gd name="T32" fmla="*/ 83 w 93"/>
                  <a:gd name="T33" fmla="*/ 18 h 21"/>
                  <a:gd name="T34" fmla="*/ 80 w 93"/>
                  <a:gd name="T35" fmla="*/ 11 h 21"/>
                  <a:gd name="T36" fmla="*/ 78 w 93"/>
                  <a:gd name="T37" fmla="*/ 11 h 21"/>
                  <a:gd name="T38" fmla="*/ 75 w 93"/>
                  <a:gd name="T39" fmla="*/ 19 h 21"/>
                  <a:gd name="T40" fmla="*/ 93 w 93"/>
                  <a:gd name="T41" fmla="*/ 20 h 21"/>
                  <a:gd name="T42" fmla="*/ 85 w 93"/>
                  <a:gd name="T43" fmla="*/ 12 h 21"/>
                  <a:gd name="T44" fmla="*/ 55 w 93"/>
                  <a:gd name="T45" fmla="*/ 2 h 21"/>
                  <a:gd name="T46" fmla="*/ 50 w 93"/>
                  <a:gd name="T47" fmla="*/ 7 h 21"/>
                  <a:gd name="T48" fmla="*/ 50 w 93"/>
                  <a:gd name="T49" fmla="*/ 15 h 21"/>
                  <a:gd name="T50" fmla="*/ 57 w 93"/>
                  <a:gd name="T51" fmla="*/ 10 h 21"/>
                  <a:gd name="T52" fmla="*/ 53 w 93"/>
                  <a:gd name="T53" fmla="*/ 14 h 21"/>
                  <a:gd name="T54" fmla="*/ 57 w 93"/>
                  <a:gd name="T55" fmla="*/ 14 h 21"/>
                  <a:gd name="T56" fmla="*/ 57 w 93"/>
                  <a:gd name="T57" fmla="*/ 9 h 21"/>
                  <a:gd name="T58" fmla="*/ 55 w 93"/>
                  <a:gd name="T59" fmla="*/ 7 h 21"/>
                  <a:gd name="T60" fmla="*/ 62 w 93"/>
                  <a:gd name="T61" fmla="*/ 11 h 21"/>
                  <a:gd name="T62" fmla="*/ 62 w 93"/>
                  <a:gd name="T63" fmla="*/ 11 h 21"/>
                  <a:gd name="T64" fmla="*/ 62 w 93"/>
                  <a:gd name="T65" fmla="*/ 14 h 21"/>
                  <a:gd name="T66" fmla="*/ 39 w 93"/>
                  <a:gd name="T67" fmla="*/ 11 h 21"/>
                  <a:gd name="T68" fmla="*/ 36 w 93"/>
                  <a:gd name="T69" fmla="*/ 10 h 21"/>
                  <a:gd name="T70" fmla="*/ 34 w 93"/>
                  <a:gd name="T71" fmla="*/ 12 h 21"/>
                  <a:gd name="T72" fmla="*/ 34 w 93"/>
                  <a:gd name="T73" fmla="*/ 13 h 21"/>
                  <a:gd name="T74" fmla="*/ 26 w 93"/>
                  <a:gd name="T75" fmla="*/ 17 h 21"/>
                  <a:gd name="T76" fmla="*/ 44 w 93"/>
                  <a:gd name="T77" fmla="*/ 15 h 21"/>
                  <a:gd name="T78" fmla="*/ 35 w 93"/>
                  <a:gd name="T79" fmla="*/ 12 h 21"/>
                  <a:gd name="T80" fmla="*/ 7 w 93"/>
                  <a:gd name="T81" fmla="*/ 6 h 21"/>
                  <a:gd name="T82" fmla="*/ 12 w 93"/>
                  <a:gd name="T83" fmla="*/ 8 h 21"/>
                  <a:gd name="T84" fmla="*/ 10 w 93"/>
                  <a:gd name="T85" fmla="*/ 8 h 21"/>
                  <a:gd name="T86" fmla="*/ 13 w 93"/>
                  <a:gd name="T87" fmla="*/ 5 h 21"/>
                  <a:gd name="T88" fmla="*/ 5 w 93"/>
                  <a:gd name="T89" fmla="*/ 7 h 21"/>
                  <a:gd name="T90" fmla="*/ 6 w 93"/>
                  <a:gd name="T91" fmla="*/ 9 h 21"/>
                  <a:gd name="T92" fmla="*/ 4 w 93"/>
                  <a:gd name="T93" fmla="*/ 11 h 21"/>
                  <a:gd name="T94" fmla="*/ 8 w 93"/>
                  <a:gd name="T95" fmla="*/ 11 h 21"/>
                  <a:gd name="T96" fmla="*/ 0 w 93"/>
                  <a:gd name="T97" fmla="*/ 16 h 21"/>
                  <a:gd name="T98" fmla="*/ 18 w 93"/>
                  <a:gd name="T99" fmla="*/ 14 h 21"/>
                  <a:gd name="T100" fmla="*/ 14 w 93"/>
                  <a:gd name="T101" fmla="*/ 13 h 21"/>
                  <a:gd name="T102" fmla="*/ 12 w 93"/>
                  <a:gd name="T103" fmla="*/ 11 h 21"/>
                  <a:gd name="T104" fmla="*/ 10 w 93"/>
                  <a:gd name="T105" fmla="*/ 14 h 21"/>
                  <a:gd name="T106" fmla="*/ 14 w 93"/>
                  <a:gd name="T107" fmla="*/ 10 h 21"/>
                  <a:gd name="T108" fmla="*/ 10 w 93"/>
                  <a:gd name="T109" fmla="*/ 9 h 21"/>
                  <a:gd name="T110" fmla="*/ 6 w 93"/>
                  <a:gd name="T111" fmla="*/ 14 h 21"/>
                  <a:gd name="T112" fmla="*/ 7 w 93"/>
                  <a:gd name="T113" fmla="*/ 17 h 21"/>
                  <a:gd name="T114" fmla="*/ 7 w 93"/>
                  <a:gd name="T115" fmla="*/ 21 h 21"/>
                  <a:gd name="T116" fmla="*/ 14 w 93"/>
                  <a:gd name="T117" fmla="*/ 20 h 21"/>
                  <a:gd name="T118" fmla="*/ 15 w 93"/>
                  <a:gd name="T119" fmla="*/ 16 h 21"/>
                  <a:gd name="T120" fmla="*/ 12 w 93"/>
                  <a:gd name="T121" fmla="*/ 17 h 21"/>
                  <a:gd name="T122" fmla="*/ 7 w 93"/>
                  <a:gd name="T123" fmla="*/ 18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3" h="21">
                    <a:moveTo>
                      <a:pt x="11" y="2"/>
                    </a:moveTo>
                    <a:cubicBezTo>
                      <a:pt x="11" y="2"/>
                      <a:pt x="11" y="2"/>
                      <a:pt x="11" y="3"/>
                    </a:cubicBezTo>
                    <a:cubicBezTo>
                      <a:pt x="11" y="3"/>
                      <a:pt x="11" y="3"/>
                      <a:pt x="11" y="3"/>
                    </a:cubicBezTo>
                    <a:cubicBezTo>
                      <a:pt x="11" y="3"/>
                      <a:pt x="11" y="4"/>
                      <a:pt x="11" y="4"/>
                    </a:cubicBezTo>
                    <a:cubicBezTo>
                      <a:pt x="10" y="4"/>
                      <a:pt x="10" y="5"/>
                      <a:pt x="10" y="5"/>
                    </a:cubicBezTo>
                    <a:cubicBezTo>
                      <a:pt x="9" y="5"/>
                      <a:pt x="9" y="5"/>
                      <a:pt x="9" y="5"/>
                    </a:cubicBezTo>
                    <a:cubicBezTo>
                      <a:pt x="9" y="5"/>
                      <a:pt x="10" y="5"/>
                      <a:pt x="10" y="5"/>
                    </a:cubicBezTo>
                    <a:cubicBezTo>
                      <a:pt x="10" y="5"/>
                      <a:pt x="11" y="5"/>
                      <a:pt x="11" y="4"/>
                    </a:cubicBezTo>
                    <a:cubicBezTo>
                      <a:pt x="12" y="4"/>
                      <a:pt x="12" y="4"/>
                      <a:pt x="12" y="4"/>
                    </a:cubicBezTo>
                    <a:cubicBezTo>
                      <a:pt x="12" y="4"/>
                      <a:pt x="13" y="4"/>
                      <a:pt x="13" y="3"/>
                    </a:cubicBezTo>
                    <a:cubicBezTo>
                      <a:pt x="13" y="3"/>
                      <a:pt x="14" y="3"/>
                      <a:pt x="13" y="3"/>
                    </a:cubicBezTo>
                    <a:cubicBezTo>
                      <a:pt x="13" y="2"/>
                      <a:pt x="12" y="2"/>
                      <a:pt x="11" y="2"/>
                    </a:cubicBezTo>
                    <a:close/>
                    <a:moveTo>
                      <a:pt x="38" y="1"/>
                    </a:moveTo>
                    <a:cubicBezTo>
                      <a:pt x="38" y="1"/>
                      <a:pt x="38" y="1"/>
                      <a:pt x="37" y="1"/>
                    </a:cubicBezTo>
                    <a:cubicBezTo>
                      <a:pt x="36" y="1"/>
                      <a:pt x="33" y="2"/>
                      <a:pt x="29" y="2"/>
                    </a:cubicBezTo>
                    <a:cubicBezTo>
                      <a:pt x="28" y="2"/>
                      <a:pt x="28" y="3"/>
                      <a:pt x="29" y="3"/>
                    </a:cubicBezTo>
                    <a:cubicBezTo>
                      <a:pt x="30" y="3"/>
                      <a:pt x="31" y="3"/>
                      <a:pt x="32" y="3"/>
                    </a:cubicBezTo>
                    <a:cubicBezTo>
                      <a:pt x="32" y="3"/>
                      <a:pt x="32" y="4"/>
                      <a:pt x="32" y="5"/>
                    </a:cubicBezTo>
                    <a:cubicBezTo>
                      <a:pt x="31" y="6"/>
                      <a:pt x="30" y="7"/>
                      <a:pt x="29" y="8"/>
                    </a:cubicBezTo>
                    <a:cubicBezTo>
                      <a:pt x="29" y="8"/>
                      <a:pt x="29" y="8"/>
                      <a:pt x="28" y="8"/>
                    </a:cubicBezTo>
                    <a:cubicBezTo>
                      <a:pt x="28" y="8"/>
                      <a:pt x="28" y="9"/>
                      <a:pt x="28" y="9"/>
                    </a:cubicBezTo>
                    <a:cubicBezTo>
                      <a:pt x="28" y="9"/>
                      <a:pt x="29" y="10"/>
                      <a:pt x="29" y="10"/>
                    </a:cubicBezTo>
                    <a:cubicBezTo>
                      <a:pt x="29" y="10"/>
                      <a:pt x="29" y="10"/>
                      <a:pt x="30" y="9"/>
                    </a:cubicBezTo>
                    <a:cubicBezTo>
                      <a:pt x="30" y="9"/>
                      <a:pt x="33" y="8"/>
                      <a:pt x="38" y="7"/>
                    </a:cubicBezTo>
                    <a:cubicBezTo>
                      <a:pt x="38" y="7"/>
                      <a:pt x="38" y="7"/>
                      <a:pt x="38" y="7"/>
                    </a:cubicBezTo>
                    <a:cubicBezTo>
                      <a:pt x="38" y="8"/>
                      <a:pt x="39" y="8"/>
                      <a:pt x="39" y="8"/>
                    </a:cubicBezTo>
                    <a:cubicBezTo>
                      <a:pt x="40" y="8"/>
                      <a:pt x="40" y="7"/>
                      <a:pt x="39" y="6"/>
                    </a:cubicBezTo>
                    <a:cubicBezTo>
                      <a:pt x="39" y="5"/>
                      <a:pt x="38" y="5"/>
                      <a:pt x="37" y="5"/>
                    </a:cubicBezTo>
                    <a:cubicBezTo>
                      <a:pt x="35" y="4"/>
                      <a:pt x="35" y="4"/>
                      <a:pt x="36" y="5"/>
                    </a:cubicBezTo>
                    <a:cubicBezTo>
                      <a:pt x="36" y="5"/>
                      <a:pt x="36" y="6"/>
                      <a:pt x="37" y="7"/>
                    </a:cubicBezTo>
                    <a:cubicBezTo>
                      <a:pt x="34" y="7"/>
                      <a:pt x="32" y="8"/>
                      <a:pt x="30" y="8"/>
                    </a:cubicBezTo>
                    <a:cubicBezTo>
                      <a:pt x="31" y="7"/>
                      <a:pt x="32" y="6"/>
                      <a:pt x="33" y="4"/>
                    </a:cubicBezTo>
                    <a:cubicBezTo>
                      <a:pt x="34" y="4"/>
                      <a:pt x="34" y="4"/>
                      <a:pt x="34" y="4"/>
                    </a:cubicBezTo>
                    <a:cubicBezTo>
                      <a:pt x="35" y="4"/>
                      <a:pt x="35" y="3"/>
                      <a:pt x="33" y="3"/>
                    </a:cubicBezTo>
                    <a:cubicBezTo>
                      <a:pt x="36" y="2"/>
                      <a:pt x="38" y="2"/>
                      <a:pt x="39" y="2"/>
                    </a:cubicBezTo>
                    <a:cubicBezTo>
                      <a:pt x="39" y="2"/>
                      <a:pt x="39" y="1"/>
                      <a:pt x="39" y="1"/>
                    </a:cubicBezTo>
                    <a:cubicBezTo>
                      <a:pt x="39" y="1"/>
                      <a:pt x="38" y="1"/>
                      <a:pt x="38" y="1"/>
                    </a:cubicBezTo>
                    <a:close/>
                    <a:moveTo>
                      <a:pt x="63" y="0"/>
                    </a:moveTo>
                    <a:cubicBezTo>
                      <a:pt x="63" y="0"/>
                      <a:pt x="63" y="1"/>
                      <a:pt x="63" y="1"/>
                    </a:cubicBezTo>
                    <a:cubicBezTo>
                      <a:pt x="63" y="1"/>
                      <a:pt x="63" y="2"/>
                      <a:pt x="63" y="3"/>
                    </a:cubicBezTo>
                    <a:cubicBezTo>
                      <a:pt x="62" y="7"/>
                      <a:pt x="61" y="9"/>
                      <a:pt x="59" y="11"/>
                    </a:cubicBezTo>
                    <a:cubicBezTo>
                      <a:pt x="59" y="11"/>
                      <a:pt x="59" y="11"/>
                      <a:pt x="59" y="11"/>
                    </a:cubicBezTo>
                    <a:cubicBezTo>
                      <a:pt x="61" y="10"/>
                      <a:pt x="62" y="8"/>
                      <a:pt x="63" y="5"/>
                    </a:cubicBezTo>
                    <a:cubicBezTo>
                      <a:pt x="64" y="5"/>
                      <a:pt x="64" y="6"/>
                      <a:pt x="65" y="8"/>
                    </a:cubicBezTo>
                    <a:cubicBezTo>
                      <a:pt x="66" y="9"/>
                      <a:pt x="66" y="9"/>
                      <a:pt x="66" y="10"/>
                    </a:cubicBezTo>
                    <a:cubicBezTo>
                      <a:pt x="66" y="10"/>
                      <a:pt x="67" y="11"/>
                      <a:pt x="69" y="11"/>
                    </a:cubicBezTo>
                    <a:cubicBezTo>
                      <a:pt x="69" y="11"/>
                      <a:pt x="69" y="11"/>
                      <a:pt x="70" y="11"/>
                    </a:cubicBezTo>
                    <a:cubicBezTo>
                      <a:pt x="70" y="11"/>
                      <a:pt x="71" y="11"/>
                      <a:pt x="71" y="10"/>
                    </a:cubicBezTo>
                    <a:cubicBezTo>
                      <a:pt x="71" y="10"/>
                      <a:pt x="71" y="10"/>
                      <a:pt x="71" y="10"/>
                    </a:cubicBezTo>
                    <a:cubicBezTo>
                      <a:pt x="68" y="8"/>
                      <a:pt x="66" y="7"/>
                      <a:pt x="65" y="5"/>
                    </a:cubicBezTo>
                    <a:cubicBezTo>
                      <a:pt x="64" y="5"/>
                      <a:pt x="64" y="4"/>
                      <a:pt x="64" y="4"/>
                    </a:cubicBezTo>
                    <a:cubicBezTo>
                      <a:pt x="64" y="3"/>
                      <a:pt x="64" y="2"/>
                      <a:pt x="65" y="2"/>
                    </a:cubicBezTo>
                    <a:cubicBezTo>
                      <a:pt x="65" y="2"/>
                      <a:pt x="65" y="2"/>
                      <a:pt x="65" y="1"/>
                    </a:cubicBezTo>
                    <a:cubicBezTo>
                      <a:pt x="64" y="1"/>
                      <a:pt x="64" y="1"/>
                      <a:pt x="63" y="0"/>
                    </a:cubicBezTo>
                    <a:close/>
                    <a:moveTo>
                      <a:pt x="85" y="12"/>
                    </a:moveTo>
                    <a:cubicBezTo>
                      <a:pt x="86" y="12"/>
                      <a:pt x="87" y="12"/>
                      <a:pt x="88" y="12"/>
                    </a:cubicBezTo>
                    <a:cubicBezTo>
                      <a:pt x="89" y="12"/>
                      <a:pt x="89" y="12"/>
                      <a:pt x="89" y="12"/>
                    </a:cubicBezTo>
                    <a:cubicBezTo>
                      <a:pt x="90" y="12"/>
                      <a:pt x="90" y="12"/>
                      <a:pt x="91" y="11"/>
                    </a:cubicBezTo>
                    <a:cubicBezTo>
                      <a:pt x="91" y="11"/>
                      <a:pt x="90" y="11"/>
                      <a:pt x="90" y="11"/>
                    </a:cubicBezTo>
                    <a:cubicBezTo>
                      <a:pt x="89" y="10"/>
                      <a:pt x="88" y="11"/>
                      <a:pt x="87" y="11"/>
                    </a:cubicBezTo>
                    <a:cubicBezTo>
                      <a:pt x="86" y="11"/>
                      <a:pt x="86" y="11"/>
                      <a:pt x="85" y="11"/>
                    </a:cubicBezTo>
                    <a:cubicBezTo>
                      <a:pt x="86" y="9"/>
                      <a:pt x="86" y="7"/>
                      <a:pt x="86" y="7"/>
                    </a:cubicBezTo>
                    <a:cubicBezTo>
                      <a:pt x="86" y="6"/>
                      <a:pt x="86" y="6"/>
                      <a:pt x="86" y="6"/>
                    </a:cubicBezTo>
                    <a:cubicBezTo>
                      <a:pt x="86" y="5"/>
                      <a:pt x="87" y="5"/>
                      <a:pt x="87" y="5"/>
                    </a:cubicBezTo>
                    <a:cubicBezTo>
                      <a:pt x="86" y="5"/>
                      <a:pt x="85" y="4"/>
                      <a:pt x="84" y="4"/>
                    </a:cubicBezTo>
                    <a:cubicBezTo>
                      <a:pt x="84" y="4"/>
                      <a:pt x="84" y="4"/>
                      <a:pt x="84" y="5"/>
                    </a:cubicBezTo>
                    <a:cubicBezTo>
                      <a:pt x="84" y="5"/>
                      <a:pt x="84" y="6"/>
                      <a:pt x="84" y="6"/>
                    </a:cubicBezTo>
                    <a:cubicBezTo>
                      <a:pt x="84" y="8"/>
                      <a:pt x="84" y="12"/>
                      <a:pt x="83" y="18"/>
                    </a:cubicBezTo>
                    <a:cubicBezTo>
                      <a:pt x="80" y="18"/>
                      <a:pt x="80" y="18"/>
                      <a:pt x="80" y="18"/>
                    </a:cubicBezTo>
                    <a:cubicBezTo>
                      <a:pt x="80" y="18"/>
                      <a:pt x="80" y="17"/>
                      <a:pt x="80" y="16"/>
                    </a:cubicBezTo>
                    <a:cubicBezTo>
                      <a:pt x="80" y="14"/>
                      <a:pt x="80" y="12"/>
                      <a:pt x="80" y="12"/>
                    </a:cubicBezTo>
                    <a:cubicBezTo>
                      <a:pt x="80" y="12"/>
                      <a:pt x="80" y="11"/>
                      <a:pt x="80" y="11"/>
                    </a:cubicBezTo>
                    <a:cubicBezTo>
                      <a:pt x="80" y="11"/>
                      <a:pt x="80" y="11"/>
                      <a:pt x="80" y="11"/>
                    </a:cubicBezTo>
                    <a:cubicBezTo>
                      <a:pt x="80" y="10"/>
                      <a:pt x="79" y="10"/>
                      <a:pt x="78" y="9"/>
                    </a:cubicBezTo>
                    <a:cubicBezTo>
                      <a:pt x="78" y="9"/>
                      <a:pt x="78" y="10"/>
                      <a:pt x="78" y="10"/>
                    </a:cubicBezTo>
                    <a:cubicBezTo>
                      <a:pt x="78" y="11"/>
                      <a:pt x="78" y="11"/>
                      <a:pt x="78" y="11"/>
                    </a:cubicBezTo>
                    <a:cubicBezTo>
                      <a:pt x="79" y="12"/>
                      <a:pt x="79" y="15"/>
                      <a:pt x="78" y="18"/>
                    </a:cubicBezTo>
                    <a:cubicBezTo>
                      <a:pt x="77" y="18"/>
                      <a:pt x="76" y="18"/>
                      <a:pt x="74" y="18"/>
                    </a:cubicBezTo>
                    <a:cubicBezTo>
                      <a:pt x="74" y="18"/>
                      <a:pt x="73" y="18"/>
                      <a:pt x="74" y="18"/>
                    </a:cubicBezTo>
                    <a:cubicBezTo>
                      <a:pt x="74" y="19"/>
                      <a:pt x="74" y="19"/>
                      <a:pt x="75" y="19"/>
                    </a:cubicBezTo>
                    <a:cubicBezTo>
                      <a:pt x="78" y="19"/>
                      <a:pt x="81" y="19"/>
                      <a:pt x="84" y="19"/>
                    </a:cubicBezTo>
                    <a:cubicBezTo>
                      <a:pt x="85" y="19"/>
                      <a:pt x="87" y="19"/>
                      <a:pt x="88" y="20"/>
                    </a:cubicBezTo>
                    <a:cubicBezTo>
                      <a:pt x="89" y="20"/>
                      <a:pt x="91" y="20"/>
                      <a:pt x="92" y="20"/>
                    </a:cubicBezTo>
                    <a:cubicBezTo>
                      <a:pt x="93" y="20"/>
                      <a:pt x="93" y="20"/>
                      <a:pt x="93" y="20"/>
                    </a:cubicBezTo>
                    <a:cubicBezTo>
                      <a:pt x="93" y="19"/>
                      <a:pt x="92" y="18"/>
                      <a:pt x="91" y="18"/>
                    </a:cubicBezTo>
                    <a:cubicBezTo>
                      <a:pt x="91" y="18"/>
                      <a:pt x="90" y="18"/>
                      <a:pt x="89" y="18"/>
                    </a:cubicBezTo>
                    <a:cubicBezTo>
                      <a:pt x="87" y="18"/>
                      <a:pt x="85" y="18"/>
                      <a:pt x="84" y="18"/>
                    </a:cubicBezTo>
                    <a:cubicBezTo>
                      <a:pt x="85" y="12"/>
                      <a:pt x="85" y="12"/>
                      <a:pt x="85" y="12"/>
                    </a:cubicBezTo>
                    <a:close/>
                    <a:moveTo>
                      <a:pt x="55" y="2"/>
                    </a:moveTo>
                    <a:cubicBezTo>
                      <a:pt x="56" y="3"/>
                      <a:pt x="57" y="4"/>
                      <a:pt x="58" y="4"/>
                    </a:cubicBezTo>
                    <a:cubicBezTo>
                      <a:pt x="59" y="3"/>
                      <a:pt x="59" y="3"/>
                      <a:pt x="58" y="2"/>
                    </a:cubicBezTo>
                    <a:cubicBezTo>
                      <a:pt x="56" y="1"/>
                      <a:pt x="55" y="1"/>
                      <a:pt x="55" y="2"/>
                    </a:cubicBezTo>
                    <a:close/>
                    <a:moveTo>
                      <a:pt x="59" y="5"/>
                    </a:moveTo>
                    <a:cubicBezTo>
                      <a:pt x="59" y="5"/>
                      <a:pt x="58" y="5"/>
                      <a:pt x="57" y="5"/>
                    </a:cubicBezTo>
                    <a:cubicBezTo>
                      <a:pt x="55" y="6"/>
                      <a:pt x="52" y="6"/>
                      <a:pt x="50" y="6"/>
                    </a:cubicBezTo>
                    <a:cubicBezTo>
                      <a:pt x="50" y="6"/>
                      <a:pt x="50" y="6"/>
                      <a:pt x="50" y="7"/>
                    </a:cubicBezTo>
                    <a:cubicBezTo>
                      <a:pt x="51" y="7"/>
                      <a:pt x="51" y="7"/>
                      <a:pt x="52" y="8"/>
                    </a:cubicBezTo>
                    <a:cubicBezTo>
                      <a:pt x="52" y="8"/>
                      <a:pt x="53" y="7"/>
                      <a:pt x="55" y="7"/>
                    </a:cubicBezTo>
                    <a:cubicBezTo>
                      <a:pt x="55" y="9"/>
                      <a:pt x="53" y="12"/>
                      <a:pt x="50" y="15"/>
                    </a:cubicBezTo>
                    <a:cubicBezTo>
                      <a:pt x="49" y="15"/>
                      <a:pt x="49" y="15"/>
                      <a:pt x="50" y="15"/>
                    </a:cubicBezTo>
                    <a:cubicBezTo>
                      <a:pt x="50" y="15"/>
                      <a:pt x="51" y="15"/>
                      <a:pt x="51" y="15"/>
                    </a:cubicBezTo>
                    <a:cubicBezTo>
                      <a:pt x="53" y="13"/>
                      <a:pt x="55" y="12"/>
                      <a:pt x="55" y="10"/>
                    </a:cubicBezTo>
                    <a:cubicBezTo>
                      <a:pt x="55" y="10"/>
                      <a:pt x="55" y="10"/>
                      <a:pt x="56" y="10"/>
                    </a:cubicBezTo>
                    <a:cubicBezTo>
                      <a:pt x="56" y="10"/>
                      <a:pt x="57" y="10"/>
                      <a:pt x="57" y="10"/>
                    </a:cubicBezTo>
                    <a:cubicBezTo>
                      <a:pt x="57" y="11"/>
                      <a:pt x="57" y="12"/>
                      <a:pt x="56" y="13"/>
                    </a:cubicBezTo>
                    <a:cubicBezTo>
                      <a:pt x="56" y="14"/>
                      <a:pt x="55" y="15"/>
                      <a:pt x="55" y="15"/>
                    </a:cubicBezTo>
                    <a:cubicBezTo>
                      <a:pt x="55" y="15"/>
                      <a:pt x="55" y="15"/>
                      <a:pt x="54" y="15"/>
                    </a:cubicBezTo>
                    <a:cubicBezTo>
                      <a:pt x="54" y="14"/>
                      <a:pt x="53" y="14"/>
                      <a:pt x="53" y="14"/>
                    </a:cubicBezTo>
                    <a:cubicBezTo>
                      <a:pt x="54" y="15"/>
                      <a:pt x="54" y="16"/>
                      <a:pt x="54" y="16"/>
                    </a:cubicBezTo>
                    <a:cubicBezTo>
                      <a:pt x="54" y="16"/>
                      <a:pt x="54" y="17"/>
                      <a:pt x="54" y="17"/>
                    </a:cubicBezTo>
                    <a:cubicBezTo>
                      <a:pt x="55" y="17"/>
                      <a:pt x="55" y="17"/>
                      <a:pt x="56" y="16"/>
                    </a:cubicBezTo>
                    <a:cubicBezTo>
                      <a:pt x="57" y="15"/>
                      <a:pt x="57" y="15"/>
                      <a:pt x="57" y="14"/>
                    </a:cubicBezTo>
                    <a:cubicBezTo>
                      <a:pt x="58" y="12"/>
                      <a:pt x="58" y="11"/>
                      <a:pt x="58" y="11"/>
                    </a:cubicBezTo>
                    <a:cubicBezTo>
                      <a:pt x="59" y="10"/>
                      <a:pt x="59" y="10"/>
                      <a:pt x="59" y="10"/>
                    </a:cubicBezTo>
                    <a:cubicBezTo>
                      <a:pt x="58" y="10"/>
                      <a:pt x="58" y="9"/>
                      <a:pt x="58" y="9"/>
                    </a:cubicBezTo>
                    <a:cubicBezTo>
                      <a:pt x="57" y="9"/>
                      <a:pt x="57" y="9"/>
                      <a:pt x="57" y="9"/>
                    </a:cubicBezTo>
                    <a:cubicBezTo>
                      <a:pt x="57" y="9"/>
                      <a:pt x="56" y="9"/>
                      <a:pt x="56" y="9"/>
                    </a:cubicBezTo>
                    <a:cubicBezTo>
                      <a:pt x="56" y="9"/>
                      <a:pt x="56" y="8"/>
                      <a:pt x="56" y="8"/>
                    </a:cubicBezTo>
                    <a:cubicBezTo>
                      <a:pt x="56" y="8"/>
                      <a:pt x="56" y="8"/>
                      <a:pt x="56" y="8"/>
                    </a:cubicBezTo>
                    <a:cubicBezTo>
                      <a:pt x="56" y="8"/>
                      <a:pt x="56" y="7"/>
                      <a:pt x="55" y="7"/>
                    </a:cubicBezTo>
                    <a:cubicBezTo>
                      <a:pt x="57" y="6"/>
                      <a:pt x="58" y="6"/>
                      <a:pt x="59" y="6"/>
                    </a:cubicBezTo>
                    <a:cubicBezTo>
                      <a:pt x="60" y="6"/>
                      <a:pt x="60" y="6"/>
                      <a:pt x="60" y="6"/>
                    </a:cubicBezTo>
                    <a:cubicBezTo>
                      <a:pt x="60" y="5"/>
                      <a:pt x="59" y="5"/>
                      <a:pt x="59" y="5"/>
                    </a:cubicBezTo>
                    <a:close/>
                    <a:moveTo>
                      <a:pt x="62" y="11"/>
                    </a:moveTo>
                    <a:cubicBezTo>
                      <a:pt x="62" y="11"/>
                      <a:pt x="62" y="11"/>
                      <a:pt x="62" y="11"/>
                    </a:cubicBezTo>
                    <a:cubicBezTo>
                      <a:pt x="63" y="12"/>
                      <a:pt x="64" y="13"/>
                      <a:pt x="64" y="13"/>
                    </a:cubicBezTo>
                    <a:cubicBezTo>
                      <a:pt x="65" y="13"/>
                      <a:pt x="65" y="12"/>
                      <a:pt x="64" y="11"/>
                    </a:cubicBezTo>
                    <a:cubicBezTo>
                      <a:pt x="63" y="11"/>
                      <a:pt x="62" y="10"/>
                      <a:pt x="62" y="11"/>
                    </a:cubicBezTo>
                    <a:close/>
                    <a:moveTo>
                      <a:pt x="61" y="15"/>
                    </a:moveTo>
                    <a:cubicBezTo>
                      <a:pt x="62" y="16"/>
                      <a:pt x="63" y="17"/>
                      <a:pt x="64" y="18"/>
                    </a:cubicBezTo>
                    <a:cubicBezTo>
                      <a:pt x="65" y="17"/>
                      <a:pt x="65" y="17"/>
                      <a:pt x="65" y="16"/>
                    </a:cubicBezTo>
                    <a:cubicBezTo>
                      <a:pt x="64" y="15"/>
                      <a:pt x="63" y="15"/>
                      <a:pt x="62" y="14"/>
                    </a:cubicBezTo>
                    <a:cubicBezTo>
                      <a:pt x="61" y="14"/>
                      <a:pt x="61" y="14"/>
                      <a:pt x="61" y="15"/>
                    </a:cubicBezTo>
                    <a:close/>
                    <a:moveTo>
                      <a:pt x="35" y="12"/>
                    </a:moveTo>
                    <a:cubicBezTo>
                      <a:pt x="36" y="12"/>
                      <a:pt x="37" y="12"/>
                      <a:pt x="38" y="12"/>
                    </a:cubicBezTo>
                    <a:cubicBezTo>
                      <a:pt x="39" y="12"/>
                      <a:pt x="39" y="12"/>
                      <a:pt x="39" y="11"/>
                    </a:cubicBezTo>
                    <a:cubicBezTo>
                      <a:pt x="39" y="11"/>
                      <a:pt x="39" y="11"/>
                      <a:pt x="38" y="11"/>
                    </a:cubicBezTo>
                    <a:cubicBezTo>
                      <a:pt x="38" y="11"/>
                      <a:pt x="38" y="11"/>
                      <a:pt x="37" y="11"/>
                    </a:cubicBezTo>
                    <a:cubicBezTo>
                      <a:pt x="37" y="11"/>
                      <a:pt x="36" y="11"/>
                      <a:pt x="35" y="11"/>
                    </a:cubicBezTo>
                    <a:cubicBezTo>
                      <a:pt x="35" y="11"/>
                      <a:pt x="35" y="10"/>
                      <a:pt x="36" y="10"/>
                    </a:cubicBezTo>
                    <a:cubicBezTo>
                      <a:pt x="36" y="10"/>
                      <a:pt x="36" y="10"/>
                      <a:pt x="35" y="10"/>
                    </a:cubicBezTo>
                    <a:cubicBezTo>
                      <a:pt x="34" y="9"/>
                      <a:pt x="34" y="9"/>
                      <a:pt x="33" y="9"/>
                    </a:cubicBezTo>
                    <a:cubicBezTo>
                      <a:pt x="33" y="9"/>
                      <a:pt x="33" y="9"/>
                      <a:pt x="33" y="9"/>
                    </a:cubicBezTo>
                    <a:cubicBezTo>
                      <a:pt x="34" y="10"/>
                      <a:pt x="34" y="11"/>
                      <a:pt x="34" y="12"/>
                    </a:cubicBezTo>
                    <a:cubicBezTo>
                      <a:pt x="33" y="12"/>
                      <a:pt x="33" y="12"/>
                      <a:pt x="32" y="12"/>
                    </a:cubicBezTo>
                    <a:cubicBezTo>
                      <a:pt x="31" y="12"/>
                      <a:pt x="30" y="12"/>
                      <a:pt x="30" y="12"/>
                    </a:cubicBezTo>
                    <a:cubicBezTo>
                      <a:pt x="29" y="13"/>
                      <a:pt x="30" y="13"/>
                      <a:pt x="31" y="13"/>
                    </a:cubicBezTo>
                    <a:cubicBezTo>
                      <a:pt x="32" y="13"/>
                      <a:pt x="33" y="13"/>
                      <a:pt x="34" y="13"/>
                    </a:cubicBezTo>
                    <a:cubicBezTo>
                      <a:pt x="34" y="16"/>
                      <a:pt x="34" y="16"/>
                      <a:pt x="34" y="16"/>
                    </a:cubicBezTo>
                    <a:cubicBezTo>
                      <a:pt x="32" y="16"/>
                      <a:pt x="30" y="16"/>
                      <a:pt x="27" y="16"/>
                    </a:cubicBezTo>
                    <a:cubicBezTo>
                      <a:pt x="27" y="17"/>
                      <a:pt x="27" y="17"/>
                      <a:pt x="27" y="17"/>
                    </a:cubicBezTo>
                    <a:cubicBezTo>
                      <a:pt x="26" y="17"/>
                      <a:pt x="26" y="17"/>
                      <a:pt x="26" y="17"/>
                    </a:cubicBezTo>
                    <a:cubicBezTo>
                      <a:pt x="26" y="17"/>
                      <a:pt x="27" y="17"/>
                      <a:pt x="28" y="17"/>
                    </a:cubicBezTo>
                    <a:cubicBezTo>
                      <a:pt x="28" y="17"/>
                      <a:pt x="28" y="17"/>
                      <a:pt x="28" y="17"/>
                    </a:cubicBezTo>
                    <a:cubicBezTo>
                      <a:pt x="33" y="16"/>
                      <a:pt x="38" y="16"/>
                      <a:pt x="43" y="16"/>
                    </a:cubicBezTo>
                    <a:cubicBezTo>
                      <a:pt x="44" y="16"/>
                      <a:pt x="44" y="16"/>
                      <a:pt x="44" y="15"/>
                    </a:cubicBezTo>
                    <a:cubicBezTo>
                      <a:pt x="44" y="15"/>
                      <a:pt x="43" y="14"/>
                      <a:pt x="42" y="14"/>
                    </a:cubicBezTo>
                    <a:cubicBezTo>
                      <a:pt x="42" y="14"/>
                      <a:pt x="41" y="14"/>
                      <a:pt x="41" y="14"/>
                    </a:cubicBezTo>
                    <a:cubicBezTo>
                      <a:pt x="39" y="15"/>
                      <a:pt x="38" y="15"/>
                      <a:pt x="35" y="15"/>
                    </a:cubicBezTo>
                    <a:cubicBezTo>
                      <a:pt x="35" y="12"/>
                      <a:pt x="35" y="12"/>
                      <a:pt x="35" y="12"/>
                    </a:cubicBezTo>
                    <a:close/>
                    <a:moveTo>
                      <a:pt x="5" y="4"/>
                    </a:moveTo>
                    <a:cubicBezTo>
                      <a:pt x="5" y="4"/>
                      <a:pt x="5" y="4"/>
                      <a:pt x="5" y="4"/>
                    </a:cubicBezTo>
                    <a:cubicBezTo>
                      <a:pt x="5" y="4"/>
                      <a:pt x="5" y="5"/>
                      <a:pt x="6" y="5"/>
                    </a:cubicBezTo>
                    <a:cubicBezTo>
                      <a:pt x="6" y="6"/>
                      <a:pt x="6" y="6"/>
                      <a:pt x="7" y="6"/>
                    </a:cubicBezTo>
                    <a:cubicBezTo>
                      <a:pt x="7" y="5"/>
                      <a:pt x="7" y="5"/>
                      <a:pt x="7" y="5"/>
                    </a:cubicBezTo>
                    <a:cubicBezTo>
                      <a:pt x="7" y="4"/>
                      <a:pt x="6" y="4"/>
                      <a:pt x="5" y="4"/>
                    </a:cubicBezTo>
                    <a:close/>
                    <a:moveTo>
                      <a:pt x="10" y="9"/>
                    </a:moveTo>
                    <a:cubicBezTo>
                      <a:pt x="11" y="9"/>
                      <a:pt x="12" y="9"/>
                      <a:pt x="12" y="8"/>
                    </a:cubicBezTo>
                    <a:cubicBezTo>
                      <a:pt x="13" y="8"/>
                      <a:pt x="13" y="8"/>
                      <a:pt x="12" y="8"/>
                    </a:cubicBezTo>
                    <a:cubicBezTo>
                      <a:pt x="11" y="8"/>
                      <a:pt x="11" y="8"/>
                      <a:pt x="11" y="8"/>
                    </a:cubicBezTo>
                    <a:cubicBezTo>
                      <a:pt x="10" y="8"/>
                      <a:pt x="10" y="8"/>
                      <a:pt x="10" y="8"/>
                    </a:cubicBezTo>
                    <a:cubicBezTo>
                      <a:pt x="10" y="8"/>
                      <a:pt x="10" y="8"/>
                      <a:pt x="10" y="8"/>
                    </a:cubicBezTo>
                    <a:cubicBezTo>
                      <a:pt x="10" y="8"/>
                      <a:pt x="10" y="7"/>
                      <a:pt x="10" y="7"/>
                    </a:cubicBezTo>
                    <a:cubicBezTo>
                      <a:pt x="10" y="7"/>
                      <a:pt x="10" y="7"/>
                      <a:pt x="9" y="7"/>
                    </a:cubicBezTo>
                    <a:cubicBezTo>
                      <a:pt x="11" y="6"/>
                      <a:pt x="13" y="6"/>
                      <a:pt x="13" y="6"/>
                    </a:cubicBezTo>
                    <a:cubicBezTo>
                      <a:pt x="14" y="6"/>
                      <a:pt x="14" y="6"/>
                      <a:pt x="13" y="5"/>
                    </a:cubicBezTo>
                    <a:cubicBezTo>
                      <a:pt x="13" y="5"/>
                      <a:pt x="13" y="5"/>
                      <a:pt x="12" y="5"/>
                    </a:cubicBezTo>
                    <a:cubicBezTo>
                      <a:pt x="12" y="5"/>
                      <a:pt x="12" y="5"/>
                      <a:pt x="12" y="5"/>
                    </a:cubicBezTo>
                    <a:cubicBezTo>
                      <a:pt x="10" y="6"/>
                      <a:pt x="7" y="6"/>
                      <a:pt x="5" y="7"/>
                    </a:cubicBezTo>
                    <a:cubicBezTo>
                      <a:pt x="4" y="7"/>
                      <a:pt x="4" y="7"/>
                      <a:pt x="5" y="7"/>
                    </a:cubicBezTo>
                    <a:cubicBezTo>
                      <a:pt x="5" y="7"/>
                      <a:pt x="5" y="7"/>
                      <a:pt x="6" y="7"/>
                    </a:cubicBezTo>
                    <a:cubicBezTo>
                      <a:pt x="6" y="7"/>
                      <a:pt x="7" y="7"/>
                      <a:pt x="7" y="7"/>
                    </a:cubicBezTo>
                    <a:cubicBezTo>
                      <a:pt x="8" y="7"/>
                      <a:pt x="8" y="8"/>
                      <a:pt x="8" y="9"/>
                    </a:cubicBezTo>
                    <a:cubicBezTo>
                      <a:pt x="7" y="9"/>
                      <a:pt x="7" y="9"/>
                      <a:pt x="6" y="9"/>
                    </a:cubicBezTo>
                    <a:cubicBezTo>
                      <a:pt x="5" y="9"/>
                      <a:pt x="6" y="9"/>
                      <a:pt x="6" y="9"/>
                    </a:cubicBezTo>
                    <a:cubicBezTo>
                      <a:pt x="7" y="9"/>
                      <a:pt x="7" y="9"/>
                      <a:pt x="8" y="9"/>
                    </a:cubicBezTo>
                    <a:cubicBezTo>
                      <a:pt x="8" y="11"/>
                      <a:pt x="8" y="11"/>
                      <a:pt x="8" y="11"/>
                    </a:cubicBezTo>
                    <a:cubicBezTo>
                      <a:pt x="7" y="11"/>
                      <a:pt x="5" y="11"/>
                      <a:pt x="4" y="11"/>
                    </a:cubicBezTo>
                    <a:cubicBezTo>
                      <a:pt x="4" y="11"/>
                      <a:pt x="4" y="12"/>
                      <a:pt x="4" y="12"/>
                    </a:cubicBezTo>
                    <a:cubicBezTo>
                      <a:pt x="5" y="12"/>
                      <a:pt x="5" y="12"/>
                      <a:pt x="6" y="12"/>
                    </a:cubicBezTo>
                    <a:cubicBezTo>
                      <a:pt x="7" y="12"/>
                      <a:pt x="7" y="12"/>
                      <a:pt x="8" y="12"/>
                    </a:cubicBezTo>
                    <a:cubicBezTo>
                      <a:pt x="8" y="11"/>
                      <a:pt x="8" y="11"/>
                      <a:pt x="8" y="11"/>
                    </a:cubicBezTo>
                    <a:cubicBezTo>
                      <a:pt x="9" y="14"/>
                      <a:pt x="9" y="14"/>
                      <a:pt x="9" y="14"/>
                    </a:cubicBezTo>
                    <a:cubicBezTo>
                      <a:pt x="8" y="14"/>
                      <a:pt x="8" y="15"/>
                      <a:pt x="8" y="15"/>
                    </a:cubicBezTo>
                    <a:cubicBezTo>
                      <a:pt x="4" y="15"/>
                      <a:pt x="1" y="15"/>
                      <a:pt x="0" y="15"/>
                    </a:cubicBezTo>
                    <a:cubicBezTo>
                      <a:pt x="0" y="16"/>
                      <a:pt x="0" y="16"/>
                      <a:pt x="0" y="16"/>
                    </a:cubicBezTo>
                    <a:cubicBezTo>
                      <a:pt x="1" y="16"/>
                      <a:pt x="1" y="16"/>
                      <a:pt x="2" y="17"/>
                    </a:cubicBezTo>
                    <a:cubicBezTo>
                      <a:pt x="2" y="17"/>
                      <a:pt x="2" y="16"/>
                      <a:pt x="2" y="16"/>
                    </a:cubicBezTo>
                    <a:cubicBezTo>
                      <a:pt x="4" y="16"/>
                      <a:pt x="7" y="15"/>
                      <a:pt x="13" y="14"/>
                    </a:cubicBezTo>
                    <a:cubicBezTo>
                      <a:pt x="14" y="14"/>
                      <a:pt x="16" y="14"/>
                      <a:pt x="18" y="14"/>
                    </a:cubicBezTo>
                    <a:cubicBezTo>
                      <a:pt x="18" y="14"/>
                      <a:pt x="18" y="14"/>
                      <a:pt x="18" y="14"/>
                    </a:cubicBezTo>
                    <a:cubicBezTo>
                      <a:pt x="19" y="14"/>
                      <a:pt x="19" y="14"/>
                      <a:pt x="19" y="13"/>
                    </a:cubicBezTo>
                    <a:cubicBezTo>
                      <a:pt x="18" y="13"/>
                      <a:pt x="17" y="13"/>
                      <a:pt x="17" y="13"/>
                    </a:cubicBezTo>
                    <a:cubicBezTo>
                      <a:pt x="16" y="13"/>
                      <a:pt x="16" y="13"/>
                      <a:pt x="14" y="13"/>
                    </a:cubicBezTo>
                    <a:cubicBezTo>
                      <a:pt x="13" y="14"/>
                      <a:pt x="13" y="14"/>
                      <a:pt x="13" y="14"/>
                    </a:cubicBezTo>
                    <a:cubicBezTo>
                      <a:pt x="13" y="13"/>
                      <a:pt x="14" y="12"/>
                      <a:pt x="14" y="12"/>
                    </a:cubicBezTo>
                    <a:cubicBezTo>
                      <a:pt x="14" y="12"/>
                      <a:pt x="14" y="12"/>
                      <a:pt x="14" y="11"/>
                    </a:cubicBezTo>
                    <a:cubicBezTo>
                      <a:pt x="13" y="11"/>
                      <a:pt x="13" y="11"/>
                      <a:pt x="12" y="11"/>
                    </a:cubicBezTo>
                    <a:cubicBezTo>
                      <a:pt x="12" y="11"/>
                      <a:pt x="12" y="11"/>
                      <a:pt x="12" y="12"/>
                    </a:cubicBezTo>
                    <a:cubicBezTo>
                      <a:pt x="12" y="12"/>
                      <a:pt x="12" y="12"/>
                      <a:pt x="12" y="12"/>
                    </a:cubicBezTo>
                    <a:cubicBezTo>
                      <a:pt x="12" y="13"/>
                      <a:pt x="12" y="14"/>
                      <a:pt x="12" y="14"/>
                    </a:cubicBezTo>
                    <a:cubicBezTo>
                      <a:pt x="10" y="14"/>
                      <a:pt x="10" y="14"/>
                      <a:pt x="10" y="14"/>
                    </a:cubicBezTo>
                    <a:cubicBezTo>
                      <a:pt x="10" y="11"/>
                      <a:pt x="10" y="11"/>
                      <a:pt x="10" y="11"/>
                    </a:cubicBezTo>
                    <a:cubicBezTo>
                      <a:pt x="10" y="11"/>
                      <a:pt x="11" y="11"/>
                      <a:pt x="12" y="11"/>
                    </a:cubicBezTo>
                    <a:cubicBezTo>
                      <a:pt x="13" y="11"/>
                      <a:pt x="14" y="11"/>
                      <a:pt x="14" y="10"/>
                    </a:cubicBezTo>
                    <a:cubicBezTo>
                      <a:pt x="15" y="10"/>
                      <a:pt x="15" y="10"/>
                      <a:pt x="14" y="10"/>
                    </a:cubicBezTo>
                    <a:cubicBezTo>
                      <a:pt x="14" y="10"/>
                      <a:pt x="14" y="10"/>
                      <a:pt x="13" y="10"/>
                    </a:cubicBezTo>
                    <a:cubicBezTo>
                      <a:pt x="13" y="10"/>
                      <a:pt x="13" y="10"/>
                      <a:pt x="12" y="10"/>
                    </a:cubicBezTo>
                    <a:cubicBezTo>
                      <a:pt x="11" y="10"/>
                      <a:pt x="10" y="10"/>
                      <a:pt x="10" y="10"/>
                    </a:cubicBezTo>
                    <a:cubicBezTo>
                      <a:pt x="10" y="9"/>
                      <a:pt x="10" y="9"/>
                      <a:pt x="10" y="9"/>
                    </a:cubicBezTo>
                    <a:close/>
                    <a:moveTo>
                      <a:pt x="7" y="13"/>
                    </a:moveTo>
                    <a:cubicBezTo>
                      <a:pt x="7" y="13"/>
                      <a:pt x="6" y="12"/>
                      <a:pt x="5" y="12"/>
                    </a:cubicBezTo>
                    <a:cubicBezTo>
                      <a:pt x="5" y="12"/>
                      <a:pt x="5" y="13"/>
                      <a:pt x="5" y="13"/>
                    </a:cubicBezTo>
                    <a:cubicBezTo>
                      <a:pt x="6" y="14"/>
                      <a:pt x="6" y="14"/>
                      <a:pt x="6" y="14"/>
                    </a:cubicBezTo>
                    <a:cubicBezTo>
                      <a:pt x="7" y="14"/>
                      <a:pt x="7" y="14"/>
                      <a:pt x="7" y="13"/>
                    </a:cubicBezTo>
                    <a:close/>
                    <a:moveTo>
                      <a:pt x="13" y="16"/>
                    </a:moveTo>
                    <a:cubicBezTo>
                      <a:pt x="13" y="16"/>
                      <a:pt x="12" y="16"/>
                      <a:pt x="11" y="16"/>
                    </a:cubicBezTo>
                    <a:cubicBezTo>
                      <a:pt x="9" y="17"/>
                      <a:pt x="8" y="17"/>
                      <a:pt x="7" y="17"/>
                    </a:cubicBezTo>
                    <a:cubicBezTo>
                      <a:pt x="6" y="17"/>
                      <a:pt x="6" y="17"/>
                      <a:pt x="5" y="17"/>
                    </a:cubicBezTo>
                    <a:cubicBezTo>
                      <a:pt x="5" y="17"/>
                      <a:pt x="5" y="17"/>
                      <a:pt x="5" y="17"/>
                    </a:cubicBezTo>
                    <a:cubicBezTo>
                      <a:pt x="6" y="18"/>
                      <a:pt x="6" y="18"/>
                      <a:pt x="6" y="19"/>
                    </a:cubicBezTo>
                    <a:cubicBezTo>
                      <a:pt x="6" y="20"/>
                      <a:pt x="6" y="20"/>
                      <a:pt x="7" y="21"/>
                    </a:cubicBezTo>
                    <a:cubicBezTo>
                      <a:pt x="7" y="21"/>
                      <a:pt x="7" y="21"/>
                      <a:pt x="7" y="21"/>
                    </a:cubicBezTo>
                    <a:cubicBezTo>
                      <a:pt x="7" y="21"/>
                      <a:pt x="8" y="21"/>
                      <a:pt x="7" y="21"/>
                    </a:cubicBezTo>
                    <a:cubicBezTo>
                      <a:pt x="8" y="21"/>
                      <a:pt x="8" y="21"/>
                      <a:pt x="9" y="20"/>
                    </a:cubicBezTo>
                    <a:cubicBezTo>
                      <a:pt x="12" y="20"/>
                      <a:pt x="14" y="20"/>
                      <a:pt x="14" y="20"/>
                    </a:cubicBezTo>
                    <a:cubicBezTo>
                      <a:pt x="14" y="20"/>
                      <a:pt x="15" y="20"/>
                      <a:pt x="14" y="19"/>
                    </a:cubicBezTo>
                    <a:cubicBezTo>
                      <a:pt x="14" y="19"/>
                      <a:pt x="14" y="19"/>
                      <a:pt x="14" y="19"/>
                    </a:cubicBezTo>
                    <a:cubicBezTo>
                      <a:pt x="14" y="18"/>
                      <a:pt x="14" y="17"/>
                      <a:pt x="15" y="17"/>
                    </a:cubicBezTo>
                    <a:cubicBezTo>
                      <a:pt x="15" y="17"/>
                      <a:pt x="15" y="17"/>
                      <a:pt x="15" y="16"/>
                    </a:cubicBezTo>
                    <a:cubicBezTo>
                      <a:pt x="14" y="16"/>
                      <a:pt x="13" y="16"/>
                      <a:pt x="13" y="16"/>
                    </a:cubicBezTo>
                    <a:close/>
                    <a:moveTo>
                      <a:pt x="7" y="18"/>
                    </a:moveTo>
                    <a:cubicBezTo>
                      <a:pt x="7" y="18"/>
                      <a:pt x="7" y="18"/>
                      <a:pt x="8" y="18"/>
                    </a:cubicBezTo>
                    <a:cubicBezTo>
                      <a:pt x="9" y="17"/>
                      <a:pt x="11" y="17"/>
                      <a:pt x="12" y="17"/>
                    </a:cubicBezTo>
                    <a:cubicBezTo>
                      <a:pt x="12" y="17"/>
                      <a:pt x="13" y="17"/>
                      <a:pt x="13" y="18"/>
                    </a:cubicBezTo>
                    <a:cubicBezTo>
                      <a:pt x="13" y="18"/>
                      <a:pt x="12" y="19"/>
                      <a:pt x="12" y="19"/>
                    </a:cubicBezTo>
                    <a:cubicBezTo>
                      <a:pt x="7" y="20"/>
                      <a:pt x="7" y="20"/>
                      <a:pt x="7" y="20"/>
                    </a:cubicBezTo>
                    <a:cubicBezTo>
                      <a:pt x="7" y="18"/>
                      <a:pt x="7" y="18"/>
                      <a:pt x="7"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4" name="Freeform 24"/>
              <p:cNvSpPr>
                <a:spLocks noEditPoints="1"/>
              </p:cNvSpPr>
              <p:nvPr/>
            </p:nvSpPr>
            <p:spPr bwMode="auto">
              <a:xfrm>
                <a:off x="4200526" y="1946275"/>
                <a:ext cx="735013" cy="388938"/>
              </a:xfrm>
              <a:custGeom>
                <a:avLst/>
                <a:gdLst>
                  <a:gd name="T0" fmla="*/ 152 w 195"/>
                  <a:gd name="T1" fmla="*/ 59 h 103"/>
                  <a:gd name="T2" fmla="*/ 160 w 195"/>
                  <a:gd name="T3" fmla="*/ 39 h 103"/>
                  <a:gd name="T4" fmla="*/ 168 w 195"/>
                  <a:gd name="T5" fmla="*/ 23 h 103"/>
                  <a:gd name="T6" fmla="*/ 167 w 195"/>
                  <a:gd name="T7" fmla="*/ 0 h 103"/>
                  <a:gd name="T8" fmla="*/ 193 w 195"/>
                  <a:gd name="T9" fmla="*/ 9 h 103"/>
                  <a:gd name="T10" fmla="*/ 189 w 195"/>
                  <a:gd name="T11" fmla="*/ 30 h 103"/>
                  <a:gd name="T12" fmla="*/ 178 w 195"/>
                  <a:gd name="T13" fmla="*/ 69 h 103"/>
                  <a:gd name="T14" fmla="*/ 174 w 195"/>
                  <a:gd name="T15" fmla="*/ 83 h 103"/>
                  <a:gd name="T16" fmla="*/ 158 w 195"/>
                  <a:gd name="T17" fmla="*/ 94 h 103"/>
                  <a:gd name="T18" fmla="*/ 147 w 195"/>
                  <a:gd name="T19" fmla="*/ 103 h 103"/>
                  <a:gd name="T20" fmla="*/ 42 w 195"/>
                  <a:gd name="T21" fmla="*/ 101 h 103"/>
                  <a:gd name="T22" fmla="*/ 31 w 195"/>
                  <a:gd name="T23" fmla="*/ 79 h 103"/>
                  <a:gd name="T24" fmla="*/ 17 w 195"/>
                  <a:gd name="T25" fmla="*/ 78 h 103"/>
                  <a:gd name="T26" fmla="*/ 3 w 195"/>
                  <a:gd name="T27" fmla="*/ 34 h 103"/>
                  <a:gd name="T28" fmla="*/ 6 w 195"/>
                  <a:gd name="T29" fmla="*/ 15 h 103"/>
                  <a:gd name="T30" fmla="*/ 24 w 195"/>
                  <a:gd name="T31" fmla="*/ 7 h 103"/>
                  <a:gd name="T32" fmla="*/ 28 w 195"/>
                  <a:gd name="T33" fmla="*/ 15 h 103"/>
                  <a:gd name="T34" fmla="*/ 24 w 195"/>
                  <a:gd name="T35" fmla="*/ 39 h 103"/>
                  <a:gd name="T36" fmla="*/ 47 w 195"/>
                  <a:gd name="T37" fmla="*/ 54 h 103"/>
                  <a:gd name="T38" fmla="*/ 44 w 195"/>
                  <a:gd name="T39" fmla="*/ 72 h 103"/>
                  <a:gd name="T40" fmla="*/ 149 w 195"/>
                  <a:gd name="T41" fmla="*/ 99 h 103"/>
                  <a:gd name="T42" fmla="*/ 45 w 195"/>
                  <a:gd name="T43" fmla="*/ 74 h 103"/>
                  <a:gd name="T44" fmla="*/ 49 w 195"/>
                  <a:gd name="T45" fmla="*/ 100 h 103"/>
                  <a:gd name="T46" fmla="*/ 43 w 195"/>
                  <a:gd name="T47" fmla="*/ 89 h 103"/>
                  <a:gd name="T48" fmla="*/ 40 w 195"/>
                  <a:gd name="T49" fmla="*/ 60 h 103"/>
                  <a:gd name="T50" fmla="*/ 23 w 195"/>
                  <a:gd name="T51" fmla="*/ 41 h 103"/>
                  <a:gd name="T52" fmla="*/ 28 w 195"/>
                  <a:gd name="T53" fmla="*/ 77 h 103"/>
                  <a:gd name="T54" fmla="*/ 37 w 195"/>
                  <a:gd name="T55" fmla="*/ 89 h 103"/>
                  <a:gd name="T56" fmla="*/ 21 w 195"/>
                  <a:gd name="T57" fmla="*/ 41 h 103"/>
                  <a:gd name="T58" fmla="*/ 26 w 195"/>
                  <a:gd name="T59" fmla="*/ 16 h 103"/>
                  <a:gd name="T60" fmla="*/ 5 w 195"/>
                  <a:gd name="T61" fmla="*/ 34 h 103"/>
                  <a:gd name="T62" fmla="*/ 6 w 195"/>
                  <a:gd name="T63" fmla="*/ 49 h 103"/>
                  <a:gd name="T64" fmla="*/ 20 w 195"/>
                  <a:gd name="T65" fmla="*/ 69 h 103"/>
                  <a:gd name="T66" fmla="*/ 26 w 195"/>
                  <a:gd name="T67" fmla="*/ 78 h 103"/>
                  <a:gd name="T68" fmla="*/ 20 w 195"/>
                  <a:gd name="T69" fmla="*/ 46 h 103"/>
                  <a:gd name="T70" fmla="*/ 15 w 195"/>
                  <a:gd name="T71" fmla="*/ 19 h 103"/>
                  <a:gd name="T72" fmla="*/ 8 w 195"/>
                  <a:gd name="T73" fmla="*/ 27 h 103"/>
                  <a:gd name="T74" fmla="*/ 13 w 195"/>
                  <a:gd name="T75" fmla="*/ 4 h 103"/>
                  <a:gd name="T76" fmla="*/ 8 w 195"/>
                  <a:gd name="T77" fmla="*/ 13 h 103"/>
                  <a:gd name="T78" fmla="*/ 151 w 195"/>
                  <a:gd name="T79" fmla="*/ 100 h 103"/>
                  <a:gd name="T80" fmla="*/ 154 w 195"/>
                  <a:gd name="T81" fmla="*/ 73 h 103"/>
                  <a:gd name="T82" fmla="*/ 158 w 195"/>
                  <a:gd name="T83" fmla="*/ 41 h 103"/>
                  <a:gd name="T84" fmla="*/ 167 w 195"/>
                  <a:gd name="T85" fmla="*/ 67 h 103"/>
                  <a:gd name="T86" fmla="*/ 160 w 195"/>
                  <a:gd name="T87" fmla="*/ 80 h 103"/>
                  <a:gd name="T88" fmla="*/ 151 w 195"/>
                  <a:gd name="T89" fmla="*/ 100 h 103"/>
                  <a:gd name="T90" fmla="*/ 171 w 195"/>
                  <a:gd name="T91" fmla="*/ 23 h 103"/>
                  <a:gd name="T92" fmla="*/ 179 w 195"/>
                  <a:gd name="T93" fmla="*/ 22 h 103"/>
                  <a:gd name="T94" fmla="*/ 189 w 195"/>
                  <a:gd name="T95" fmla="*/ 49 h 103"/>
                  <a:gd name="T96" fmla="*/ 187 w 195"/>
                  <a:gd name="T97" fmla="*/ 51 h 103"/>
                  <a:gd name="T98" fmla="*/ 173 w 195"/>
                  <a:gd name="T99" fmla="*/ 80 h 103"/>
                  <a:gd name="T100" fmla="*/ 173 w 195"/>
                  <a:gd name="T101" fmla="*/ 56 h 103"/>
                  <a:gd name="T102" fmla="*/ 187 w 195"/>
                  <a:gd name="T103" fmla="*/ 27 h 103"/>
                  <a:gd name="T104" fmla="*/ 187 w 195"/>
                  <a:gd name="T105" fmla="*/ 15 h 103"/>
                  <a:gd name="T106" fmla="*/ 172 w 195"/>
                  <a:gd name="T107" fmla="*/ 9 h 103"/>
                  <a:gd name="T108" fmla="*/ 189 w 195"/>
                  <a:gd name="T109" fmla="*/ 13 h 103"/>
                  <a:gd name="T110" fmla="*/ 175 w 195"/>
                  <a:gd name="T111" fmla="*/ 1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95" h="103">
                    <a:moveTo>
                      <a:pt x="151" y="72"/>
                    </a:moveTo>
                    <a:cubicBezTo>
                      <a:pt x="154" y="69"/>
                      <a:pt x="154" y="67"/>
                      <a:pt x="154" y="65"/>
                    </a:cubicBezTo>
                    <a:cubicBezTo>
                      <a:pt x="154" y="62"/>
                      <a:pt x="153" y="61"/>
                      <a:pt x="152" y="59"/>
                    </a:cubicBezTo>
                    <a:cubicBezTo>
                      <a:pt x="150" y="57"/>
                      <a:pt x="149" y="56"/>
                      <a:pt x="148" y="54"/>
                    </a:cubicBezTo>
                    <a:cubicBezTo>
                      <a:pt x="148" y="52"/>
                      <a:pt x="148" y="50"/>
                      <a:pt x="149" y="47"/>
                    </a:cubicBezTo>
                    <a:cubicBezTo>
                      <a:pt x="150" y="42"/>
                      <a:pt x="155" y="39"/>
                      <a:pt x="160" y="39"/>
                    </a:cubicBezTo>
                    <a:cubicBezTo>
                      <a:pt x="171" y="39"/>
                      <a:pt x="171" y="39"/>
                      <a:pt x="171" y="39"/>
                    </a:cubicBezTo>
                    <a:cubicBezTo>
                      <a:pt x="172" y="33"/>
                      <a:pt x="172" y="33"/>
                      <a:pt x="172" y="33"/>
                    </a:cubicBezTo>
                    <a:cubicBezTo>
                      <a:pt x="172" y="29"/>
                      <a:pt x="170" y="26"/>
                      <a:pt x="168" y="23"/>
                    </a:cubicBezTo>
                    <a:cubicBezTo>
                      <a:pt x="167" y="20"/>
                      <a:pt x="167" y="18"/>
                      <a:pt x="167" y="15"/>
                    </a:cubicBezTo>
                    <a:cubicBezTo>
                      <a:pt x="167" y="0"/>
                      <a:pt x="167" y="0"/>
                      <a:pt x="167" y="0"/>
                    </a:cubicBezTo>
                    <a:cubicBezTo>
                      <a:pt x="167" y="0"/>
                      <a:pt x="167" y="0"/>
                      <a:pt x="167" y="0"/>
                    </a:cubicBezTo>
                    <a:cubicBezTo>
                      <a:pt x="168" y="3"/>
                      <a:pt x="170" y="5"/>
                      <a:pt x="171" y="7"/>
                    </a:cubicBezTo>
                    <a:cubicBezTo>
                      <a:pt x="173" y="4"/>
                      <a:pt x="177" y="2"/>
                      <a:pt x="182" y="2"/>
                    </a:cubicBezTo>
                    <a:cubicBezTo>
                      <a:pt x="188" y="2"/>
                      <a:pt x="193" y="5"/>
                      <a:pt x="193" y="9"/>
                    </a:cubicBezTo>
                    <a:cubicBezTo>
                      <a:pt x="193" y="11"/>
                      <a:pt x="192" y="13"/>
                      <a:pt x="189" y="15"/>
                    </a:cubicBezTo>
                    <a:cubicBezTo>
                      <a:pt x="189" y="30"/>
                      <a:pt x="189" y="30"/>
                      <a:pt x="189" y="30"/>
                    </a:cubicBezTo>
                    <a:cubicBezTo>
                      <a:pt x="189" y="30"/>
                      <a:pt x="189" y="30"/>
                      <a:pt x="189" y="30"/>
                    </a:cubicBezTo>
                    <a:cubicBezTo>
                      <a:pt x="190" y="31"/>
                      <a:pt x="191" y="32"/>
                      <a:pt x="192" y="34"/>
                    </a:cubicBezTo>
                    <a:cubicBezTo>
                      <a:pt x="194" y="37"/>
                      <a:pt x="195" y="40"/>
                      <a:pt x="194" y="43"/>
                    </a:cubicBezTo>
                    <a:cubicBezTo>
                      <a:pt x="192" y="52"/>
                      <a:pt x="178" y="60"/>
                      <a:pt x="178" y="69"/>
                    </a:cubicBezTo>
                    <a:cubicBezTo>
                      <a:pt x="178" y="71"/>
                      <a:pt x="178" y="75"/>
                      <a:pt x="178" y="78"/>
                    </a:cubicBezTo>
                    <a:cubicBezTo>
                      <a:pt x="178" y="80"/>
                      <a:pt x="178" y="81"/>
                      <a:pt x="177" y="82"/>
                    </a:cubicBezTo>
                    <a:cubicBezTo>
                      <a:pt x="177" y="83"/>
                      <a:pt x="175" y="83"/>
                      <a:pt x="174" y="83"/>
                    </a:cubicBezTo>
                    <a:cubicBezTo>
                      <a:pt x="171" y="82"/>
                      <a:pt x="167" y="78"/>
                      <a:pt x="165" y="79"/>
                    </a:cubicBezTo>
                    <a:cubicBezTo>
                      <a:pt x="162" y="80"/>
                      <a:pt x="162" y="82"/>
                      <a:pt x="161" y="84"/>
                    </a:cubicBezTo>
                    <a:cubicBezTo>
                      <a:pt x="161" y="88"/>
                      <a:pt x="160" y="91"/>
                      <a:pt x="158" y="94"/>
                    </a:cubicBezTo>
                    <a:cubicBezTo>
                      <a:pt x="157" y="97"/>
                      <a:pt x="155" y="99"/>
                      <a:pt x="154" y="101"/>
                    </a:cubicBezTo>
                    <a:cubicBezTo>
                      <a:pt x="153" y="102"/>
                      <a:pt x="152" y="103"/>
                      <a:pt x="151" y="103"/>
                    </a:cubicBezTo>
                    <a:cubicBezTo>
                      <a:pt x="150" y="103"/>
                      <a:pt x="148" y="103"/>
                      <a:pt x="147" y="103"/>
                    </a:cubicBezTo>
                    <a:cubicBezTo>
                      <a:pt x="116" y="94"/>
                      <a:pt x="79" y="94"/>
                      <a:pt x="48" y="103"/>
                    </a:cubicBezTo>
                    <a:cubicBezTo>
                      <a:pt x="47" y="103"/>
                      <a:pt x="46" y="103"/>
                      <a:pt x="45" y="103"/>
                    </a:cubicBezTo>
                    <a:cubicBezTo>
                      <a:pt x="44" y="103"/>
                      <a:pt x="43" y="102"/>
                      <a:pt x="42" y="101"/>
                    </a:cubicBezTo>
                    <a:cubicBezTo>
                      <a:pt x="40" y="99"/>
                      <a:pt x="39" y="97"/>
                      <a:pt x="37" y="94"/>
                    </a:cubicBezTo>
                    <a:cubicBezTo>
                      <a:pt x="36" y="91"/>
                      <a:pt x="35" y="88"/>
                      <a:pt x="34" y="84"/>
                    </a:cubicBezTo>
                    <a:cubicBezTo>
                      <a:pt x="34" y="82"/>
                      <a:pt x="33" y="80"/>
                      <a:pt x="31" y="79"/>
                    </a:cubicBezTo>
                    <a:cubicBezTo>
                      <a:pt x="28" y="78"/>
                      <a:pt x="24" y="82"/>
                      <a:pt x="21" y="83"/>
                    </a:cubicBezTo>
                    <a:cubicBezTo>
                      <a:pt x="20" y="83"/>
                      <a:pt x="19" y="83"/>
                      <a:pt x="18" y="82"/>
                    </a:cubicBezTo>
                    <a:cubicBezTo>
                      <a:pt x="18" y="81"/>
                      <a:pt x="18" y="80"/>
                      <a:pt x="17" y="78"/>
                    </a:cubicBezTo>
                    <a:cubicBezTo>
                      <a:pt x="17" y="75"/>
                      <a:pt x="17" y="71"/>
                      <a:pt x="17" y="69"/>
                    </a:cubicBezTo>
                    <a:cubicBezTo>
                      <a:pt x="17" y="60"/>
                      <a:pt x="3" y="52"/>
                      <a:pt x="1" y="43"/>
                    </a:cubicBezTo>
                    <a:cubicBezTo>
                      <a:pt x="0" y="40"/>
                      <a:pt x="1" y="37"/>
                      <a:pt x="3" y="34"/>
                    </a:cubicBezTo>
                    <a:cubicBezTo>
                      <a:pt x="4" y="32"/>
                      <a:pt x="5" y="31"/>
                      <a:pt x="6" y="30"/>
                    </a:cubicBezTo>
                    <a:cubicBezTo>
                      <a:pt x="6" y="30"/>
                      <a:pt x="6" y="30"/>
                      <a:pt x="6" y="30"/>
                    </a:cubicBezTo>
                    <a:cubicBezTo>
                      <a:pt x="6" y="15"/>
                      <a:pt x="6" y="15"/>
                      <a:pt x="6" y="15"/>
                    </a:cubicBezTo>
                    <a:cubicBezTo>
                      <a:pt x="3" y="13"/>
                      <a:pt x="2" y="11"/>
                      <a:pt x="2" y="9"/>
                    </a:cubicBezTo>
                    <a:cubicBezTo>
                      <a:pt x="2" y="5"/>
                      <a:pt x="7" y="2"/>
                      <a:pt x="13" y="2"/>
                    </a:cubicBezTo>
                    <a:cubicBezTo>
                      <a:pt x="18" y="2"/>
                      <a:pt x="22" y="4"/>
                      <a:pt x="24" y="7"/>
                    </a:cubicBezTo>
                    <a:cubicBezTo>
                      <a:pt x="25" y="5"/>
                      <a:pt x="27" y="3"/>
                      <a:pt x="28" y="0"/>
                    </a:cubicBezTo>
                    <a:cubicBezTo>
                      <a:pt x="28" y="0"/>
                      <a:pt x="28" y="0"/>
                      <a:pt x="28" y="0"/>
                    </a:cubicBezTo>
                    <a:cubicBezTo>
                      <a:pt x="28" y="15"/>
                      <a:pt x="28" y="15"/>
                      <a:pt x="28" y="15"/>
                    </a:cubicBezTo>
                    <a:cubicBezTo>
                      <a:pt x="28" y="18"/>
                      <a:pt x="28" y="20"/>
                      <a:pt x="27" y="23"/>
                    </a:cubicBezTo>
                    <a:cubicBezTo>
                      <a:pt x="25" y="26"/>
                      <a:pt x="24" y="29"/>
                      <a:pt x="24" y="33"/>
                    </a:cubicBezTo>
                    <a:cubicBezTo>
                      <a:pt x="24" y="39"/>
                      <a:pt x="24" y="39"/>
                      <a:pt x="24" y="39"/>
                    </a:cubicBezTo>
                    <a:cubicBezTo>
                      <a:pt x="35" y="39"/>
                      <a:pt x="35" y="39"/>
                      <a:pt x="35" y="39"/>
                    </a:cubicBezTo>
                    <a:cubicBezTo>
                      <a:pt x="40" y="39"/>
                      <a:pt x="45" y="42"/>
                      <a:pt x="46" y="47"/>
                    </a:cubicBezTo>
                    <a:cubicBezTo>
                      <a:pt x="47" y="50"/>
                      <a:pt x="47" y="52"/>
                      <a:pt x="47" y="54"/>
                    </a:cubicBezTo>
                    <a:cubicBezTo>
                      <a:pt x="46" y="56"/>
                      <a:pt x="45" y="57"/>
                      <a:pt x="43" y="59"/>
                    </a:cubicBezTo>
                    <a:cubicBezTo>
                      <a:pt x="42" y="61"/>
                      <a:pt x="41" y="62"/>
                      <a:pt x="41" y="65"/>
                    </a:cubicBezTo>
                    <a:cubicBezTo>
                      <a:pt x="41" y="67"/>
                      <a:pt x="41" y="69"/>
                      <a:pt x="44" y="72"/>
                    </a:cubicBezTo>
                    <a:cubicBezTo>
                      <a:pt x="82" y="64"/>
                      <a:pt x="112" y="64"/>
                      <a:pt x="151" y="72"/>
                    </a:cubicBezTo>
                    <a:close/>
                    <a:moveTo>
                      <a:pt x="146" y="100"/>
                    </a:moveTo>
                    <a:cubicBezTo>
                      <a:pt x="148" y="101"/>
                      <a:pt x="149" y="101"/>
                      <a:pt x="149" y="99"/>
                    </a:cubicBezTo>
                    <a:cubicBezTo>
                      <a:pt x="151" y="93"/>
                      <a:pt x="149" y="85"/>
                      <a:pt x="149" y="79"/>
                    </a:cubicBezTo>
                    <a:cubicBezTo>
                      <a:pt x="149" y="77"/>
                      <a:pt x="149" y="76"/>
                      <a:pt x="150" y="74"/>
                    </a:cubicBezTo>
                    <a:cubicBezTo>
                      <a:pt x="114" y="66"/>
                      <a:pt x="81" y="66"/>
                      <a:pt x="45" y="74"/>
                    </a:cubicBezTo>
                    <a:cubicBezTo>
                      <a:pt x="46" y="76"/>
                      <a:pt x="46" y="77"/>
                      <a:pt x="46" y="79"/>
                    </a:cubicBezTo>
                    <a:cubicBezTo>
                      <a:pt x="46" y="85"/>
                      <a:pt x="44" y="93"/>
                      <a:pt x="46" y="99"/>
                    </a:cubicBezTo>
                    <a:cubicBezTo>
                      <a:pt x="46" y="101"/>
                      <a:pt x="48" y="101"/>
                      <a:pt x="49" y="100"/>
                    </a:cubicBezTo>
                    <a:cubicBezTo>
                      <a:pt x="80" y="92"/>
                      <a:pt x="115" y="92"/>
                      <a:pt x="146" y="100"/>
                    </a:cubicBezTo>
                    <a:close/>
                    <a:moveTo>
                      <a:pt x="44" y="100"/>
                    </a:moveTo>
                    <a:cubicBezTo>
                      <a:pt x="43" y="97"/>
                      <a:pt x="43" y="93"/>
                      <a:pt x="43" y="89"/>
                    </a:cubicBezTo>
                    <a:cubicBezTo>
                      <a:pt x="43" y="84"/>
                      <a:pt x="44" y="80"/>
                      <a:pt x="44" y="77"/>
                    </a:cubicBezTo>
                    <a:cubicBezTo>
                      <a:pt x="43" y="75"/>
                      <a:pt x="42" y="74"/>
                      <a:pt x="41" y="73"/>
                    </a:cubicBezTo>
                    <a:cubicBezTo>
                      <a:pt x="38" y="69"/>
                      <a:pt x="37" y="64"/>
                      <a:pt x="40" y="60"/>
                    </a:cubicBezTo>
                    <a:cubicBezTo>
                      <a:pt x="42" y="57"/>
                      <a:pt x="45" y="55"/>
                      <a:pt x="45" y="52"/>
                    </a:cubicBezTo>
                    <a:cubicBezTo>
                      <a:pt x="45" y="49"/>
                      <a:pt x="44" y="43"/>
                      <a:pt x="37" y="41"/>
                    </a:cubicBezTo>
                    <a:cubicBezTo>
                      <a:pt x="23" y="41"/>
                      <a:pt x="23" y="41"/>
                      <a:pt x="23" y="41"/>
                    </a:cubicBezTo>
                    <a:cubicBezTo>
                      <a:pt x="22" y="44"/>
                      <a:pt x="22" y="50"/>
                      <a:pt x="23" y="53"/>
                    </a:cubicBezTo>
                    <a:cubicBezTo>
                      <a:pt x="25" y="57"/>
                      <a:pt x="28" y="61"/>
                      <a:pt x="28" y="67"/>
                    </a:cubicBezTo>
                    <a:cubicBezTo>
                      <a:pt x="28" y="77"/>
                      <a:pt x="28" y="77"/>
                      <a:pt x="28" y="77"/>
                    </a:cubicBezTo>
                    <a:cubicBezTo>
                      <a:pt x="29" y="77"/>
                      <a:pt x="29" y="77"/>
                      <a:pt x="29" y="77"/>
                    </a:cubicBezTo>
                    <a:cubicBezTo>
                      <a:pt x="29" y="77"/>
                      <a:pt x="33" y="75"/>
                      <a:pt x="35" y="80"/>
                    </a:cubicBezTo>
                    <a:cubicBezTo>
                      <a:pt x="36" y="82"/>
                      <a:pt x="36" y="86"/>
                      <a:pt x="37" y="89"/>
                    </a:cubicBezTo>
                    <a:cubicBezTo>
                      <a:pt x="38" y="92"/>
                      <a:pt x="40" y="95"/>
                      <a:pt x="41" y="97"/>
                    </a:cubicBezTo>
                    <a:cubicBezTo>
                      <a:pt x="42" y="98"/>
                      <a:pt x="43" y="100"/>
                      <a:pt x="44" y="100"/>
                    </a:cubicBezTo>
                    <a:close/>
                    <a:moveTo>
                      <a:pt x="21" y="41"/>
                    </a:moveTo>
                    <a:cubicBezTo>
                      <a:pt x="21" y="40"/>
                      <a:pt x="21" y="34"/>
                      <a:pt x="21" y="31"/>
                    </a:cubicBezTo>
                    <a:cubicBezTo>
                      <a:pt x="22" y="28"/>
                      <a:pt x="23" y="25"/>
                      <a:pt x="25" y="23"/>
                    </a:cubicBezTo>
                    <a:cubicBezTo>
                      <a:pt x="26" y="20"/>
                      <a:pt x="26" y="18"/>
                      <a:pt x="26" y="16"/>
                    </a:cubicBezTo>
                    <a:cubicBezTo>
                      <a:pt x="26" y="13"/>
                      <a:pt x="26" y="10"/>
                      <a:pt x="26" y="7"/>
                    </a:cubicBezTo>
                    <a:cubicBezTo>
                      <a:pt x="26" y="7"/>
                      <a:pt x="22" y="14"/>
                      <a:pt x="16" y="22"/>
                    </a:cubicBezTo>
                    <a:cubicBezTo>
                      <a:pt x="13" y="26"/>
                      <a:pt x="8" y="30"/>
                      <a:pt x="5" y="34"/>
                    </a:cubicBezTo>
                    <a:cubicBezTo>
                      <a:pt x="4" y="37"/>
                      <a:pt x="2" y="41"/>
                      <a:pt x="4" y="45"/>
                    </a:cubicBezTo>
                    <a:cubicBezTo>
                      <a:pt x="5" y="46"/>
                      <a:pt x="5" y="48"/>
                      <a:pt x="6" y="49"/>
                    </a:cubicBezTo>
                    <a:cubicBezTo>
                      <a:pt x="6" y="49"/>
                      <a:pt x="6" y="49"/>
                      <a:pt x="6" y="49"/>
                    </a:cubicBezTo>
                    <a:cubicBezTo>
                      <a:pt x="6" y="49"/>
                      <a:pt x="15" y="49"/>
                      <a:pt x="21" y="41"/>
                    </a:cubicBezTo>
                    <a:close/>
                    <a:moveTo>
                      <a:pt x="8" y="51"/>
                    </a:moveTo>
                    <a:cubicBezTo>
                      <a:pt x="13" y="56"/>
                      <a:pt x="19" y="62"/>
                      <a:pt x="20" y="69"/>
                    </a:cubicBezTo>
                    <a:cubicBezTo>
                      <a:pt x="20" y="71"/>
                      <a:pt x="19" y="80"/>
                      <a:pt x="20" y="80"/>
                    </a:cubicBezTo>
                    <a:cubicBezTo>
                      <a:pt x="20" y="81"/>
                      <a:pt x="21" y="81"/>
                      <a:pt x="22" y="80"/>
                    </a:cubicBezTo>
                    <a:cubicBezTo>
                      <a:pt x="22" y="80"/>
                      <a:pt x="24" y="79"/>
                      <a:pt x="26" y="78"/>
                    </a:cubicBezTo>
                    <a:cubicBezTo>
                      <a:pt x="26" y="76"/>
                      <a:pt x="26" y="72"/>
                      <a:pt x="26" y="67"/>
                    </a:cubicBezTo>
                    <a:cubicBezTo>
                      <a:pt x="26" y="64"/>
                      <a:pt x="24" y="59"/>
                      <a:pt x="22" y="56"/>
                    </a:cubicBezTo>
                    <a:cubicBezTo>
                      <a:pt x="20" y="53"/>
                      <a:pt x="20" y="49"/>
                      <a:pt x="20" y="46"/>
                    </a:cubicBezTo>
                    <a:cubicBezTo>
                      <a:pt x="20" y="46"/>
                      <a:pt x="14" y="50"/>
                      <a:pt x="8" y="51"/>
                    </a:cubicBezTo>
                    <a:close/>
                    <a:moveTo>
                      <a:pt x="8" y="27"/>
                    </a:moveTo>
                    <a:cubicBezTo>
                      <a:pt x="11" y="24"/>
                      <a:pt x="13" y="22"/>
                      <a:pt x="15" y="19"/>
                    </a:cubicBezTo>
                    <a:cubicBezTo>
                      <a:pt x="16" y="18"/>
                      <a:pt x="17" y="17"/>
                      <a:pt x="18" y="15"/>
                    </a:cubicBezTo>
                    <a:cubicBezTo>
                      <a:pt x="8" y="15"/>
                      <a:pt x="8" y="15"/>
                      <a:pt x="8" y="15"/>
                    </a:cubicBezTo>
                    <a:cubicBezTo>
                      <a:pt x="8" y="27"/>
                      <a:pt x="8" y="27"/>
                      <a:pt x="8" y="27"/>
                    </a:cubicBezTo>
                    <a:close/>
                    <a:moveTo>
                      <a:pt x="20" y="13"/>
                    </a:moveTo>
                    <a:cubicBezTo>
                      <a:pt x="21" y="12"/>
                      <a:pt x="22" y="10"/>
                      <a:pt x="23" y="9"/>
                    </a:cubicBezTo>
                    <a:cubicBezTo>
                      <a:pt x="22" y="6"/>
                      <a:pt x="18" y="4"/>
                      <a:pt x="13" y="4"/>
                    </a:cubicBezTo>
                    <a:cubicBezTo>
                      <a:pt x="8" y="4"/>
                      <a:pt x="4" y="6"/>
                      <a:pt x="4" y="9"/>
                    </a:cubicBezTo>
                    <a:cubicBezTo>
                      <a:pt x="4" y="11"/>
                      <a:pt x="5" y="12"/>
                      <a:pt x="7" y="13"/>
                    </a:cubicBezTo>
                    <a:cubicBezTo>
                      <a:pt x="7" y="13"/>
                      <a:pt x="8" y="13"/>
                      <a:pt x="8" y="13"/>
                    </a:cubicBezTo>
                    <a:cubicBezTo>
                      <a:pt x="19" y="13"/>
                      <a:pt x="19" y="13"/>
                      <a:pt x="19" y="13"/>
                    </a:cubicBezTo>
                    <a:cubicBezTo>
                      <a:pt x="20" y="13"/>
                      <a:pt x="20" y="13"/>
                      <a:pt x="20" y="13"/>
                    </a:cubicBezTo>
                    <a:close/>
                    <a:moveTo>
                      <a:pt x="151" y="100"/>
                    </a:moveTo>
                    <a:cubicBezTo>
                      <a:pt x="153" y="97"/>
                      <a:pt x="152" y="93"/>
                      <a:pt x="152" y="89"/>
                    </a:cubicBezTo>
                    <a:cubicBezTo>
                      <a:pt x="152" y="84"/>
                      <a:pt x="151" y="80"/>
                      <a:pt x="152" y="77"/>
                    </a:cubicBezTo>
                    <a:cubicBezTo>
                      <a:pt x="152" y="75"/>
                      <a:pt x="153" y="74"/>
                      <a:pt x="154" y="73"/>
                    </a:cubicBezTo>
                    <a:cubicBezTo>
                      <a:pt x="157" y="69"/>
                      <a:pt x="158" y="64"/>
                      <a:pt x="155" y="60"/>
                    </a:cubicBezTo>
                    <a:cubicBezTo>
                      <a:pt x="153" y="57"/>
                      <a:pt x="150" y="55"/>
                      <a:pt x="150" y="52"/>
                    </a:cubicBezTo>
                    <a:cubicBezTo>
                      <a:pt x="150" y="49"/>
                      <a:pt x="151" y="43"/>
                      <a:pt x="158" y="41"/>
                    </a:cubicBezTo>
                    <a:cubicBezTo>
                      <a:pt x="172" y="41"/>
                      <a:pt x="172" y="41"/>
                      <a:pt x="172" y="41"/>
                    </a:cubicBezTo>
                    <a:cubicBezTo>
                      <a:pt x="173" y="44"/>
                      <a:pt x="174" y="50"/>
                      <a:pt x="172" y="53"/>
                    </a:cubicBezTo>
                    <a:cubicBezTo>
                      <a:pt x="170" y="57"/>
                      <a:pt x="167" y="61"/>
                      <a:pt x="167" y="67"/>
                    </a:cubicBezTo>
                    <a:cubicBezTo>
                      <a:pt x="167" y="77"/>
                      <a:pt x="167" y="77"/>
                      <a:pt x="167" y="77"/>
                    </a:cubicBezTo>
                    <a:cubicBezTo>
                      <a:pt x="167" y="77"/>
                      <a:pt x="166" y="77"/>
                      <a:pt x="166" y="77"/>
                    </a:cubicBezTo>
                    <a:cubicBezTo>
                      <a:pt x="166" y="77"/>
                      <a:pt x="162" y="75"/>
                      <a:pt x="160" y="80"/>
                    </a:cubicBezTo>
                    <a:cubicBezTo>
                      <a:pt x="159" y="82"/>
                      <a:pt x="159" y="86"/>
                      <a:pt x="158" y="89"/>
                    </a:cubicBezTo>
                    <a:cubicBezTo>
                      <a:pt x="157" y="92"/>
                      <a:pt x="155" y="95"/>
                      <a:pt x="154" y="97"/>
                    </a:cubicBezTo>
                    <a:cubicBezTo>
                      <a:pt x="153" y="98"/>
                      <a:pt x="152" y="100"/>
                      <a:pt x="151" y="100"/>
                    </a:cubicBezTo>
                    <a:close/>
                    <a:moveTo>
                      <a:pt x="174" y="41"/>
                    </a:moveTo>
                    <a:cubicBezTo>
                      <a:pt x="174" y="40"/>
                      <a:pt x="174" y="34"/>
                      <a:pt x="174" y="31"/>
                    </a:cubicBezTo>
                    <a:cubicBezTo>
                      <a:pt x="174" y="28"/>
                      <a:pt x="172" y="25"/>
                      <a:pt x="171" y="23"/>
                    </a:cubicBezTo>
                    <a:cubicBezTo>
                      <a:pt x="170" y="20"/>
                      <a:pt x="169" y="18"/>
                      <a:pt x="169" y="16"/>
                    </a:cubicBezTo>
                    <a:cubicBezTo>
                      <a:pt x="169" y="13"/>
                      <a:pt x="169" y="10"/>
                      <a:pt x="169" y="7"/>
                    </a:cubicBezTo>
                    <a:cubicBezTo>
                      <a:pt x="169" y="7"/>
                      <a:pt x="173" y="14"/>
                      <a:pt x="179" y="22"/>
                    </a:cubicBezTo>
                    <a:cubicBezTo>
                      <a:pt x="183" y="26"/>
                      <a:pt x="187" y="30"/>
                      <a:pt x="190" y="34"/>
                    </a:cubicBezTo>
                    <a:cubicBezTo>
                      <a:pt x="192" y="37"/>
                      <a:pt x="193" y="41"/>
                      <a:pt x="191" y="45"/>
                    </a:cubicBezTo>
                    <a:cubicBezTo>
                      <a:pt x="191" y="46"/>
                      <a:pt x="190" y="48"/>
                      <a:pt x="189" y="49"/>
                    </a:cubicBezTo>
                    <a:cubicBezTo>
                      <a:pt x="189" y="49"/>
                      <a:pt x="189" y="49"/>
                      <a:pt x="189" y="49"/>
                    </a:cubicBezTo>
                    <a:cubicBezTo>
                      <a:pt x="189" y="49"/>
                      <a:pt x="180" y="49"/>
                      <a:pt x="174" y="41"/>
                    </a:cubicBezTo>
                    <a:close/>
                    <a:moveTo>
                      <a:pt x="187" y="51"/>
                    </a:moveTo>
                    <a:cubicBezTo>
                      <a:pt x="182" y="56"/>
                      <a:pt x="176" y="62"/>
                      <a:pt x="176" y="69"/>
                    </a:cubicBezTo>
                    <a:cubicBezTo>
                      <a:pt x="176" y="71"/>
                      <a:pt x="176" y="80"/>
                      <a:pt x="175" y="80"/>
                    </a:cubicBezTo>
                    <a:cubicBezTo>
                      <a:pt x="175" y="81"/>
                      <a:pt x="174" y="81"/>
                      <a:pt x="173" y="80"/>
                    </a:cubicBezTo>
                    <a:cubicBezTo>
                      <a:pt x="173" y="80"/>
                      <a:pt x="171" y="79"/>
                      <a:pt x="169" y="78"/>
                    </a:cubicBezTo>
                    <a:cubicBezTo>
                      <a:pt x="169" y="76"/>
                      <a:pt x="169" y="72"/>
                      <a:pt x="169" y="67"/>
                    </a:cubicBezTo>
                    <a:cubicBezTo>
                      <a:pt x="169" y="64"/>
                      <a:pt x="171" y="59"/>
                      <a:pt x="173" y="56"/>
                    </a:cubicBezTo>
                    <a:cubicBezTo>
                      <a:pt x="175" y="53"/>
                      <a:pt x="176" y="49"/>
                      <a:pt x="175" y="46"/>
                    </a:cubicBezTo>
                    <a:cubicBezTo>
                      <a:pt x="175" y="46"/>
                      <a:pt x="181" y="50"/>
                      <a:pt x="187" y="51"/>
                    </a:cubicBezTo>
                    <a:close/>
                    <a:moveTo>
                      <a:pt x="187" y="27"/>
                    </a:moveTo>
                    <a:cubicBezTo>
                      <a:pt x="184" y="24"/>
                      <a:pt x="182" y="22"/>
                      <a:pt x="180" y="19"/>
                    </a:cubicBezTo>
                    <a:cubicBezTo>
                      <a:pt x="179" y="18"/>
                      <a:pt x="178" y="17"/>
                      <a:pt x="177" y="15"/>
                    </a:cubicBezTo>
                    <a:cubicBezTo>
                      <a:pt x="187" y="15"/>
                      <a:pt x="187" y="15"/>
                      <a:pt x="187" y="15"/>
                    </a:cubicBezTo>
                    <a:cubicBezTo>
                      <a:pt x="187" y="27"/>
                      <a:pt x="187" y="27"/>
                      <a:pt x="187" y="27"/>
                    </a:cubicBezTo>
                    <a:close/>
                    <a:moveTo>
                      <a:pt x="175" y="13"/>
                    </a:moveTo>
                    <a:cubicBezTo>
                      <a:pt x="174" y="12"/>
                      <a:pt x="173" y="10"/>
                      <a:pt x="172" y="9"/>
                    </a:cubicBezTo>
                    <a:cubicBezTo>
                      <a:pt x="173" y="6"/>
                      <a:pt x="177" y="4"/>
                      <a:pt x="182" y="4"/>
                    </a:cubicBezTo>
                    <a:cubicBezTo>
                      <a:pt x="187" y="4"/>
                      <a:pt x="191" y="6"/>
                      <a:pt x="191" y="9"/>
                    </a:cubicBezTo>
                    <a:cubicBezTo>
                      <a:pt x="191" y="11"/>
                      <a:pt x="190" y="12"/>
                      <a:pt x="189" y="13"/>
                    </a:cubicBezTo>
                    <a:cubicBezTo>
                      <a:pt x="188" y="13"/>
                      <a:pt x="187" y="13"/>
                      <a:pt x="187" y="13"/>
                    </a:cubicBezTo>
                    <a:cubicBezTo>
                      <a:pt x="176" y="13"/>
                      <a:pt x="176" y="13"/>
                      <a:pt x="176" y="13"/>
                    </a:cubicBezTo>
                    <a:cubicBezTo>
                      <a:pt x="176" y="13"/>
                      <a:pt x="175" y="13"/>
                      <a:pt x="17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grpSp>
      <p:sp>
        <p:nvSpPr>
          <p:cNvPr id="27" name="Picture Placeholder 7"/>
          <p:cNvSpPr>
            <a:spLocks noGrp="1"/>
          </p:cNvSpPr>
          <p:nvPr>
            <p:ph type="pic" sz="quarter" idx="17"/>
          </p:nvPr>
        </p:nvSpPr>
        <p:spPr>
          <a:xfrm>
            <a:off x="5319869" y="1474959"/>
            <a:ext cx="1875934" cy="1419069"/>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900">
                <a:solidFill>
                  <a:schemeClr val="tx1">
                    <a:lumMod val="85000"/>
                    <a:lumOff val="15000"/>
                  </a:schemeClr>
                </a:solidFill>
                <a:latin typeface="+mj-lt"/>
              </a:defRPr>
            </a:lvl1pPr>
          </a:lstStyle>
          <a:p>
            <a:pPr marL="0" lvl="0" algn="ctr"/>
            <a:endParaRPr lang="en-US"/>
          </a:p>
        </p:txBody>
      </p:sp>
      <p:sp>
        <p:nvSpPr>
          <p:cNvPr id="28" name="Picture Placeholder 7"/>
          <p:cNvSpPr>
            <a:spLocks noGrp="1"/>
          </p:cNvSpPr>
          <p:nvPr>
            <p:ph type="pic" sz="quarter" idx="18"/>
          </p:nvPr>
        </p:nvSpPr>
        <p:spPr>
          <a:xfrm>
            <a:off x="1948197" y="1438113"/>
            <a:ext cx="1875934" cy="1419069"/>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900">
                <a:solidFill>
                  <a:schemeClr val="tx1">
                    <a:lumMod val="85000"/>
                    <a:lumOff val="15000"/>
                  </a:schemeClr>
                </a:solidFill>
                <a:latin typeface="+mj-lt"/>
              </a:defRPr>
            </a:lvl1pPr>
          </a:lstStyle>
          <a:p>
            <a:pPr marL="0" lvl="0" algn="ctr"/>
            <a:endParaRPr lang="en-US"/>
          </a:p>
        </p:txBody>
      </p:sp>
      <p:sp>
        <p:nvSpPr>
          <p:cNvPr id="29" name="Picture Placeholder 7"/>
          <p:cNvSpPr>
            <a:spLocks noGrp="1"/>
          </p:cNvSpPr>
          <p:nvPr>
            <p:ph type="pic" sz="quarter" idx="19"/>
          </p:nvPr>
        </p:nvSpPr>
        <p:spPr>
          <a:xfrm>
            <a:off x="5319869" y="3441645"/>
            <a:ext cx="1875934" cy="1419069"/>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900">
                <a:solidFill>
                  <a:schemeClr val="tx1">
                    <a:lumMod val="85000"/>
                    <a:lumOff val="15000"/>
                  </a:schemeClr>
                </a:solidFill>
                <a:latin typeface="+mj-lt"/>
              </a:defRPr>
            </a:lvl1pPr>
          </a:lstStyle>
          <a:p>
            <a:pPr marL="0" lvl="0" algn="ctr"/>
            <a:endParaRPr lang="en-US"/>
          </a:p>
        </p:txBody>
      </p:sp>
      <p:sp>
        <p:nvSpPr>
          <p:cNvPr id="30" name="Picture Placeholder 7"/>
          <p:cNvSpPr>
            <a:spLocks noGrp="1"/>
          </p:cNvSpPr>
          <p:nvPr>
            <p:ph type="pic" sz="quarter" idx="20"/>
          </p:nvPr>
        </p:nvSpPr>
        <p:spPr>
          <a:xfrm>
            <a:off x="1948197" y="3404799"/>
            <a:ext cx="1875934" cy="1419069"/>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900">
                <a:solidFill>
                  <a:schemeClr val="tx1">
                    <a:lumMod val="85000"/>
                    <a:lumOff val="15000"/>
                  </a:schemeClr>
                </a:solidFill>
                <a:latin typeface="+mj-lt"/>
              </a:defRPr>
            </a:lvl1pPr>
          </a:lstStyle>
          <a:p>
            <a:pPr marL="0" lvl="0"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D669989D-4831-4E99-B76E-9A53CB0F3A88}"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E3F9CDB-1F21-4789-A81E-8FEA25CE194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1878806"/>
            <a:ext cx="3868340" cy="2763441"/>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1878806"/>
            <a:ext cx="3887391" cy="2763441"/>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D669989D-4831-4E99-B76E-9A53CB0F3A88}"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E3F9CDB-1F21-4789-A81E-8FEA25CE194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669989D-4831-4E99-B76E-9A53CB0F3A88}"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E3F9CDB-1F21-4789-A81E-8FEA25CE194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69989D-4831-4E99-B76E-9A53CB0F3A88}"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E3F9CDB-1F21-4789-A81E-8FEA25CE194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D669989D-4831-4E99-B76E-9A53CB0F3A88}"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E3F9CDB-1F21-4789-A81E-8FEA25CE194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D669989D-4831-4E99-B76E-9A53CB0F3A88}"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E3F9CDB-1F21-4789-A81E-8FEA25CE194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D669989D-4831-4E99-B76E-9A53CB0F3A8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E3F9CDB-1F21-4789-A81E-8FEA25CE194B}"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D669989D-4831-4E99-B76E-9A53CB0F3A8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E3F9CDB-1F21-4789-A81E-8FEA25CE194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D669989D-4831-4E99-B76E-9A53CB0F3A88}" type="datetimeFigureOut">
              <a:rPr lang="zh-CN" altLang="en-US" smtClean="0"/>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EE3F9CDB-1F21-4789-A81E-8FEA25CE194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6" Type="http://schemas.openxmlformats.org/officeDocument/2006/relationships/slideLayout" Target="../slideLayouts/slideLayout1.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15.webp"/><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3" name="矩形 2"/>
          <p:cNvSpPr/>
          <p:nvPr/>
        </p:nvSpPr>
        <p:spPr>
          <a:xfrm>
            <a:off x="0" y="1097280"/>
            <a:ext cx="9051290" cy="281241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descr="e7d195523061f1c09e9d68d7cf438b91ef959ecb14fc25d26BBA7F7DBC18E55DFF4014AF651F0BF2569D4B6C1DA7F1A4683A481403BD872FC687266AD13265C1DE7C373772FD8728ABDD69ADD03BFF5BE2862BC891DBB79E53AA13E757B079DA899E2A0C20E5002822C5FA7B2EE790812A316669CFD356E124B231F98DD41C80491325DBDCA90ABC83DF12524A34AE88"/>
          <p:cNvSpPr/>
          <p:nvPr/>
        </p:nvSpPr>
        <p:spPr bwMode="auto">
          <a:xfrm>
            <a:off x="2800576" y="1599460"/>
            <a:ext cx="4243705" cy="768350"/>
          </a:xfrm>
          <a:prstGeom prst="rect">
            <a:avLst/>
          </a:prstGeom>
        </p:spPr>
        <p:txBody>
          <a:bodyPr wrap="none">
            <a:spAutoFit/>
          </a:bodyPr>
          <a:lstStyle/>
          <a:p>
            <a:pPr>
              <a:defRPr/>
            </a:pPr>
            <a:r>
              <a:rPr lang="en-US" altLang="zh-CN" sz="4400" b="1" kern="100" dirty="0">
                <a:solidFill>
                  <a:schemeClr val="bg1"/>
                </a:solidFill>
                <a:latin typeface="+mj-ea"/>
                <a:ea typeface="+mj-ea"/>
                <a:cs typeface="Times New Roman" panose="02020603050405020304" pitchFamily="18" charset="0"/>
              </a:rPr>
              <a:t>Z3</a:t>
            </a:r>
            <a:r>
              <a:rPr lang="zh-CN" altLang="en-US" sz="4400" b="1" kern="100" dirty="0">
                <a:solidFill>
                  <a:schemeClr val="bg1"/>
                </a:solidFill>
                <a:latin typeface="+mj-ea"/>
                <a:ea typeface="+mj-ea"/>
                <a:cs typeface="Times New Roman" panose="02020603050405020304" pitchFamily="18" charset="0"/>
              </a:rPr>
              <a:t>简介及其</a:t>
            </a:r>
            <a:r>
              <a:rPr lang="zh-CN" altLang="en-US" sz="4400" b="1" kern="100" dirty="0">
                <a:solidFill>
                  <a:schemeClr val="bg1"/>
                </a:solidFill>
                <a:latin typeface="+mj-ea"/>
                <a:ea typeface="+mj-ea"/>
                <a:cs typeface="Times New Roman" panose="02020603050405020304" pitchFamily="18" charset="0"/>
              </a:rPr>
              <a:t>应用</a:t>
            </a:r>
            <a:endParaRPr lang="zh-CN" altLang="en-US" sz="4400" b="1" kern="100" dirty="0">
              <a:solidFill>
                <a:schemeClr val="bg1"/>
              </a:solidFill>
              <a:latin typeface="+mj-ea"/>
              <a:ea typeface="+mj-ea"/>
              <a:cs typeface="Times New Roman" panose="02020603050405020304" pitchFamily="18" charset="0"/>
            </a:endParaRPr>
          </a:p>
        </p:txBody>
      </p:sp>
      <p:sp>
        <p:nvSpPr>
          <p:cNvPr id="56" name="矩形 55" descr="e7d195523061f1c09e9d68d7cf438b91ef959ecb14fc25d26BBA7F7DBC18E55DFF4014AF651F0BF2569D4B6C1DA7F1A4683A481403BD872FC687266AD13265C1DE7C373772FD8728ABDD69ADD03BFF5BE2862BC891DBB79E53AA13E757B079DA899E2A0C20E5002822C5FA7B2EE790812A316669CFD356E124B231F98DD41C80491325DBDCA90ABC83DF12524A34AE88"/>
          <p:cNvSpPr/>
          <p:nvPr/>
        </p:nvSpPr>
        <p:spPr>
          <a:xfrm>
            <a:off x="2846070" y="2510155"/>
            <a:ext cx="3950970" cy="368300"/>
          </a:xfrm>
          <a:prstGeom prst="rect">
            <a:avLst/>
          </a:prstGeom>
        </p:spPr>
        <p:txBody>
          <a:bodyPr wrap="square">
            <a:spAutoFit/>
          </a:bodyPr>
          <a:lstStyle/>
          <a:p>
            <a:r>
              <a:rPr lang="zh-CN" altLang="en-US" sz="1800" dirty="0">
                <a:solidFill>
                  <a:schemeClr val="bg1"/>
                </a:solidFill>
                <a:latin typeface="+mj-ea"/>
                <a:ea typeface="+mj-ea"/>
                <a:sym typeface="+mn-ea"/>
              </a:rPr>
              <a:t>计算机科学</a:t>
            </a:r>
            <a:r>
              <a:rPr lang="zh-CN" altLang="en-US" sz="1800" dirty="0">
                <a:solidFill>
                  <a:schemeClr val="bg1"/>
                </a:solidFill>
                <a:latin typeface="+mj-ea"/>
                <a:ea typeface="+mj-ea"/>
                <a:sym typeface="+mn-ea"/>
              </a:rPr>
              <a:t>使用的数理逻辑</a:t>
            </a:r>
            <a:r>
              <a:rPr lang="en-US" altLang="zh-CN" sz="1800" dirty="0">
                <a:solidFill>
                  <a:schemeClr val="bg1"/>
                </a:solidFill>
                <a:latin typeface="+mj-ea"/>
                <a:ea typeface="+mj-ea"/>
                <a:sym typeface="+mn-ea"/>
              </a:rPr>
              <a:t>-</a:t>
            </a:r>
            <a:r>
              <a:rPr lang="zh-CN" altLang="en-US" sz="1800" dirty="0">
                <a:solidFill>
                  <a:schemeClr val="bg1"/>
                </a:solidFill>
                <a:latin typeface="+mj-ea"/>
                <a:ea typeface="+mj-ea"/>
                <a:sym typeface="+mn-ea"/>
              </a:rPr>
              <a:t>课程报告</a:t>
            </a:r>
            <a:endParaRPr lang="zh-CN" altLang="en-US" sz="1800" spc="300" dirty="0">
              <a:solidFill>
                <a:schemeClr val="bg1"/>
              </a:solidFill>
              <a:latin typeface="+mj-ea"/>
              <a:ea typeface="+mj-ea"/>
              <a:sym typeface="+mn-ea"/>
            </a:endParaRPr>
          </a:p>
        </p:txBody>
      </p:sp>
      <p:cxnSp>
        <p:nvCxnSpPr>
          <p:cNvPr id="57" name="直接连接符 56" descr="e7d195523061f1c09e9d68d7cf438b91ef959ecb14fc25d26BBA7F7DBC18E55DFF4014AF651F0BF2569D4B6C1DA7F1A4683A481403BD872FC687266AD13265C1DE7C373772FD8728ABDD69ADD03BFF5BE2862BC891DBB79E5F1EF303008598827CC879AC6FE93F7ACAA82327762481F65BDE253EA3CEED3137736D352DCBED2F95F1DDC9774F8779C336DB735E7B09AC"/>
          <p:cNvCxnSpPr/>
          <p:nvPr/>
        </p:nvCxnSpPr>
        <p:spPr>
          <a:xfrm>
            <a:off x="3984203" y="3404342"/>
            <a:ext cx="116725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8" name="矩形 57" descr="e7d195523061f1c09e9d68d7cf438b91ef959ecb14fc25d26BBA7F7DBC18E55DFF4014AF651F0BF2569D4B6C1DA7F1A4683A481403BD872FC687266AD13265C1DE7C373772FD8728ABDD69ADD03BFF5BE2862BC891DBB79E2FAC9404A01D4431A4C2F4CE10C79F4F9241845223F2AB2802543A8D5A8B3A366DB8B428212F201C330898B9930E3F83C3579294C4319208"/>
          <p:cNvSpPr/>
          <p:nvPr/>
        </p:nvSpPr>
        <p:spPr>
          <a:xfrm>
            <a:off x="5354320" y="3435350"/>
            <a:ext cx="2572385" cy="275590"/>
          </a:xfrm>
          <a:prstGeom prst="rect">
            <a:avLst/>
          </a:prstGeom>
        </p:spPr>
        <p:txBody>
          <a:bodyPr wrap="square">
            <a:spAutoFit/>
          </a:bodyPr>
          <a:lstStyle/>
          <a:p>
            <a:pPr lvl="0" algn="ctr"/>
            <a:r>
              <a:rPr lang="zh-CN" altLang="en-US" sz="1200" b="1">
                <a:solidFill>
                  <a:schemeClr val="bg1"/>
                </a:solidFill>
              </a:rPr>
              <a:t>小组成员：郝仕达</a:t>
            </a:r>
            <a:r>
              <a:rPr lang="en-US" altLang="zh-CN" sz="1200" b="1">
                <a:solidFill>
                  <a:schemeClr val="bg1"/>
                </a:solidFill>
              </a:rPr>
              <a:t>  </a:t>
            </a:r>
            <a:r>
              <a:rPr lang="zh-CN" altLang="en-US" sz="1200" b="1">
                <a:solidFill>
                  <a:schemeClr val="bg1"/>
                </a:solidFill>
              </a:rPr>
              <a:t>肖宇</a:t>
            </a:r>
            <a:r>
              <a:rPr lang="en-US" altLang="zh-CN" sz="1200" b="1">
                <a:solidFill>
                  <a:schemeClr val="bg1"/>
                </a:solidFill>
              </a:rPr>
              <a:t>  </a:t>
            </a:r>
            <a:r>
              <a:rPr lang="zh-CN" altLang="en-US" sz="1200" b="1">
                <a:solidFill>
                  <a:schemeClr val="bg1"/>
                </a:solidFill>
              </a:rPr>
              <a:t>张子豪</a:t>
            </a:r>
            <a:endParaRPr lang="zh-CN" altLang="en-US" sz="1200" b="1">
              <a:solidFill>
                <a:schemeClr val="bg1"/>
              </a:solidFill>
            </a:endParaRPr>
          </a:p>
        </p:txBody>
      </p:sp>
      <p:sp>
        <p:nvSpPr>
          <p:cNvPr id="6" name="椭圆 5"/>
          <p:cNvSpPr/>
          <p:nvPr/>
        </p:nvSpPr>
        <p:spPr>
          <a:xfrm>
            <a:off x="373200" y="1391018"/>
            <a:ext cx="2349225" cy="2349225"/>
          </a:xfrm>
          <a:prstGeom prst="ellipse">
            <a:avLst/>
          </a:prstGeom>
          <a:blipFill rotWithShape="1">
            <a:blip r:embed="rId1"/>
            <a:stretch>
              <a:fillRect/>
            </a:stretch>
          </a:blipFill>
          <a:ln w="762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2940884" y="3042293"/>
            <a:ext cx="731461"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18" name="图片 17" descr="西电新标志1-蓝色-不透明"/>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7822565" y="0"/>
            <a:ext cx="1039495" cy="10166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pSp>
        <p:nvGrpSpPr>
          <p:cNvPr id="25" name="组合 24"/>
          <p:cNvGrpSpPr/>
          <p:nvPr>
            <p:custDataLst>
              <p:tags r:id="rId1"/>
            </p:custDataLst>
          </p:nvPr>
        </p:nvGrpSpPr>
        <p:grpSpPr>
          <a:xfrm>
            <a:off x="4182745" y="328930"/>
            <a:ext cx="1661160" cy="629920"/>
            <a:chOff x="6587" y="1176"/>
            <a:chExt cx="2616" cy="992"/>
          </a:xfrm>
        </p:grpSpPr>
        <p:sp>
          <p:nvSpPr>
            <p:cNvPr id="4" name="文本框 6" descr="e7d195523061f1c09e9d68d7cf438b91ef959ecb14fc25d26BBA7F7DBC18E55DFF4014AF651F0BF2569D4B6C1DA7F1A4683A481403BD872FC687266AD13265C1DE7C373772FD8728ABDD69ADD03BFF5BE2862BC891DBB79E494C88F4C47816E9B839DEB7B8BEAA1924EE32CAF885452B66079FC452FC2D0A6DF680EB02F2D1D42F96B9FA6618A3B49F71E7923D0FBB20"/>
            <p:cNvSpPr txBox="1">
              <a:spLocks noChangeArrowheads="1"/>
            </p:cNvSpPr>
            <p:nvPr>
              <p:custDataLst>
                <p:tags r:id="rId2"/>
              </p:custDataLst>
            </p:nvPr>
          </p:nvSpPr>
          <p:spPr bwMode="auto">
            <a:xfrm>
              <a:off x="7739" y="1353"/>
              <a:ext cx="1464"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en-US" altLang="zh-CN" sz="1800" b="1">
                  <a:solidFill>
                    <a:schemeClr val="accent1"/>
                  </a:solidFill>
                  <a:latin typeface="+mj-ea"/>
                  <a:ea typeface="+mj-ea"/>
                </a:rPr>
                <a:t>Z3</a:t>
              </a:r>
              <a:r>
                <a:rPr lang="zh-CN" altLang="en-US" sz="1800" b="1">
                  <a:solidFill>
                    <a:schemeClr val="accent1"/>
                  </a:solidFill>
                  <a:latin typeface="+mj-ea"/>
                  <a:ea typeface="+mj-ea"/>
                </a:rPr>
                <a:t>简介</a:t>
              </a:r>
              <a:endParaRPr lang="zh-CN" altLang="en-US" sz="1800" b="1">
                <a:solidFill>
                  <a:schemeClr val="accent1"/>
                </a:solidFill>
                <a:latin typeface="+mj-ea"/>
                <a:ea typeface="+mj-ea"/>
              </a:endParaRPr>
            </a:p>
          </p:txBody>
        </p:sp>
        <p:sp>
          <p:nvSpPr>
            <p:cNvPr id="6" name="椭圆 5" descr="e7d195523061f1c09e9d68d7cf438b91ef959ecb14fc25d26BBA7F7DBC18E55DFF4014AF651F0BF2569D4B6C1DA7F1A4683A481403BD872FC687266AD13265C1DE7C373772FD8728ABDD69ADD03BFF5BE2862BC891DBB79E494C88F4C47816E9B839DEB7B8BEAA1924EE32CAF885452B66079FC452FC2D0A6DF680EB02F2D1D42F96B9FA6618A3B49F71E7923D0FBB20"/>
            <p:cNvSpPr/>
            <p:nvPr>
              <p:custDataLst>
                <p:tags r:id="rId3"/>
              </p:custDataLst>
            </p:nvPr>
          </p:nvSpPr>
          <p:spPr>
            <a:xfrm>
              <a:off x="6587" y="1176"/>
              <a:ext cx="992" cy="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2800" b="1">
                  <a:latin typeface="+mj-ea"/>
                  <a:ea typeface="+mj-ea"/>
                </a:rPr>
                <a:t>1</a:t>
              </a:r>
              <a:endParaRPr lang="en-US" altLang="zh-CN" sz="2800" b="1">
                <a:latin typeface="+mj-ea"/>
                <a:ea typeface="+mj-ea"/>
              </a:endParaRPr>
            </a:p>
          </p:txBody>
        </p:sp>
      </p:grpSp>
      <p:grpSp>
        <p:nvGrpSpPr>
          <p:cNvPr id="27" name="组合 26"/>
          <p:cNvGrpSpPr/>
          <p:nvPr>
            <p:custDataLst>
              <p:tags r:id="rId4"/>
            </p:custDataLst>
          </p:nvPr>
        </p:nvGrpSpPr>
        <p:grpSpPr>
          <a:xfrm>
            <a:off x="4182745" y="1295400"/>
            <a:ext cx="2096135" cy="629920"/>
            <a:chOff x="6587" y="2921"/>
            <a:chExt cx="3301" cy="992"/>
          </a:xfrm>
        </p:grpSpPr>
        <p:sp>
          <p:nvSpPr>
            <p:cNvPr id="7" name="文本框 6" descr="e7d195523061f1c09e9d68d7cf438b91ef959ecb14fc25d26BBA7F7DBC18E55DFF4014AF651F0BF2569D4B6C1DA7F1A4683A481403BD872FC687266AD13265C1DE7C373772FD8728ABDD69ADD03BFF5BE2862BC891DBB79E494C88F4C47816E9B839DEB7B8BEAA1924EE32CAF885452B66079FC452FC2D0A6DF680EB02F2D1D42F96B9FA6618A3B49F71E7923D0FBB20"/>
            <p:cNvSpPr txBox="1">
              <a:spLocks noChangeArrowheads="1"/>
            </p:cNvSpPr>
            <p:nvPr>
              <p:custDataLst>
                <p:tags r:id="rId5"/>
              </p:custDataLst>
            </p:nvPr>
          </p:nvSpPr>
          <p:spPr bwMode="auto">
            <a:xfrm>
              <a:off x="7704" y="3079"/>
              <a:ext cx="2184"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en-US" altLang="zh-CN" sz="1800" b="1">
                  <a:solidFill>
                    <a:schemeClr val="accent1"/>
                  </a:solidFill>
                  <a:latin typeface="+mj-ea"/>
                  <a:ea typeface="+mj-ea"/>
                </a:rPr>
                <a:t>Z3</a:t>
              </a:r>
              <a:r>
                <a:rPr lang="zh-CN" altLang="en-US" sz="1800" b="1">
                  <a:solidFill>
                    <a:schemeClr val="accent1"/>
                  </a:solidFill>
                  <a:latin typeface="+mj-ea"/>
                  <a:ea typeface="+mj-ea"/>
                </a:rPr>
                <a:t>实现原理</a:t>
              </a:r>
              <a:endParaRPr lang="zh-CN" altLang="en-US" sz="1800" b="1">
                <a:solidFill>
                  <a:schemeClr val="accent1"/>
                </a:solidFill>
                <a:latin typeface="+mj-ea"/>
                <a:ea typeface="+mj-ea"/>
              </a:endParaRPr>
            </a:p>
          </p:txBody>
        </p:sp>
        <p:sp>
          <p:nvSpPr>
            <p:cNvPr id="9" name="椭圆 8" descr="e7d195523061f1c09e9d68d7cf438b91ef959ecb14fc25d26BBA7F7DBC18E55DFF4014AF651F0BF2569D4B6C1DA7F1A4683A481403BD872FC687266AD13265C1DE7C373772FD8728ABDD69ADD03BFF5BE2862BC891DBB79E494C88F4C47816E9B839DEB7B8BEAA1924EE32CAF885452B66079FC452FC2D0A6DF680EB02F2D1D42F96B9FA6618A3B49F71E7923D0FBB20"/>
            <p:cNvSpPr/>
            <p:nvPr>
              <p:custDataLst>
                <p:tags r:id="rId6"/>
              </p:custDataLst>
            </p:nvPr>
          </p:nvSpPr>
          <p:spPr>
            <a:xfrm>
              <a:off x="6587" y="2921"/>
              <a:ext cx="992" cy="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2800" b="1">
                  <a:latin typeface="+mj-lt"/>
                </a:rPr>
                <a:t>2</a:t>
              </a:r>
              <a:endParaRPr lang="en-US" altLang="zh-CN" sz="2800" b="1">
                <a:latin typeface="+mj-lt"/>
              </a:endParaRPr>
            </a:p>
          </p:txBody>
        </p:sp>
      </p:grpSp>
      <p:grpSp>
        <p:nvGrpSpPr>
          <p:cNvPr id="18" name="组合 17"/>
          <p:cNvGrpSpPr/>
          <p:nvPr>
            <p:custDataLst>
              <p:tags r:id="rId7"/>
            </p:custDataLst>
          </p:nvPr>
        </p:nvGrpSpPr>
        <p:grpSpPr>
          <a:xfrm>
            <a:off x="4182508" y="2191591"/>
            <a:ext cx="2096330" cy="629882"/>
            <a:chOff x="6587" y="4678"/>
            <a:chExt cx="3301" cy="992"/>
          </a:xfrm>
        </p:grpSpPr>
        <p:sp>
          <p:nvSpPr>
            <p:cNvPr id="10" name="文本框 9" descr="e7d195523061f1c09e9d68d7cf438b91ef959ecb14fc25d26BBA7F7DBC18E55DFF4014AF651F0BF2569D4B6C1DA7F1A4683A481403BD872FC687266AD13265C1DE7C373772FD8728ABDD69ADD03BFF5BE2862BC891DBB79E494C88F4C47816E9B839DEB7B8BEAA1924EE32CAF885452B66079FC452FC2D0A6DF680EB02F2D1D42F96B9FA6618A3B49F71E7923D0FBB20"/>
            <p:cNvSpPr txBox="1">
              <a:spLocks noChangeArrowheads="1"/>
            </p:cNvSpPr>
            <p:nvPr>
              <p:custDataLst>
                <p:tags r:id="rId8"/>
              </p:custDataLst>
            </p:nvPr>
          </p:nvSpPr>
          <p:spPr bwMode="auto">
            <a:xfrm>
              <a:off x="7704" y="4815"/>
              <a:ext cx="2184"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800" b="1">
                  <a:solidFill>
                    <a:schemeClr val="accent1"/>
                  </a:solidFill>
                  <a:latin typeface="+mj-ea"/>
                  <a:ea typeface="+mj-ea"/>
                </a:rPr>
                <a:t>Z3</a:t>
              </a:r>
              <a:r>
                <a:rPr lang="zh-CN" altLang="en-US" sz="1800" b="1">
                  <a:solidFill>
                    <a:schemeClr val="accent1"/>
                  </a:solidFill>
                  <a:latin typeface="+mj-ea"/>
                  <a:ea typeface="+mj-ea"/>
                </a:rPr>
                <a:t>工具演示</a:t>
              </a:r>
              <a:endParaRPr lang="zh-CN" altLang="en-US" sz="1800" b="1">
                <a:solidFill>
                  <a:schemeClr val="accent1"/>
                </a:solidFill>
                <a:latin typeface="+mj-ea"/>
                <a:ea typeface="+mj-ea"/>
              </a:endParaRPr>
            </a:p>
          </p:txBody>
        </p:sp>
        <p:sp>
          <p:nvSpPr>
            <p:cNvPr id="14" name="椭圆 13" descr="e7d195523061f1c09e9d68d7cf438b91ef959ecb14fc25d26BBA7F7DBC18E55DFF4014AF651F0BF2569D4B6C1DA7F1A4683A481403BD872FC687266AD13265C1DE7C373772FD8728ABDD69ADD03BFF5BE2862BC891DBB79E494C88F4C47816E9B839DEB7B8BEAA1924EE32CAF885452B66079FC452FC2D0A6DF680EB02F2D1D42F96B9FA6618A3B49F71E7923D0FBB20"/>
            <p:cNvSpPr/>
            <p:nvPr>
              <p:custDataLst>
                <p:tags r:id="rId9"/>
              </p:custDataLst>
            </p:nvPr>
          </p:nvSpPr>
          <p:spPr>
            <a:xfrm>
              <a:off x="6587" y="4678"/>
              <a:ext cx="992" cy="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2800" b="1">
                  <a:latin typeface="+mj-lt"/>
                </a:rPr>
                <a:t>3</a:t>
              </a:r>
              <a:endParaRPr lang="en-US" altLang="zh-CN" sz="2800" b="1">
                <a:latin typeface="+mj-lt"/>
              </a:endParaRPr>
            </a:p>
          </p:txBody>
        </p:sp>
      </p:grpSp>
      <p:grpSp>
        <p:nvGrpSpPr>
          <p:cNvPr id="28" name="组合 27"/>
          <p:cNvGrpSpPr/>
          <p:nvPr>
            <p:custDataLst>
              <p:tags r:id="rId10"/>
            </p:custDataLst>
          </p:nvPr>
        </p:nvGrpSpPr>
        <p:grpSpPr>
          <a:xfrm>
            <a:off x="4182508" y="4022773"/>
            <a:ext cx="1371837" cy="629882"/>
            <a:chOff x="6587" y="6466"/>
            <a:chExt cx="2160" cy="992"/>
          </a:xfrm>
        </p:grpSpPr>
        <p:sp>
          <p:nvSpPr>
            <p:cNvPr id="11" name="文本框 6" descr="e7d195523061f1c09e9d68d7cf438b91ef959ecb14fc25d26BBA7F7DBC18E55DFF4014AF651F0BF2569D4B6C1DA7F1A4683A481403BD872FC687266AD13265C1DE7C373772FD8728ABDD69ADD03BFF5BE2862BC891DBB79E494C88F4C47816E9B839DEB7B8BEAA1924EE32CAF885452B66079FC452FC2D0A6DF680EB02F2D1D42F96B9FA6618A3B49F71E7923D0FBB20"/>
            <p:cNvSpPr txBox="1">
              <a:spLocks noChangeArrowheads="1"/>
            </p:cNvSpPr>
            <p:nvPr>
              <p:custDataLst>
                <p:tags r:id="rId11"/>
              </p:custDataLst>
            </p:nvPr>
          </p:nvSpPr>
          <p:spPr bwMode="auto">
            <a:xfrm>
              <a:off x="7739" y="6574"/>
              <a:ext cx="1008"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800" b="1">
                  <a:solidFill>
                    <a:schemeClr val="accent1"/>
                  </a:solidFill>
                  <a:latin typeface="+mj-ea"/>
                  <a:ea typeface="+mj-ea"/>
                </a:rPr>
                <a:t>总结</a:t>
              </a:r>
              <a:endParaRPr lang="zh-CN" altLang="en-US" sz="1800" b="1">
                <a:solidFill>
                  <a:schemeClr val="accent1"/>
                </a:solidFill>
                <a:latin typeface="+mj-ea"/>
                <a:ea typeface="+mj-ea"/>
              </a:endParaRPr>
            </a:p>
          </p:txBody>
        </p:sp>
        <p:sp>
          <p:nvSpPr>
            <p:cNvPr id="15" name="椭圆 14" descr="e7d195523061f1c09e9d68d7cf438b91ef959ecb14fc25d26BBA7F7DBC18E55DFF4014AF651F0BF2569D4B6C1DA7F1A4683A481403BD872FC687266AD13265C1DE7C373772FD8728ABDD69ADD03BFF5BE2862BC891DBB79E494C88F4C47816E9B839DEB7B8BEAA1924EE32CAF885452B66079FC452FC2D0A6DF680EB02F2D1D42F96B9FA6618A3B49F71E7923D0FBB20"/>
            <p:cNvSpPr/>
            <p:nvPr>
              <p:custDataLst>
                <p:tags r:id="rId12"/>
              </p:custDataLst>
            </p:nvPr>
          </p:nvSpPr>
          <p:spPr>
            <a:xfrm>
              <a:off x="6587" y="6466"/>
              <a:ext cx="992" cy="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2800" b="1">
                  <a:latin typeface="+mj-lt"/>
                </a:rPr>
                <a:t>5</a:t>
              </a:r>
              <a:endParaRPr lang="en-US" altLang="zh-CN" sz="2800" b="1">
                <a:latin typeface="+mj-lt"/>
              </a:endParaRPr>
            </a:p>
          </p:txBody>
        </p:sp>
      </p:grpSp>
      <p:grpSp>
        <p:nvGrpSpPr>
          <p:cNvPr id="17" name="组合 16"/>
          <p:cNvGrpSpPr/>
          <p:nvPr/>
        </p:nvGrpSpPr>
        <p:grpSpPr>
          <a:xfrm>
            <a:off x="334010" y="465455"/>
            <a:ext cx="2324735" cy="1389380"/>
            <a:chOff x="292" y="2670"/>
            <a:chExt cx="3661" cy="2188"/>
          </a:xfrm>
        </p:grpSpPr>
        <p:sp>
          <p:nvSpPr>
            <p:cNvPr id="2" name="文本框 1"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329" y="3916"/>
              <a:ext cx="3625" cy="72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en-US" altLang="zh-CN" sz="2400">
                  <a:solidFill>
                    <a:srgbClr val="304371"/>
                  </a:solidFill>
                  <a:latin typeface="+mj-lt"/>
                  <a:ea typeface="+mj-ea"/>
                  <a:sym typeface="Calibri" panose="020F0502020204030204" pitchFamily="34" charset="0"/>
                </a:rPr>
                <a:t>CONTENTS</a:t>
              </a:r>
              <a:endParaRPr lang="en-US" altLang="zh-CN" sz="2400">
                <a:solidFill>
                  <a:srgbClr val="304371"/>
                </a:solidFill>
                <a:latin typeface="+mj-lt"/>
                <a:ea typeface="+mj-ea"/>
                <a:sym typeface="Calibri" panose="020F0502020204030204" pitchFamily="34" charset="0"/>
              </a:endParaRPr>
            </a:p>
          </p:txBody>
        </p:sp>
        <p:sp>
          <p:nvSpPr>
            <p:cNvPr id="3" name="文本框 2"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292" y="2670"/>
              <a:ext cx="2607" cy="130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4800" b="1">
                  <a:solidFill>
                    <a:srgbClr val="304371"/>
                  </a:solidFill>
                  <a:latin typeface="+mj-ea"/>
                  <a:ea typeface="+mj-ea"/>
                  <a:sym typeface="Calibri" panose="020F0502020204030204" pitchFamily="34" charset="0"/>
                </a:rPr>
                <a:t>目 录</a:t>
              </a:r>
              <a:endParaRPr lang="zh-CN" altLang="en-US" sz="4800" b="1">
                <a:solidFill>
                  <a:srgbClr val="304371"/>
                </a:solidFill>
                <a:latin typeface="+mj-ea"/>
                <a:ea typeface="+mj-ea"/>
                <a:sym typeface="Calibri" panose="020F0502020204030204" pitchFamily="34" charset="0"/>
              </a:endParaRPr>
            </a:p>
          </p:txBody>
        </p:sp>
        <p:cxnSp>
          <p:nvCxnSpPr>
            <p:cNvPr id="20" name="直接连接符 19"/>
            <p:cNvCxnSpPr/>
            <p:nvPr/>
          </p:nvCxnSpPr>
          <p:spPr>
            <a:xfrm>
              <a:off x="526" y="4858"/>
              <a:ext cx="853" cy="0"/>
            </a:xfrm>
            <a:prstGeom prst="line">
              <a:avLst/>
            </a:prstGeom>
            <a:ln w="28575">
              <a:solidFill>
                <a:srgbClr val="304371"/>
              </a:solidFil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custDataLst>
              <p:tags r:id="rId13"/>
            </p:custDataLst>
          </p:nvPr>
        </p:nvGrpSpPr>
        <p:grpSpPr>
          <a:xfrm>
            <a:off x="4182745" y="3087370"/>
            <a:ext cx="2781935" cy="629920"/>
            <a:chOff x="6587" y="4678"/>
            <a:chExt cx="4381" cy="992"/>
          </a:xfrm>
        </p:grpSpPr>
        <p:sp>
          <p:nvSpPr>
            <p:cNvPr id="23" name="文本框 22" descr="e7d195523061f1c09e9d68d7cf438b91ef959ecb14fc25d26BBA7F7DBC18E55DFF4014AF651F0BF2569D4B6C1DA7F1A4683A481403BD872FC687266AD13265C1DE7C373772FD8728ABDD69ADD03BFF5BE2862BC891DBB79E494C88F4C47816E9B839DEB7B8BEAA1924EE32CAF885452B66079FC452FC2D0A6DF680EB02F2D1D42F96B9FA6618A3B49F71E7923D0FBB20"/>
            <p:cNvSpPr txBox="1">
              <a:spLocks noChangeArrowheads="1"/>
            </p:cNvSpPr>
            <p:nvPr>
              <p:custDataLst>
                <p:tags r:id="rId14"/>
              </p:custDataLst>
            </p:nvPr>
          </p:nvSpPr>
          <p:spPr bwMode="auto">
            <a:xfrm>
              <a:off x="7704" y="4794"/>
              <a:ext cx="3264"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800" b="1">
                  <a:solidFill>
                    <a:schemeClr val="accent1"/>
                  </a:solidFill>
                  <a:latin typeface="+mj-ea"/>
                  <a:ea typeface="+mj-ea"/>
                </a:rPr>
                <a:t>Z3</a:t>
              </a:r>
              <a:r>
                <a:rPr lang="zh-CN" altLang="en-US" sz="1800" b="1" dirty="0">
                  <a:solidFill>
                    <a:srgbClr val="304371"/>
                  </a:solidFill>
                  <a:latin typeface="+mj-ea"/>
                  <a:ea typeface="+mj-ea"/>
                  <a:sym typeface="+mn-ea"/>
                </a:rPr>
                <a:t>在其他领域</a:t>
              </a:r>
              <a:r>
                <a:rPr lang="zh-CN" altLang="en-US" sz="1800" b="1">
                  <a:solidFill>
                    <a:schemeClr val="accent1"/>
                  </a:solidFill>
                  <a:latin typeface="+mj-ea"/>
                  <a:ea typeface="+mj-ea"/>
                </a:rPr>
                <a:t>应用</a:t>
              </a:r>
              <a:endParaRPr lang="zh-CN" altLang="en-US" sz="1800" b="1">
                <a:solidFill>
                  <a:schemeClr val="accent1"/>
                </a:solidFill>
                <a:latin typeface="+mj-ea"/>
                <a:ea typeface="+mj-ea"/>
              </a:endParaRPr>
            </a:p>
          </p:txBody>
        </p:sp>
        <p:sp>
          <p:nvSpPr>
            <p:cNvPr id="24" name="椭圆 23" descr="e7d195523061f1c09e9d68d7cf438b91ef959ecb14fc25d26BBA7F7DBC18E55DFF4014AF651F0BF2569D4B6C1DA7F1A4683A481403BD872FC687266AD13265C1DE7C373772FD8728ABDD69ADD03BFF5BE2862BC891DBB79E494C88F4C47816E9B839DEB7B8BEAA1924EE32CAF885452B66079FC452FC2D0A6DF680EB02F2D1D42F96B9FA6618A3B49F71E7923D0FBB20"/>
            <p:cNvSpPr/>
            <p:nvPr>
              <p:custDataLst>
                <p:tags r:id="rId15"/>
              </p:custDataLst>
            </p:nvPr>
          </p:nvSpPr>
          <p:spPr>
            <a:xfrm>
              <a:off x="6587" y="4678"/>
              <a:ext cx="992" cy="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2800" b="1">
                  <a:latin typeface="+mj-lt"/>
                </a:rPr>
                <a:t>4</a:t>
              </a:r>
              <a:endParaRPr lang="en-US" altLang="zh-CN" sz="2800" b="1">
                <a:latin typeface="+mj-lt"/>
              </a:endParaRPr>
            </a:p>
          </p:txBody>
        </p:sp>
      </p:grpSp>
      <p:grpSp>
        <p:nvGrpSpPr>
          <p:cNvPr id="40" name="组合 39"/>
          <p:cNvGrpSpPr/>
          <p:nvPr/>
        </p:nvGrpSpPr>
        <p:grpSpPr>
          <a:xfrm>
            <a:off x="601980" y="1935480"/>
            <a:ext cx="2835275" cy="2611755"/>
            <a:chOff x="3276376" y="1412908"/>
            <a:chExt cx="4068454" cy="3630612"/>
          </a:xfrm>
        </p:grpSpPr>
        <p:sp>
          <p:nvSpPr>
            <p:cNvPr id="36" name="Freeform 33"/>
            <p:cNvSpPr/>
            <p:nvPr/>
          </p:nvSpPr>
          <p:spPr bwMode="auto">
            <a:xfrm>
              <a:off x="5935014" y="2789622"/>
              <a:ext cx="1409816" cy="1226253"/>
            </a:xfrm>
            <a:custGeom>
              <a:avLst/>
              <a:gdLst>
                <a:gd name="T0" fmla="*/ 70 w 1000"/>
                <a:gd name="T1" fmla="*/ 712 h 868"/>
                <a:gd name="T2" fmla="*/ 788 w 1000"/>
                <a:gd name="T3" fmla="*/ 534 h 868"/>
                <a:gd name="T4" fmla="*/ 1000 w 1000"/>
                <a:gd name="T5" fmla="*/ 38 h 868"/>
                <a:gd name="T6" fmla="*/ 316 w 1000"/>
                <a:gd name="T7" fmla="*/ 198 h 868"/>
                <a:gd name="T8" fmla="*/ 0 w 1000"/>
                <a:gd name="T9" fmla="*/ 630 h 868"/>
                <a:gd name="T10" fmla="*/ 566 w 1000"/>
                <a:gd name="T11" fmla="*/ 360 h 868"/>
                <a:gd name="T12" fmla="*/ 70 w 1000"/>
                <a:gd name="T13" fmla="*/ 712 h 868"/>
              </a:gdLst>
              <a:ahLst/>
              <a:cxnLst>
                <a:cxn ang="0">
                  <a:pos x="T0" y="T1"/>
                </a:cxn>
                <a:cxn ang="0">
                  <a:pos x="T2" y="T3"/>
                </a:cxn>
                <a:cxn ang="0">
                  <a:pos x="T4" y="T5"/>
                </a:cxn>
                <a:cxn ang="0">
                  <a:pos x="T6" y="T7"/>
                </a:cxn>
                <a:cxn ang="0">
                  <a:pos x="T8" y="T9"/>
                </a:cxn>
                <a:cxn ang="0">
                  <a:pos x="T10" y="T11"/>
                </a:cxn>
                <a:cxn ang="0">
                  <a:pos x="T12" y="T13"/>
                </a:cxn>
              </a:cxnLst>
              <a:rect l="0" t="0" r="r" b="b"/>
              <a:pathLst>
                <a:path w="1000" h="868">
                  <a:moveTo>
                    <a:pt x="70" y="712"/>
                  </a:moveTo>
                  <a:cubicBezTo>
                    <a:pt x="70" y="712"/>
                    <a:pt x="485" y="868"/>
                    <a:pt x="788" y="534"/>
                  </a:cubicBezTo>
                  <a:cubicBezTo>
                    <a:pt x="980" y="322"/>
                    <a:pt x="1000" y="38"/>
                    <a:pt x="1000" y="38"/>
                  </a:cubicBezTo>
                  <a:cubicBezTo>
                    <a:pt x="1000" y="38"/>
                    <a:pt x="586" y="0"/>
                    <a:pt x="316" y="198"/>
                  </a:cubicBezTo>
                  <a:cubicBezTo>
                    <a:pt x="46" y="396"/>
                    <a:pt x="0" y="630"/>
                    <a:pt x="0" y="630"/>
                  </a:cubicBezTo>
                  <a:cubicBezTo>
                    <a:pt x="0" y="630"/>
                    <a:pt x="208" y="440"/>
                    <a:pt x="566" y="360"/>
                  </a:cubicBezTo>
                  <a:cubicBezTo>
                    <a:pt x="566" y="360"/>
                    <a:pt x="262" y="522"/>
                    <a:pt x="70" y="712"/>
                  </a:cubicBez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sz="2400">
                <a:solidFill>
                  <a:schemeClr val="lt1"/>
                </a:solidFill>
                <a:latin typeface="+mj-lt"/>
              </a:endParaRPr>
            </a:p>
          </p:txBody>
        </p:sp>
        <p:sp>
          <p:nvSpPr>
            <p:cNvPr id="37" name="Freeform 34"/>
            <p:cNvSpPr/>
            <p:nvPr/>
          </p:nvSpPr>
          <p:spPr bwMode="auto">
            <a:xfrm>
              <a:off x="5251923" y="1412908"/>
              <a:ext cx="1196162" cy="2144062"/>
            </a:xfrm>
            <a:custGeom>
              <a:avLst/>
              <a:gdLst>
                <a:gd name="T0" fmla="*/ 325 w 849"/>
                <a:gd name="T1" fmla="*/ 1518 h 1518"/>
                <a:gd name="T2" fmla="*/ 817 w 849"/>
                <a:gd name="T3" fmla="*/ 816 h 1518"/>
                <a:gd name="T4" fmla="*/ 539 w 849"/>
                <a:gd name="T5" fmla="*/ 0 h 1518"/>
                <a:gd name="T6" fmla="*/ 98 w 849"/>
                <a:gd name="T7" fmla="*/ 644 h 1518"/>
                <a:gd name="T8" fmla="*/ 189 w 849"/>
                <a:gd name="T9" fmla="*/ 1506 h 1518"/>
                <a:gd name="T10" fmla="*/ 455 w 849"/>
                <a:gd name="T11" fmla="*/ 706 h 1518"/>
                <a:gd name="T12" fmla="*/ 325 w 849"/>
                <a:gd name="T13" fmla="*/ 1518 h 1518"/>
              </a:gdLst>
              <a:ahLst/>
              <a:cxnLst>
                <a:cxn ang="0">
                  <a:pos x="T0" y="T1"/>
                </a:cxn>
                <a:cxn ang="0">
                  <a:pos x="T2" y="T3"/>
                </a:cxn>
                <a:cxn ang="0">
                  <a:pos x="T4" y="T5"/>
                </a:cxn>
                <a:cxn ang="0">
                  <a:pos x="T6" y="T7"/>
                </a:cxn>
                <a:cxn ang="0">
                  <a:pos x="T8" y="T9"/>
                </a:cxn>
                <a:cxn ang="0">
                  <a:pos x="T10" y="T11"/>
                </a:cxn>
                <a:cxn ang="0">
                  <a:pos x="T12" y="T13"/>
                </a:cxn>
              </a:cxnLst>
              <a:rect l="0" t="0" r="r" b="b"/>
              <a:pathLst>
                <a:path w="849" h="1518">
                  <a:moveTo>
                    <a:pt x="325" y="1518"/>
                  </a:moveTo>
                  <a:cubicBezTo>
                    <a:pt x="325" y="1518"/>
                    <a:pt x="785" y="1276"/>
                    <a:pt x="817" y="816"/>
                  </a:cubicBezTo>
                  <a:cubicBezTo>
                    <a:pt x="849" y="356"/>
                    <a:pt x="539" y="0"/>
                    <a:pt x="539" y="0"/>
                  </a:cubicBezTo>
                  <a:cubicBezTo>
                    <a:pt x="539" y="0"/>
                    <a:pt x="209" y="294"/>
                    <a:pt x="98" y="644"/>
                  </a:cubicBezTo>
                  <a:cubicBezTo>
                    <a:pt x="0" y="951"/>
                    <a:pt x="59" y="1290"/>
                    <a:pt x="189" y="1506"/>
                  </a:cubicBezTo>
                  <a:cubicBezTo>
                    <a:pt x="189" y="1506"/>
                    <a:pt x="167" y="1158"/>
                    <a:pt x="455" y="706"/>
                  </a:cubicBezTo>
                  <a:cubicBezTo>
                    <a:pt x="455" y="706"/>
                    <a:pt x="345" y="970"/>
                    <a:pt x="325" y="1518"/>
                  </a:cubicBez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sz="2400">
                <a:solidFill>
                  <a:schemeClr val="lt1"/>
                </a:solidFill>
                <a:latin typeface="+mj-lt"/>
              </a:endParaRPr>
            </a:p>
          </p:txBody>
        </p:sp>
        <p:sp>
          <p:nvSpPr>
            <p:cNvPr id="38" name="Freeform 35"/>
            <p:cNvSpPr/>
            <p:nvPr/>
          </p:nvSpPr>
          <p:spPr bwMode="auto">
            <a:xfrm>
              <a:off x="4099395" y="1522744"/>
              <a:ext cx="1342108" cy="1958996"/>
            </a:xfrm>
            <a:custGeom>
              <a:avLst/>
              <a:gdLst>
                <a:gd name="T0" fmla="*/ 700 w 952"/>
                <a:gd name="T1" fmla="*/ 1330 h 1386"/>
                <a:gd name="T2" fmla="*/ 760 w 952"/>
                <a:gd name="T3" fmla="*/ 522 h 1386"/>
                <a:gd name="T4" fmla="*/ 138 w 952"/>
                <a:gd name="T5" fmla="*/ 0 h 1386"/>
                <a:gd name="T6" fmla="*/ 122 w 952"/>
                <a:gd name="T7" fmla="*/ 820 h 1386"/>
                <a:gd name="T8" fmla="*/ 590 w 952"/>
                <a:gd name="T9" fmla="*/ 1386 h 1386"/>
                <a:gd name="T10" fmla="*/ 412 w 952"/>
                <a:gd name="T11" fmla="*/ 618 h 1386"/>
                <a:gd name="T12" fmla="*/ 700 w 952"/>
                <a:gd name="T13" fmla="*/ 1330 h 1386"/>
              </a:gdLst>
              <a:ahLst/>
              <a:cxnLst>
                <a:cxn ang="0">
                  <a:pos x="T0" y="T1"/>
                </a:cxn>
                <a:cxn ang="0">
                  <a:pos x="T2" y="T3"/>
                </a:cxn>
                <a:cxn ang="0">
                  <a:pos x="T4" y="T5"/>
                </a:cxn>
                <a:cxn ang="0">
                  <a:pos x="T6" y="T7"/>
                </a:cxn>
                <a:cxn ang="0">
                  <a:pos x="T8" y="T9"/>
                </a:cxn>
                <a:cxn ang="0">
                  <a:pos x="T10" y="T11"/>
                </a:cxn>
                <a:cxn ang="0">
                  <a:pos x="T12" y="T13"/>
                </a:cxn>
              </a:cxnLst>
              <a:rect l="0" t="0" r="r" b="b"/>
              <a:pathLst>
                <a:path w="952" h="1386">
                  <a:moveTo>
                    <a:pt x="700" y="1330"/>
                  </a:moveTo>
                  <a:cubicBezTo>
                    <a:pt x="700" y="1330"/>
                    <a:pt x="952" y="916"/>
                    <a:pt x="760" y="522"/>
                  </a:cubicBezTo>
                  <a:cubicBezTo>
                    <a:pt x="571" y="134"/>
                    <a:pt x="138" y="0"/>
                    <a:pt x="138" y="0"/>
                  </a:cubicBezTo>
                  <a:cubicBezTo>
                    <a:pt x="138" y="0"/>
                    <a:pt x="0" y="476"/>
                    <a:pt x="122" y="820"/>
                  </a:cubicBezTo>
                  <a:cubicBezTo>
                    <a:pt x="241" y="1156"/>
                    <a:pt x="462" y="1316"/>
                    <a:pt x="590" y="1386"/>
                  </a:cubicBezTo>
                  <a:cubicBezTo>
                    <a:pt x="590" y="1386"/>
                    <a:pt x="422" y="1170"/>
                    <a:pt x="412" y="618"/>
                  </a:cubicBezTo>
                  <a:cubicBezTo>
                    <a:pt x="412" y="618"/>
                    <a:pt x="548" y="1094"/>
                    <a:pt x="700" y="1330"/>
                  </a:cubicBez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sz="2400">
                <a:solidFill>
                  <a:schemeClr val="lt1"/>
                </a:solidFill>
                <a:latin typeface="+mj-lt"/>
              </a:endParaRPr>
            </a:p>
          </p:txBody>
        </p:sp>
        <p:sp>
          <p:nvSpPr>
            <p:cNvPr id="39" name="Freeform 36"/>
            <p:cNvSpPr/>
            <p:nvPr/>
          </p:nvSpPr>
          <p:spPr bwMode="auto">
            <a:xfrm>
              <a:off x="3276376" y="2857329"/>
              <a:ext cx="1488055" cy="1017113"/>
            </a:xfrm>
            <a:custGeom>
              <a:avLst/>
              <a:gdLst>
                <a:gd name="T0" fmla="*/ 1056 w 1056"/>
                <a:gd name="T1" fmla="*/ 528 h 720"/>
                <a:gd name="T2" fmla="*/ 616 w 1056"/>
                <a:gd name="T3" fmla="*/ 80 h 720"/>
                <a:gd name="T4" fmla="*/ 0 w 1056"/>
                <a:gd name="T5" fmla="*/ 178 h 720"/>
                <a:gd name="T6" fmla="*/ 446 w 1056"/>
                <a:gd name="T7" fmla="*/ 596 h 720"/>
                <a:gd name="T8" fmla="*/ 1036 w 1056"/>
                <a:gd name="T9" fmla="*/ 622 h 720"/>
                <a:gd name="T10" fmla="*/ 504 w 1056"/>
                <a:gd name="T11" fmla="*/ 334 h 720"/>
                <a:gd name="T12" fmla="*/ 1056 w 1056"/>
                <a:gd name="T13" fmla="*/ 528 h 720"/>
              </a:gdLst>
              <a:ahLst/>
              <a:cxnLst>
                <a:cxn ang="0">
                  <a:pos x="T0" y="T1"/>
                </a:cxn>
                <a:cxn ang="0">
                  <a:pos x="T2" y="T3"/>
                </a:cxn>
                <a:cxn ang="0">
                  <a:pos x="T4" y="T5"/>
                </a:cxn>
                <a:cxn ang="0">
                  <a:pos x="T6" y="T7"/>
                </a:cxn>
                <a:cxn ang="0">
                  <a:pos x="T8" y="T9"/>
                </a:cxn>
                <a:cxn ang="0">
                  <a:pos x="T10" y="T11"/>
                </a:cxn>
                <a:cxn ang="0">
                  <a:pos x="T12" y="T13"/>
                </a:cxn>
              </a:cxnLst>
              <a:rect l="0" t="0" r="r" b="b"/>
              <a:pathLst>
                <a:path w="1056" h="720">
                  <a:moveTo>
                    <a:pt x="1056" y="528"/>
                  </a:moveTo>
                  <a:cubicBezTo>
                    <a:pt x="1056" y="528"/>
                    <a:pt x="950" y="160"/>
                    <a:pt x="616" y="80"/>
                  </a:cubicBezTo>
                  <a:cubicBezTo>
                    <a:pt x="282" y="0"/>
                    <a:pt x="0" y="178"/>
                    <a:pt x="0" y="178"/>
                  </a:cubicBezTo>
                  <a:cubicBezTo>
                    <a:pt x="0" y="178"/>
                    <a:pt x="190" y="477"/>
                    <a:pt x="446" y="596"/>
                  </a:cubicBezTo>
                  <a:cubicBezTo>
                    <a:pt x="712" y="720"/>
                    <a:pt x="952" y="660"/>
                    <a:pt x="1036" y="622"/>
                  </a:cubicBezTo>
                  <a:cubicBezTo>
                    <a:pt x="1036" y="622"/>
                    <a:pt x="786" y="594"/>
                    <a:pt x="504" y="334"/>
                  </a:cubicBezTo>
                  <a:cubicBezTo>
                    <a:pt x="504" y="334"/>
                    <a:pt x="824" y="508"/>
                    <a:pt x="1056" y="528"/>
                  </a:cubicBez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sz="2400">
                <a:solidFill>
                  <a:schemeClr val="lt1"/>
                </a:solidFill>
                <a:latin typeface="+mj-lt"/>
              </a:endParaRPr>
            </a:p>
          </p:txBody>
        </p:sp>
        <p:sp>
          <p:nvSpPr>
            <p:cNvPr id="35" name="Freeform 32"/>
            <p:cNvSpPr/>
            <p:nvPr/>
          </p:nvSpPr>
          <p:spPr bwMode="auto">
            <a:xfrm>
              <a:off x="4761422" y="3456162"/>
              <a:ext cx="1253337" cy="1587358"/>
            </a:xfrm>
            <a:custGeom>
              <a:avLst/>
              <a:gdLst>
                <a:gd name="T0" fmla="*/ 369 w 889"/>
                <a:gd name="T1" fmla="*/ 1124 h 1124"/>
                <a:gd name="T2" fmla="*/ 713 w 889"/>
                <a:gd name="T3" fmla="*/ 1124 h 1124"/>
                <a:gd name="T4" fmla="*/ 676 w 889"/>
                <a:gd name="T5" fmla="*/ 705 h 1124"/>
                <a:gd name="T6" fmla="*/ 862 w 889"/>
                <a:gd name="T7" fmla="*/ 273 h 1124"/>
                <a:gd name="T8" fmla="*/ 853 w 889"/>
                <a:gd name="T9" fmla="*/ 202 h 1124"/>
                <a:gd name="T10" fmla="*/ 775 w 889"/>
                <a:gd name="T11" fmla="*/ 257 h 1124"/>
                <a:gd name="T12" fmla="*/ 612 w 889"/>
                <a:gd name="T13" fmla="*/ 387 h 1124"/>
                <a:gd name="T14" fmla="*/ 489 w 889"/>
                <a:gd name="T15" fmla="*/ 141 h 1124"/>
                <a:gd name="T16" fmla="*/ 417 w 889"/>
                <a:gd name="T17" fmla="*/ 5 h 1124"/>
                <a:gd name="T18" fmla="*/ 404 w 889"/>
                <a:gd name="T19" fmla="*/ 155 h 1124"/>
                <a:gd name="T20" fmla="*/ 405 w 889"/>
                <a:gd name="T21" fmla="*/ 327 h 1124"/>
                <a:gd name="T22" fmla="*/ 275 w 889"/>
                <a:gd name="T23" fmla="*/ 196 h 1124"/>
                <a:gd name="T24" fmla="*/ 154 w 889"/>
                <a:gd name="T25" fmla="*/ 49 h 1124"/>
                <a:gd name="T26" fmla="*/ 207 w 889"/>
                <a:gd name="T27" fmla="*/ 218 h 1124"/>
                <a:gd name="T28" fmla="*/ 281 w 889"/>
                <a:gd name="T29" fmla="*/ 387 h 1124"/>
                <a:gd name="T30" fmla="*/ 155 w 889"/>
                <a:gd name="T31" fmla="*/ 273 h 1124"/>
                <a:gd name="T32" fmla="*/ 28 w 889"/>
                <a:gd name="T33" fmla="*/ 187 h 1124"/>
                <a:gd name="T34" fmla="*/ 113 w 889"/>
                <a:gd name="T35" fmla="*/ 350 h 1124"/>
                <a:gd name="T36" fmla="*/ 234 w 889"/>
                <a:gd name="T37" fmla="*/ 489 h 1124"/>
                <a:gd name="T38" fmla="*/ 107 w 889"/>
                <a:gd name="T39" fmla="*/ 421 h 1124"/>
                <a:gd name="T40" fmla="*/ 29 w 889"/>
                <a:gd name="T41" fmla="*/ 413 h 1124"/>
                <a:gd name="T42" fmla="*/ 173 w 889"/>
                <a:gd name="T43" fmla="*/ 550 h 1124"/>
                <a:gd name="T44" fmla="*/ 397 w 889"/>
                <a:gd name="T45" fmla="*/ 850 h 1124"/>
                <a:gd name="T46" fmla="*/ 369 w 889"/>
                <a:gd name="T47" fmla="*/ 1124 h 1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89" h="1124">
                  <a:moveTo>
                    <a:pt x="369" y="1124"/>
                  </a:moveTo>
                  <a:cubicBezTo>
                    <a:pt x="713" y="1124"/>
                    <a:pt x="713" y="1124"/>
                    <a:pt x="713" y="1124"/>
                  </a:cubicBezTo>
                  <a:cubicBezTo>
                    <a:pt x="713" y="1124"/>
                    <a:pt x="608" y="991"/>
                    <a:pt x="676" y="705"/>
                  </a:cubicBezTo>
                  <a:cubicBezTo>
                    <a:pt x="744" y="420"/>
                    <a:pt x="845" y="300"/>
                    <a:pt x="862" y="273"/>
                  </a:cubicBezTo>
                  <a:cubicBezTo>
                    <a:pt x="880" y="247"/>
                    <a:pt x="889" y="215"/>
                    <a:pt x="853" y="202"/>
                  </a:cubicBezTo>
                  <a:cubicBezTo>
                    <a:pt x="824" y="191"/>
                    <a:pt x="784" y="242"/>
                    <a:pt x="775" y="257"/>
                  </a:cubicBezTo>
                  <a:cubicBezTo>
                    <a:pt x="766" y="272"/>
                    <a:pt x="693" y="394"/>
                    <a:pt x="612" y="387"/>
                  </a:cubicBezTo>
                  <a:cubicBezTo>
                    <a:pt x="531" y="380"/>
                    <a:pt x="510" y="225"/>
                    <a:pt x="489" y="141"/>
                  </a:cubicBezTo>
                  <a:cubicBezTo>
                    <a:pt x="468" y="57"/>
                    <a:pt x="454" y="0"/>
                    <a:pt x="417" y="5"/>
                  </a:cubicBezTo>
                  <a:cubicBezTo>
                    <a:pt x="383" y="10"/>
                    <a:pt x="401" y="127"/>
                    <a:pt x="404" y="155"/>
                  </a:cubicBezTo>
                  <a:cubicBezTo>
                    <a:pt x="407" y="183"/>
                    <a:pt x="438" y="315"/>
                    <a:pt x="405" y="327"/>
                  </a:cubicBezTo>
                  <a:cubicBezTo>
                    <a:pt x="372" y="339"/>
                    <a:pt x="306" y="258"/>
                    <a:pt x="275" y="196"/>
                  </a:cubicBezTo>
                  <a:cubicBezTo>
                    <a:pt x="244" y="134"/>
                    <a:pt x="204" y="27"/>
                    <a:pt x="154" y="49"/>
                  </a:cubicBezTo>
                  <a:cubicBezTo>
                    <a:pt x="113" y="68"/>
                    <a:pt x="193" y="189"/>
                    <a:pt x="207" y="218"/>
                  </a:cubicBezTo>
                  <a:cubicBezTo>
                    <a:pt x="221" y="247"/>
                    <a:pt x="293" y="374"/>
                    <a:pt x="281" y="387"/>
                  </a:cubicBezTo>
                  <a:cubicBezTo>
                    <a:pt x="269" y="400"/>
                    <a:pt x="178" y="299"/>
                    <a:pt x="155" y="273"/>
                  </a:cubicBezTo>
                  <a:cubicBezTo>
                    <a:pt x="132" y="247"/>
                    <a:pt x="56" y="155"/>
                    <a:pt x="28" y="187"/>
                  </a:cubicBezTo>
                  <a:cubicBezTo>
                    <a:pt x="0" y="219"/>
                    <a:pt x="67" y="306"/>
                    <a:pt x="113" y="350"/>
                  </a:cubicBezTo>
                  <a:cubicBezTo>
                    <a:pt x="159" y="394"/>
                    <a:pt x="243" y="472"/>
                    <a:pt x="234" y="489"/>
                  </a:cubicBezTo>
                  <a:cubicBezTo>
                    <a:pt x="225" y="506"/>
                    <a:pt x="133" y="437"/>
                    <a:pt x="107" y="421"/>
                  </a:cubicBezTo>
                  <a:cubicBezTo>
                    <a:pt x="81" y="405"/>
                    <a:pt x="39" y="384"/>
                    <a:pt x="29" y="413"/>
                  </a:cubicBezTo>
                  <a:cubicBezTo>
                    <a:pt x="20" y="441"/>
                    <a:pt x="79" y="497"/>
                    <a:pt x="173" y="550"/>
                  </a:cubicBezTo>
                  <a:cubicBezTo>
                    <a:pt x="267" y="603"/>
                    <a:pt x="394" y="692"/>
                    <a:pt x="397" y="850"/>
                  </a:cubicBezTo>
                  <a:cubicBezTo>
                    <a:pt x="400" y="1008"/>
                    <a:pt x="375" y="1107"/>
                    <a:pt x="369" y="1124"/>
                  </a:cubicBezTo>
                  <a:close/>
                </a:path>
              </a:pathLst>
            </a:custGeom>
            <a:solidFill>
              <a:schemeClr val="bg1"/>
            </a:solidFill>
            <a:ln>
              <a:noFill/>
            </a:ln>
            <a:effectLst>
              <a:outerShdw blurRad="254000" dist="254000" dir="5400000" algn="t"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sz="2400">
                <a:solidFill>
                  <a:schemeClr val="lt1"/>
                </a:solidFill>
                <a:latin typeface="+mj-lt"/>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8" name="矩形 7"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499110" y="306070"/>
            <a:ext cx="1849120" cy="497840"/>
          </a:xfrm>
          <a:prstGeom prst="rect">
            <a:avLst/>
          </a:prstGeom>
          <a:noFill/>
        </p:spPr>
        <p:txBody>
          <a:bodyPr wrap="none">
            <a:noAutofit/>
          </a:bodyPr>
          <a:lstStyle/>
          <a:p>
            <a:pPr algn="ctr">
              <a:defRPr/>
            </a:pPr>
            <a:r>
              <a:rPr lang="zh-CN" altLang="en-US" sz="2400" b="1" kern="100">
                <a:solidFill>
                  <a:srgbClr val="304371"/>
                </a:solidFill>
                <a:latin typeface="微软雅黑" panose="020B0503020204020204" pitchFamily="34" charset="-122"/>
                <a:ea typeface="微软雅黑" panose="020B0503020204020204" pitchFamily="34" charset="-122"/>
                <a:cs typeface="Times New Roman" panose="02020603050405020304" pitchFamily="18" charset="0"/>
              </a:rPr>
              <a:t>一，</a:t>
            </a:r>
            <a:r>
              <a:rPr lang="en-US" altLang="zh-CN" sz="2400" b="1" kern="100">
                <a:solidFill>
                  <a:srgbClr val="304371"/>
                </a:solidFill>
                <a:latin typeface="微软雅黑" panose="020B0503020204020204" pitchFamily="34" charset="-122"/>
                <a:ea typeface="微软雅黑" panose="020B0503020204020204" pitchFamily="34" charset="-122"/>
                <a:cs typeface="Times New Roman" panose="02020603050405020304" pitchFamily="18" charset="0"/>
              </a:rPr>
              <a:t>Z3</a:t>
            </a:r>
            <a:r>
              <a:rPr lang="zh-CN" altLang="en-US" sz="2400" b="1" kern="100">
                <a:solidFill>
                  <a:srgbClr val="304371"/>
                </a:solidFill>
                <a:latin typeface="微软雅黑" panose="020B0503020204020204" pitchFamily="34" charset="-122"/>
                <a:ea typeface="微软雅黑" panose="020B0503020204020204" pitchFamily="34" charset="-122"/>
                <a:cs typeface="Times New Roman" panose="02020603050405020304" pitchFamily="18" charset="0"/>
              </a:rPr>
              <a:t>简介</a:t>
            </a:r>
            <a:endParaRPr lang="zh-CN" altLang="en-US" sz="2400" b="1" kern="100">
              <a:solidFill>
                <a:srgbClr val="30437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矩形 28" descr="e7d195523061f1c09e9d68d7cf438b91ef959ecb14fc25d26BBA7F7DBC18E55DFF4014AF651F0BF2569D4B6C1DA7F1A4683A481403BD872FC687266AD13265C1DE7C373772FD8728ABDD69ADD03BFF5BE2862BC891DBB79E494C88F4C47816E9B839DEB7B8BEAA1924EE32CAF885452B66079FC452FC2D0A6DF680EB02F2D1D42F96B9FA6618A3B49F71E7923D0FBB20"/>
          <p:cNvSpPr/>
          <p:nvPr/>
        </p:nvSpPr>
        <p:spPr>
          <a:xfrm>
            <a:off x="499110" y="1283335"/>
            <a:ext cx="3601720" cy="2970530"/>
          </a:xfrm>
          <a:prstGeom prst="rect">
            <a:avLst/>
          </a:prstGeom>
        </p:spPr>
        <p:txBody>
          <a:bodyPr wrap="square">
            <a:noAutofit/>
          </a:bodyPr>
          <a:lstStyle/>
          <a:p>
            <a:pPr>
              <a:lnSpc>
                <a:spcPct val="150000"/>
              </a:lnSpc>
            </a:pPr>
            <a:r>
              <a:rPr lang="en-US" altLang="zh-CN" sz="1200" b="1">
                <a:solidFill>
                  <a:schemeClr val="tx1">
                    <a:lumMod val="85000"/>
                    <a:lumOff val="15000"/>
                  </a:schemeClr>
                </a:solidFill>
              </a:rPr>
              <a:t>Z3是一个由MicrosoftResearch开发的高性能定理证明器，常用于软件验证和程序分析</a:t>
            </a:r>
            <a:r>
              <a:rPr lang="zh-CN" altLang="en-US" sz="1200" b="1">
                <a:solidFill>
                  <a:schemeClr val="tx1">
                    <a:lumMod val="85000"/>
                    <a:lumOff val="15000"/>
                  </a:schemeClr>
                </a:solidFill>
              </a:rPr>
              <a:t>，</a:t>
            </a:r>
            <a:r>
              <a:rPr lang="en-US" altLang="zh-CN" sz="1200" b="1">
                <a:solidFill>
                  <a:schemeClr val="tx1">
                    <a:lumMod val="85000"/>
                    <a:lumOff val="15000"/>
                  </a:schemeClr>
                </a:solidFill>
                <a:sym typeface="+mn-ea"/>
              </a:rPr>
              <a:t>Z3通过检查约束的可满足性来解决问题，SMT算法</a:t>
            </a:r>
            <a:r>
              <a:rPr lang="zh-CN" altLang="en-US" sz="1200" b="1">
                <a:solidFill>
                  <a:schemeClr val="tx1">
                    <a:lumMod val="85000"/>
                    <a:lumOff val="15000"/>
                  </a:schemeClr>
                </a:solidFill>
                <a:sym typeface="+mn-ea"/>
              </a:rPr>
              <a:t>（</a:t>
            </a:r>
            <a:r>
              <a:rPr lang="en-US" altLang="zh-CN" sz="1200" b="1">
                <a:solidFill>
                  <a:schemeClr val="tx1">
                    <a:lumMod val="85000"/>
                    <a:lumOff val="15000"/>
                  </a:schemeClr>
                </a:solidFill>
              </a:rPr>
              <a:t>SMT</a:t>
            </a:r>
            <a:r>
              <a:rPr lang="en-US" altLang="zh-CN" sz="1200" b="1">
                <a:solidFill>
                  <a:schemeClr val="tx1">
                    <a:lumMod val="85000"/>
                    <a:lumOff val="15000"/>
                  </a:schemeClr>
                </a:solidFill>
                <a:sym typeface="+mn-ea"/>
              </a:rPr>
              <a:t>​​：可满足性模理论求解器）是其核心。它能够检查逻辑公式在给定理论组合下的可满足性，确定是否存在一组变量赋值使公式为真，并在存在时提供具体解。</a:t>
            </a:r>
            <a:endParaRPr lang="en-US" altLang="zh-CN" sz="1200" b="1">
              <a:solidFill>
                <a:schemeClr val="tx1">
                  <a:lumMod val="85000"/>
                  <a:lumOff val="15000"/>
                </a:schemeClr>
              </a:solidFill>
              <a:sym typeface="+mn-ea"/>
            </a:endParaRPr>
          </a:p>
          <a:p>
            <a:pPr>
              <a:lnSpc>
                <a:spcPct val="150000"/>
              </a:lnSpc>
            </a:pPr>
            <a:endParaRPr lang="en-US" altLang="zh-CN" sz="1200" b="1">
              <a:solidFill>
                <a:schemeClr val="tx1">
                  <a:lumMod val="85000"/>
                  <a:lumOff val="15000"/>
                </a:schemeClr>
              </a:solidFill>
              <a:sym typeface="+mn-ea"/>
            </a:endParaRPr>
          </a:p>
          <a:p>
            <a:pPr>
              <a:lnSpc>
                <a:spcPct val="150000"/>
              </a:lnSpc>
            </a:pPr>
            <a:r>
              <a:rPr lang="en-US" altLang="zh-CN" sz="1200" b="1">
                <a:solidFill>
                  <a:schemeClr val="tx1">
                    <a:lumMod val="85000"/>
                    <a:lumOff val="15000"/>
                  </a:schemeClr>
                </a:solidFill>
              </a:rPr>
              <a:t>Z3支持多种语言的API，如C、C++、Python等，并可用于软件/硬件验证</a:t>
            </a:r>
            <a:r>
              <a:rPr lang="zh-CN" altLang="en-US" sz="1200" b="1">
                <a:solidFill>
                  <a:schemeClr val="tx1">
                    <a:lumMod val="85000"/>
                    <a:lumOff val="15000"/>
                  </a:schemeClr>
                </a:solidFill>
              </a:rPr>
              <a:t>和测试</a:t>
            </a:r>
            <a:r>
              <a:rPr lang="en-US" altLang="zh-CN" sz="1200" b="1">
                <a:solidFill>
                  <a:schemeClr val="tx1">
                    <a:lumMod val="85000"/>
                    <a:lumOff val="15000"/>
                  </a:schemeClr>
                </a:solidFill>
              </a:rPr>
              <a:t>、</a:t>
            </a:r>
            <a:r>
              <a:rPr lang="zh-CN" altLang="en-US" sz="1200" b="1">
                <a:solidFill>
                  <a:schemeClr val="tx1">
                    <a:lumMod val="85000"/>
                    <a:lumOff val="15000"/>
                  </a:schemeClr>
                </a:solidFill>
              </a:rPr>
              <a:t>约束求</a:t>
            </a:r>
            <a:r>
              <a:rPr lang="en-US" altLang="zh-CN" sz="1200" b="1">
                <a:solidFill>
                  <a:schemeClr val="tx1">
                    <a:lumMod val="85000"/>
                    <a:lumOff val="15000"/>
                  </a:schemeClr>
                </a:solidFill>
              </a:rPr>
              <a:t>解、混合系统分析，安全性研究，生物学研究（计算机分析）以及几何问题等领域。</a:t>
            </a:r>
            <a:endParaRPr lang="en-US" altLang="zh-CN" sz="1200" b="1">
              <a:solidFill>
                <a:schemeClr val="tx1">
                  <a:lumMod val="85000"/>
                  <a:lumOff val="15000"/>
                </a:schemeClr>
              </a:solidFill>
            </a:endParaRPr>
          </a:p>
        </p:txBody>
      </p:sp>
      <p:cxnSp>
        <p:nvCxnSpPr>
          <p:cNvPr id="31" name="直接连接符 30" descr="e7d195523061f1c09e9d68d7cf438b91ef959ecb14fc25d26BBA7F7DBC18E55DFF4014AF651F0BF2569D4B6C1DA7F1A4683A481403BD872FC687266AD13265C1DE7C373772FD8728ABDD69ADD03BFF5BE2862BC891DBB79E494C88F4C47816E9B839DEB7B8BEAA1924EE32CAF885452B66079FC452FC2D0A6DF680EB02F2D1D42F96B9FA6618A3B49F71E7923D0FBB20"/>
          <p:cNvCxnSpPr/>
          <p:nvPr/>
        </p:nvCxnSpPr>
        <p:spPr>
          <a:xfrm flipV="1">
            <a:off x="499379" y="1273049"/>
            <a:ext cx="1886585" cy="1016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4429602" y="724535"/>
            <a:ext cx="4424838" cy="3670935"/>
            <a:chOff x="4140" y="1101"/>
            <a:chExt cx="9322" cy="6799"/>
          </a:xfrm>
        </p:grpSpPr>
        <p:cxnSp>
          <p:nvCxnSpPr>
            <p:cNvPr id="2" name="直接连接符 1"/>
            <p:cNvCxnSpPr/>
            <p:nvPr/>
          </p:nvCxnSpPr>
          <p:spPr>
            <a:xfrm>
              <a:off x="8560" y="1101"/>
              <a:ext cx="0" cy="6504"/>
            </a:xfrm>
            <a:prstGeom prst="line">
              <a:avLst/>
            </a:prstGeom>
            <a:ln w="127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8241" y="1248"/>
              <a:ext cx="637" cy="637"/>
            </a:xfrm>
            <a:prstGeom prst="ellipse">
              <a:avLst/>
            </a:prstGeom>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5" name="矩形 44"/>
            <p:cNvSpPr/>
            <p:nvPr/>
          </p:nvSpPr>
          <p:spPr>
            <a:xfrm>
              <a:off x="8822" y="1855"/>
              <a:ext cx="4640" cy="1323"/>
            </a:xfrm>
            <a:prstGeom prst="rect">
              <a:avLst/>
            </a:prstGeom>
          </p:spPr>
          <p:txBody>
            <a:bodyPr wrap="square">
              <a:spAutoFit/>
            </a:bodyPr>
            <a:p>
              <a:pPr>
                <a:lnSpc>
                  <a:spcPct val="150000"/>
                </a:lnSpc>
                <a:buClr>
                  <a:srgbClr val="E7E6E6">
                    <a:lumMod val="10000"/>
                  </a:srgbClr>
                </a:buClr>
              </a:pPr>
              <a:r>
                <a:rPr lang="en-US" altLang="zh-CN" sz="900">
                  <a:solidFill>
                    <a:schemeClr val="tx1">
                      <a:lumMod val="85000"/>
                      <a:lumOff val="15000"/>
                    </a:schemeClr>
                  </a:solidFill>
                  <a:cs typeface="+mn-ea"/>
                  <a:sym typeface="+mn-lt"/>
                </a:rPr>
                <a:t>2008 年：由微软研究院的 Nikolaj Bjørner 和 Leonardo de Moura 领导的团队开始开发，隶属于 "软件工程研究"(RiSE) 小组</a:t>
              </a:r>
              <a:endParaRPr lang="en-US" altLang="zh-CN" sz="900">
                <a:solidFill>
                  <a:schemeClr val="tx1">
                    <a:lumMod val="85000"/>
                    <a:lumOff val="15000"/>
                  </a:schemeClr>
                </a:solidFill>
                <a:cs typeface="+mn-ea"/>
                <a:sym typeface="+mn-lt"/>
              </a:endParaRPr>
            </a:p>
          </p:txBody>
        </p:sp>
        <p:sp>
          <p:nvSpPr>
            <p:cNvPr id="46" name="矩形 45"/>
            <p:cNvSpPr/>
            <p:nvPr/>
          </p:nvSpPr>
          <p:spPr>
            <a:xfrm>
              <a:off x="8822" y="1288"/>
              <a:ext cx="2334" cy="510"/>
            </a:xfrm>
            <a:prstGeom prst="rect">
              <a:avLst/>
            </a:prstGeom>
            <a:noFill/>
          </p:spPr>
          <p:txBody>
            <a:bodyPr wrap="square">
              <a:spAutoFit/>
            </a:bodyPr>
            <a:p>
              <a:r>
                <a:rPr lang="zh-CN" altLang="en-US" sz="1200" b="1" kern="10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sym typeface="+mn-lt"/>
                </a:rPr>
                <a:t>初步开发</a:t>
              </a:r>
              <a:endParaRPr lang="zh-CN" altLang="en-US" sz="1200" b="1" kern="10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sym typeface="+mn-lt"/>
              </a:endParaRPr>
            </a:p>
          </p:txBody>
        </p:sp>
        <p:sp>
          <p:nvSpPr>
            <p:cNvPr id="51" name="椭圆 50"/>
            <p:cNvSpPr/>
            <p:nvPr/>
          </p:nvSpPr>
          <p:spPr>
            <a:xfrm>
              <a:off x="8241" y="2967"/>
              <a:ext cx="637" cy="637"/>
            </a:xfrm>
            <a:prstGeom prst="ellipse">
              <a:avLst/>
            </a:prstGeom>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2" name="矩形 51"/>
            <p:cNvSpPr/>
            <p:nvPr/>
          </p:nvSpPr>
          <p:spPr>
            <a:xfrm>
              <a:off x="4176" y="3438"/>
              <a:ext cx="4362" cy="1323"/>
            </a:xfrm>
            <a:prstGeom prst="rect">
              <a:avLst/>
            </a:prstGeom>
          </p:spPr>
          <p:txBody>
            <a:bodyPr wrap="square">
              <a:spAutoFit/>
            </a:bodyPr>
            <a:p>
              <a:pPr algn="l">
                <a:lnSpc>
                  <a:spcPct val="150000"/>
                </a:lnSpc>
                <a:buClr>
                  <a:srgbClr val="E7E6E6">
                    <a:lumMod val="10000"/>
                  </a:srgbClr>
                </a:buClr>
              </a:pPr>
              <a:r>
                <a:rPr lang="en-US" altLang="zh-CN" sz="900">
                  <a:solidFill>
                    <a:schemeClr val="tx1">
                      <a:lumMod val="85000"/>
                      <a:lumOff val="15000"/>
                    </a:schemeClr>
                  </a:solidFill>
                  <a:cs typeface="+mn-ea"/>
                  <a:sym typeface="+mn-lt"/>
                </a:rPr>
                <a:t>2012 年：首次公开发布</a:t>
              </a:r>
              <a:r>
                <a:rPr lang="zh-CN" altLang="en-US" sz="900">
                  <a:solidFill>
                    <a:schemeClr val="tx1">
                      <a:lumMod val="85000"/>
                      <a:lumOff val="15000"/>
                    </a:schemeClr>
                  </a:solidFill>
                  <a:cs typeface="+mn-ea"/>
                  <a:sym typeface="+mn-lt"/>
                </a:rPr>
                <a:t>。</a:t>
              </a:r>
              <a:r>
                <a:rPr lang="en-US" altLang="zh-CN" sz="900">
                  <a:solidFill>
                    <a:schemeClr val="tx1">
                      <a:lumMod val="85000"/>
                      <a:lumOff val="15000"/>
                    </a:schemeClr>
                  </a:solidFill>
                  <a:cs typeface="+mn-ea"/>
                  <a:sym typeface="+mn-lt"/>
                </a:rPr>
                <a:t>2015 年：正式开源，发布首个稳定版本，迅速成为 SMT 领域的事实标准 </a:t>
              </a:r>
              <a:endParaRPr lang="en-US" altLang="zh-CN" sz="900">
                <a:solidFill>
                  <a:schemeClr val="tx1">
                    <a:lumMod val="85000"/>
                    <a:lumOff val="15000"/>
                  </a:schemeClr>
                </a:solidFill>
                <a:cs typeface="+mn-ea"/>
                <a:sym typeface="+mn-lt"/>
              </a:endParaRPr>
            </a:p>
          </p:txBody>
        </p:sp>
        <p:sp>
          <p:nvSpPr>
            <p:cNvPr id="53" name="矩形 52"/>
            <p:cNvSpPr/>
            <p:nvPr/>
          </p:nvSpPr>
          <p:spPr>
            <a:xfrm>
              <a:off x="6114" y="2970"/>
              <a:ext cx="2055" cy="510"/>
            </a:xfrm>
            <a:prstGeom prst="rect">
              <a:avLst/>
            </a:prstGeom>
            <a:noFill/>
          </p:spPr>
          <p:txBody>
            <a:bodyPr wrap="square">
              <a:spAutoFit/>
            </a:bodyPr>
            <a:p>
              <a:pPr algn="r"/>
              <a:r>
                <a:rPr lang="zh-CN" altLang="en-US" sz="1200" b="1" kern="10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sym typeface="+mn-lt"/>
                </a:rPr>
                <a:t>公开</a:t>
              </a:r>
              <a:r>
                <a:rPr lang="en-US" altLang="zh-CN" sz="1200" b="1" kern="10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sym typeface="+mn-lt"/>
                </a:rPr>
                <a:t>&amp;</a:t>
              </a:r>
              <a:r>
                <a:rPr lang="zh-CN" altLang="en-US" sz="1200" b="1" kern="10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sym typeface="+mn-lt"/>
                </a:rPr>
                <a:t>开源</a:t>
              </a:r>
              <a:endParaRPr lang="zh-CN" altLang="en-US" sz="1200" b="1" kern="10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sym typeface="+mn-lt"/>
              </a:endParaRPr>
            </a:p>
          </p:txBody>
        </p:sp>
        <p:sp>
          <p:nvSpPr>
            <p:cNvPr id="57" name="椭圆 56"/>
            <p:cNvSpPr/>
            <p:nvPr/>
          </p:nvSpPr>
          <p:spPr>
            <a:xfrm>
              <a:off x="8241" y="4686"/>
              <a:ext cx="637" cy="637"/>
            </a:xfrm>
            <a:prstGeom prst="ellipse">
              <a:avLst/>
            </a:prstGeom>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8" name="矩形 57"/>
            <p:cNvSpPr/>
            <p:nvPr/>
          </p:nvSpPr>
          <p:spPr>
            <a:xfrm>
              <a:off x="8823" y="4944"/>
              <a:ext cx="4606" cy="2092"/>
            </a:xfrm>
            <a:prstGeom prst="rect">
              <a:avLst/>
            </a:prstGeom>
          </p:spPr>
          <p:txBody>
            <a:bodyPr wrap="square">
              <a:spAutoFit/>
            </a:bodyPr>
            <a:p>
              <a:pPr>
                <a:lnSpc>
                  <a:spcPct val="150000"/>
                </a:lnSpc>
                <a:buClr>
                  <a:srgbClr val="E7E6E6">
                    <a:lumMod val="10000"/>
                  </a:srgbClr>
                </a:buClr>
              </a:pPr>
              <a:r>
                <a:rPr lang="en-US" altLang="zh-CN" sz="900">
                  <a:solidFill>
                    <a:schemeClr val="tx1">
                      <a:lumMod val="85000"/>
                      <a:lumOff val="15000"/>
                    </a:schemeClr>
                  </a:solidFill>
                  <a:cs typeface="+mn-ea"/>
                  <a:sym typeface="+mn-lt"/>
                </a:rPr>
                <a:t>2018 年：获得欧洲软件理论与实践联合会议 (ETAPS) 颁发"时间检验奖"，肯定其长期影响力</a:t>
              </a:r>
              <a:r>
                <a:rPr lang="zh-CN" altLang="en-US" sz="900">
                  <a:solidFill>
                    <a:schemeClr val="tx1">
                      <a:lumMod val="85000"/>
                      <a:lumOff val="15000"/>
                    </a:schemeClr>
                  </a:solidFill>
                  <a:cs typeface="+mn-ea"/>
                  <a:sym typeface="+mn-lt"/>
                </a:rPr>
                <a:t>。</a:t>
              </a:r>
              <a:r>
                <a:rPr lang="en-US" altLang="zh-CN" sz="900">
                  <a:solidFill>
                    <a:schemeClr val="tx1">
                      <a:lumMod val="85000"/>
                      <a:lumOff val="15000"/>
                    </a:schemeClr>
                  </a:solidFill>
                  <a:cs typeface="+mn-ea"/>
                  <a:sym typeface="+mn-lt"/>
                </a:rPr>
                <a:t>2019 年：Bjørner 和 de Moura 因 Z3 的工作获得Herbrand 自动推理杰出贡献奖</a:t>
              </a:r>
              <a:endParaRPr lang="en-US" altLang="zh-CN" sz="900">
                <a:solidFill>
                  <a:schemeClr val="tx1">
                    <a:lumMod val="85000"/>
                    <a:lumOff val="15000"/>
                  </a:schemeClr>
                </a:solidFill>
                <a:cs typeface="+mn-ea"/>
                <a:sym typeface="+mn-lt"/>
              </a:endParaRPr>
            </a:p>
          </p:txBody>
        </p:sp>
        <p:sp>
          <p:nvSpPr>
            <p:cNvPr id="59" name="矩形 58"/>
            <p:cNvSpPr/>
            <p:nvPr/>
          </p:nvSpPr>
          <p:spPr>
            <a:xfrm>
              <a:off x="8862" y="4617"/>
              <a:ext cx="2683" cy="510"/>
            </a:xfrm>
            <a:prstGeom prst="rect">
              <a:avLst/>
            </a:prstGeom>
            <a:noFill/>
          </p:spPr>
          <p:txBody>
            <a:bodyPr wrap="square">
              <a:spAutoFit/>
            </a:bodyPr>
            <a:p>
              <a:r>
                <a:rPr lang="zh-CN" altLang="en-US" sz="1200" b="1" kern="10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sym typeface="+mn-lt"/>
                </a:rPr>
                <a:t>杰出贡献</a:t>
              </a:r>
              <a:endParaRPr lang="zh-CN" altLang="en-US" sz="1200" b="1" kern="10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sym typeface="+mn-lt"/>
              </a:endParaRPr>
            </a:p>
          </p:txBody>
        </p:sp>
        <p:sp>
          <p:nvSpPr>
            <p:cNvPr id="60" name="椭圆 59"/>
            <p:cNvSpPr/>
            <p:nvPr/>
          </p:nvSpPr>
          <p:spPr>
            <a:xfrm>
              <a:off x="8241" y="6406"/>
              <a:ext cx="637" cy="637"/>
            </a:xfrm>
            <a:prstGeom prst="ellipse">
              <a:avLst/>
            </a:prstGeom>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3" name="矩形 62"/>
            <p:cNvSpPr/>
            <p:nvPr/>
          </p:nvSpPr>
          <p:spPr>
            <a:xfrm>
              <a:off x="4140" y="6961"/>
              <a:ext cx="4362" cy="939"/>
            </a:xfrm>
            <a:prstGeom prst="rect">
              <a:avLst/>
            </a:prstGeom>
          </p:spPr>
          <p:txBody>
            <a:bodyPr wrap="square">
              <a:spAutoFit/>
            </a:bodyPr>
            <a:p>
              <a:pPr algn="l">
                <a:lnSpc>
                  <a:spcPct val="150000"/>
                </a:lnSpc>
                <a:buClr>
                  <a:srgbClr val="E7E6E6">
                    <a:lumMod val="10000"/>
                  </a:srgbClr>
                </a:buClr>
              </a:pPr>
              <a:r>
                <a:rPr lang="en-US" altLang="zh-CN" sz="900">
                  <a:solidFill>
                    <a:schemeClr val="tx1">
                      <a:lumMod val="85000"/>
                      <a:lumOff val="15000"/>
                    </a:schemeClr>
                  </a:solidFill>
                  <a:cs typeface="+mn-ea"/>
                  <a:sym typeface="+mn-lt"/>
                </a:rPr>
                <a:t>持续更新，活跃于 GitHub 上的开源社区</a:t>
              </a:r>
              <a:r>
                <a:rPr lang="zh-CN" altLang="en-US" sz="900">
                  <a:solidFill>
                    <a:schemeClr val="tx1">
                      <a:lumMod val="85000"/>
                      <a:lumOff val="15000"/>
                    </a:schemeClr>
                  </a:solidFill>
                  <a:cs typeface="+mn-ea"/>
                  <a:sym typeface="+mn-lt"/>
                </a:rPr>
                <a:t>，在相关领域获得</a:t>
              </a:r>
              <a:r>
                <a:rPr lang="zh-CN" altLang="en-US" sz="900">
                  <a:solidFill>
                    <a:schemeClr val="tx1">
                      <a:lumMod val="85000"/>
                      <a:lumOff val="15000"/>
                    </a:schemeClr>
                  </a:solidFill>
                  <a:cs typeface="+mn-ea"/>
                  <a:sym typeface="+mn-lt"/>
                </a:rPr>
                <a:t>广泛应用。</a:t>
              </a:r>
              <a:endParaRPr lang="zh-CN" altLang="en-US" sz="900">
                <a:solidFill>
                  <a:schemeClr val="tx1">
                    <a:lumMod val="85000"/>
                    <a:lumOff val="15000"/>
                  </a:schemeClr>
                </a:solidFill>
                <a:cs typeface="+mn-ea"/>
                <a:sym typeface="+mn-lt"/>
              </a:endParaRPr>
            </a:p>
          </p:txBody>
        </p:sp>
        <p:sp>
          <p:nvSpPr>
            <p:cNvPr id="66" name="矩形 65"/>
            <p:cNvSpPr/>
            <p:nvPr/>
          </p:nvSpPr>
          <p:spPr>
            <a:xfrm>
              <a:off x="5458" y="6465"/>
              <a:ext cx="2711" cy="510"/>
            </a:xfrm>
            <a:prstGeom prst="rect">
              <a:avLst/>
            </a:prstGeom>
            <a:noFill/>
          </p:spPr>
          <p:txBody>
            <a:bodyPr wrap="square">
              <a:spAutoFit/>
            </a:bodyPr>
            <a:p>
              <a:pPr algn="r"/>
              <a:r>
                <a:rPr lang="zh-CN" altLang="en-US" sz="1200" b="1" kern="10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sym typeface="+mn-lt"/>
                </a:rPr>
                <a:t>当前发展</a:t>
              </a:r>
              <a:endParaRPr lang="zh-CN" altLang="en-US" sz="1200" b="1" kern="10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sym typeface="+mn-lt"/>
              </a:endParaRPr>
            </a:p>
          </p:txBody>
        </p:sp>
        <p:grpSp>
          <p:nvGrpSpPr>
            <p:cNvPr id="68" name="组合 67"/>
            <p:cNvGrpSpPr/>
            <p:nvPr/>
          </p:nvGrpSpPr>
          <p:grpSpPr>
            <a:xfrm>
              <a:off x="8403" y="3112"/>
              <a:ext cx="314" cy="316"/>
              <a:chOff x="5394325" y="2859088"/>
              <a:chExt cx="358775" cy="360362"/>
            </a:xfrm>
          </p:grpSpPr>
          <p:sp>
            <p:nvSpPr>
              <p:cNvPr id="69" name="AutoShape 37"/>
              <p:cNvSpPr/>
              <p:nvPr/>
            </p:nvSpPr>
            <p:spPr bwMode="auto">
              <a:xfrm>
                <a:off x="5394325" y="2894013"/>
                <a:ext cx="327025" cy="325437"/>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solidFill>
                <a:schemeClr val="bg1"/>
              </a:solid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0" name="AutoShape 38"/>
              <p:cNvSpPr/>
              <p:nvPr/>
            </p:nvSpPr>
            <p:spPr bwMode="auto">
              <a:xfrm>
                <a:off x="5551488" y="3040063"/>
                <a:ext cx="55562" cy="5556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solidFill>
                <a:schemeClr val="bg1"/>
              </a:solid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4" name="AutoShape 39"/>
              <p:cNvSpPr/>
              <p:nvPr/>
            </p:nvSpPr>
            <p:spPr bwMode="auto">
              <a:xfrm>
                <a:off x="5697538" y="2859088"/>
                <a:ext cx="55562" cy="571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solidFill>
                <a:schemeClr val="bg1"/>
              </a:solid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5" name="AutoShape 40"/>
              <p:cNvSpPr/>
              <p:nvPr/>
            </p:nvSpPr>
            <p:spPr bwMode="auto">
              <a:xfrm>
                <a:off x="5483225" y="3028950"/>
                <a:ext cx="46038" cy="444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solidFill>
                <a:schemeClr val="bg1"/>
              </a:solid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6" name="AutoShape 41"/>
              <p:cNvSpPr/>
              <p:nvPr/>
            </p:nvSpPr>
            <p:spPr bwMode="auto">
              <a:xfrm>
                <a:off x="5529263" y="3106738"/>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solidFill>
                <a:schemeClr val="bg1"/>
              </a:solid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7" name="AutoShape 42"/>
              <p:cNvSpPr/>
              <p:nvPr/>
            </p:nvSpPr>
            <p:spPr bwMode="auto">
              <a:xfrm>
                <a:off x="5708650" y="2938463"/>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solidFill>
                <a:schemeClr val="bg1"/>
              </a:solid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88" name="组合 87"/>
            <p:cNvGrpSpPr/>
            <p:nvPr/>
          </p:nvGrpSpPr>
          <p:grpSpPr>
            <a:xfrm>
              <a:off x="8402" y="4848"/>
              <a:ext cx="315" cy="315"/>
              <a:chOff x="5394312" y="2141343"/>
              <a:chExt cx="359165" cy="359165"/>
            </a:xfrm>
            <a:solidFill>
              <a:schemeClr val="bg1"/>
            </a:solidFill>
          </p:grpSpPr>
          <p:sp>
            <p:nvSpPr>
              <p:cNvPr id="89" name="AutoShape 56"/>
              <p:cNvSpPr/>
              <p:nvPr/>
            </p:nvSpPr>
            <p:spPr bwMode="auto">
              <a:xfrm>
                <a:off x="5394312"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90" name="AutoShape 57"/>
              <p:cNvSpPr/>
              <p:nvPr/>
            </p:nvSpPr>
            <p:spPr bwMode="auto">
              <a:xfrm>
                <a:off x="5641124"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91" name="AutoShape 58"/>
              <p:cNvSpPr/>
              <p:nvPr/>
            </p:nvSpPr>
            <p:spPr bwMode="auto">
              <a:xfrm>
                <a:off x="5517718" y="2141343"/>
                <a:ext cx="11235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92" name="AutoShape 112"/>
            <p:cNvSpPr/>
            <p:nvPr/>
          </p:nvSpPr>
          <p:spPr bwMode="auto">
            <a:xfrm>
              <a:off x="8401" y="6569"/>
              <a:ext cx="316" cy="314"/>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nvGrpSpPr>
            <p:cNvPr id="93" name="组合 92"/>
            <p:cNvGrpSpPr/>
            <p:nvPr/>
          </p:nvGrpSpPr>
          <p:grpSpPr>
            <a:xfrm>
              <a:off x="8403" y="1409"/>
              <a:ext cx="315" cy="315"/>
              <a:chOff x="2473104" y="2145028"/>
              <a:chExt cx="359165" cy="359165"/>
            </a:xfrm>
            <a:solidFill>
              <a:schemeClr val="bg1"/>
            </a:solidFill>
          </p:grpSpPr>
          <p:sp>
            <p:nvSpPr>
              <p:cNvPr id="94"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95"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sp>
        <p:nvSpPr>
          <p:cNvPr id="5" name="文本框 4"/>
          <p:cNvSpPr txBox="1"/>
          <p:nvPr/>
        </p:nvSpPr>
        <p:spPr>
          <a:xfrm>
            <a:off x="4773295" y="678180"/>
            <a:ext cx="1189990" cy="306705"/>
          </a:xfrm>
          <a:prstGeom prst="rect">
            <a:avLst/>
          </a:prstGeom>
          <a:noFill/>
        </p:spPr>
        <p:txBody>
          <a:bodyPr wrap="square" rtlCol="0">
            <a:spAutoFit/>
          </a:bodyPr>
          <a:p>
            <a:r>
              <a:rPr lang="en-US" altLang="zh-CN" sz="1400" b="1">
                <a:latin typeface="微软雅黑" panose="020B0503020204020204" pitchFamily="34" charset="-122"/>
                <a:ea typeface="微软雅黑" panose="020B0503020204020204" pitchFamily="34" charset="-122"/>
                <a:cs typeface="微软雅黑" panose="020B0503020204020204" pitchFamily="34" charset="-122"/>
              </a:rPr>
              <a:t>Z3</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发展历程：</a:t>
            </a:r>
            <a:endParaRPr lang="zh-CN" altLang="en-US" sz="1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2613660" y="917575"/>
            <a:ext cx="1418590" cy="4356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8" name="矩形 7"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302895" y="289560"/>
            <a:ext cx="2084705" cy="497840"/>
          </a:xfrm>
          <a:prstGeom prst="rect">
            <a:avLst/>
          </a:prstGeom>
          <a:noFill/>
        </p:spPr>
        <p:txBody>
          <a:bodyPr wrap="none">
            <a:noAutofit/>
          </a:bodyPr>
          <a:p>
            <a:pPr algn="ctr">
              <a:defRPr/>
            </a:pPr>
            <a:r>
              <a:rPr lang="zh-CN" altLang="en-US" sz="2400" b="1" kern="100">
                <a:solidFill>
                  <a:srgbClr val="304371"/>
                </a:solidFill>
                <a:latin typeface="微软雅黑" panose="020B0503020204020204" pitchFamily="34" charset="-122"/>
                <a:ea typeface="微软雅黑" panose="020B0503020204020204" pitchFamily="34" charset="-122"/>
                <a:cs typeface="Times New Roman" panose="02020603050405020304" pitchFamily="18" charset="0"/>
              </a:rPr>
              <a:t>二，</a:t>
            </a:r>
            <a:r>
              <a:rPr lang="en-US" altLang="zh-CN" sz="2400" b="1">
                <a:solidFill>
                  <a:schemeClr val="accent1"/>
                </a:solidFill>
                <a:latin typeface="+mj-ea"/>
                <a:ea typeface="+mj-ea"/>
                <a:sym typeface="+mn-ea"/>
              </a:rPr>
              <a:t>Z3</a:t>
            </a:r>
            <a:r>
              <a:rPr lang="zh-CN" altLang="en-US" sz="2400" b="1">
                <a:solidFill>
                  <a:schemeClr val="accent1"/>
                </a:solidFill>
                <a:latin typeface="+mj-ea"/>
                <a:ea typeface="+mj-ea"/>
                <a:sym typeface="+mn-ea"/>
              </a:rPr>
              <a:t>实现原理</a:t>
            </a:r>
            <a:endParaRPr lang="zh-CN" altLang="en-US" sz="2400" b="1">
              <a:solidFill>
                <a:schemeClr val="accent1"/>
              </a:solidFill>
              <a:latin typeface="+mj-ea"/>
              <a:ea typeface="+mj-ea"/>
            </a:endParaRPr>
          </a:p>
          <a:p>
            <a:pPr algn="ctr">
              <a:defRPr/>
            </a:pPr>
            <a:endParaRPr lang="zh-CN" altLang="en-US" sz="2400" b="1" kern="100">
              <a:solidFill>
                <a:srgbClr val="30437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文本框 1"/>
          <p:cNvSpPr txBox="1"/>
          <p:nvPr/>
        </p:nvSpPr>
        <p:spPr>
          <a:xfrm>
            <a:off x="366395" y="978535"/>
            <a:ext cx="3242310" cy="3553460"/>
          </a:xfrm>
          <a:prstGeom prst="rect">
            <a:avLst/>
          </a:prstGeom>
        </p:spPr>
        <p:txBody>
          <a:bodyPr wrap="square">
            <a:spAutoFit/>
          </a:bodyPr>
          <a:p>
            <a:pPr marL="0" indent="0">
              <a:lnSpc>
                <a:spcPts val="1800"/>
              </a:lnSpc>
              <a:spcAft>
                <a:spcPct val="0"/>
              </a:spcAft>
            </a:pPr>
            <a:r>
              <a:rPr lang="en-US" altLang="zh-CN"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Z3 </a:t>
            </a: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采用</a:t>
            </a:r>
            <a:r>
              <a:rPr lang="en-US" altLang="zh-CN"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CDCL(T)(Conflict-Driven Clause Learning with Theory) </a:t>
            </a: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架构，这是现代 </a:t>
            </a:r>
            <a:r>
              <a:rPr lang="en-US" altLang="zh-CN"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SMT </a:t>
            </a: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求解的标准方法，结合了命题逻辑求解 </a:t>
            </a:r>
            <a:r>
              <a:rPr lang="en-US" altLang="zh-CN"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(CDCL) </a:t>
            </a: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与理论特定推理 </a:t>
            </a:r>
            <a:r>
              <a:rPr lang="en-US" altLang="zh-CN"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(T)</a:t>
            </a: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ts val="1800"/>
              </a:lnSpc>
              <a:spcAft>
                <a:spcPct val="0"/>
              </a:spcAft>
            </a:pPr>
            <a:r>
              <a:rPr lang="zh-CN" altLang="en-US" sz="1000" b="1">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rPr>
              <a:t>总体架构：</a:t>
            </a:r>
            <a:endParaRPr lang="zh-CN" altLang="en-US" sz="1000" b="1">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ts val="1800"/>
              </a:lnSpc>
              <a:spcAft>
                <a:spcPct val="0"/>
              </a:spcAft>
            </a:pPr>
            <a:r>
              <a:rPr lang="en-US" altLang="zh-CN" sz="1000" b="1">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rPr>
              <a:t>Z3 </a:t>
            </a:r>
            <a:r>
              <a:rPr lang="zh-CN" altLang="en-US" sz="1000" b="1">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rPr>
              <a:t>的核心由两部分组成：</a:t>
            </a:r>
            <a:endParaRPr lang="zh-CN" altLang="en-US" sz="1000" b="1">
              <a:solidFill>
                <a:srgbClr val="0070C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ts val="2100"/>
              </a:lnSpc>
              <a:spcAft>
                <a:spcPct val="0"/>
              </a:spcAft>
              <a:buFont typeface="Arial" panose="020B0604020202020204"/>
              <a:buChar char="•"/>
            </a:pPr>
            <a:r>
              <a:rPr lang="en-US" altLang="zh-CN" sz="10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SAT </a:t>
            </a:r>
            <a:r>
              <a:rPr lang="zh-CN" altLang="en-US" sz="10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核心：</a:t>
            </a: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处理命题逻辑部分，使用冲突驱动子句学习 </a:t>
            </a:r>
            <a:r>
              <a:rPr lang="en-US" altLang="zh-CN"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(CDCL) </a:t>
            </a: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算法进行真值赋值搜索，类似于现代 </a:t>
            </a:r>
            <a:r>
              <a:rPr lang="en-US" altLang="zh-CN"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SAT </a:t>
            </a: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求解器</a:t>
            </a:r>
            <a:endPar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ts val="2100"/>
              </a:lnSpc>
              <a:spcAft>
                <a:spcPct val="0"/>
              </a:spcAft>
              <a:buFont typeface="Arial" panose="020B0604020202020204"/>
              <a:buChar char="•"/>
            </a:pPr>
            <a:r>
              <a:rPr lang="zh-CN" altLang="en-US" sz="10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理论求解器：</a:t>
            </a: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针对不同背景理论 </a:t>
            </a:r>
            <a:r>
              <a:rPr lang="en-US" altLang="zh-CN"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如算术、位向量、字符串等</a:t>
            </a:r>
            <a:r>
              <a:rPr lang="en-US" altLang="zh-CN"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的专用推理引擎，负责检查命题赋值在特定理论下的一致性</a:t>
            </a:r>
            <a:endPar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ts val="1800"/>
              </a:lnSpc>
              <a:spcAft>
                <a:spcPct val="0"/>
              </a:spcAft>
            </a:pP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两者通过 </a:t>
            </a:r>
            <a:r>
              <a:rPr lang="en-US" altLang="zh-CN"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黑板</a:t>
            </a:r>
            <a:r>
              <a:rPr lang="en-US" altLang="zh-CN"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"(Blackboard) </a:t>
            </a: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机制紧密协作：</a:t>
            </a:r>
            <a:r>
              <a:rPr lang="en-US" altLang="zh-CN"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SAT </a:t>
            </a:r>
            <a:r>
              <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核心生成候选赋值，理论求解器验证并提供冲突信息，共同引导搜索方向。</a:t>
            </a:r>
            <a:endParaRPr lang="zh-CN" altLang="en-US" sz="1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p:cNvPicPr/>
          <p:nvPr/>
        </p:nvPicPr>
        <p:blipFill>
          <a:blip r:embed="rId1"/>
        </p:blipFill>
        <p:spPr>
          <a:xfrm>
            <a:off x="3997960" y="1644650"/>
            <a:ext cx="4035425" cy="2917190"/>
          </a:xfrm>
          <a:prstGeom prst="rect">
            <a:avLst/>
          </a:prstGeom>
        </p:spPr>
      </p:pic>
      <p:sp>
        <p:nvSpPr>
          <p:cNvPr id="6" name="文本框 5"/>
          <p:cNvSpPr txBox="1"/>
          <p:nvPr/>
        </p:nvSpPr>
        <p:spPr>
          <a:xfrm>
            <a:off x="3948430" y="402590"/>
            <a:ext cx="4714240" cy="1242060"/>
          </a:xfrm>
          <a:prstGeom prst="rect">
            <a:avLst/>
          </a:prstGeom>
          <a:noFill/>
        </p:spPr>
        <p:txBody>
          <a:bodyPr wrap="square" rtlCol="0" anchor="t">
            <a:noAutofit/>
          </a:bodyPr>
          <a:p>
            <a:r>
              <a:rPr lang="zh-CN" altLang="en-US" sz="1000">
                <a:latin typeface="+mj-ea"/>
                <a:ea typeface="+mj-ea"/>
                <a:cs typeface="+mj-ea"/>
              </a:rPr>
              <a:t>Z3项目库有以下四个子目录:</a:t>
            </a:r>
            <a:endParaRPr lang="zh-CN" altLang="en-US" sz="1000">
              <a:latin typeface="+mj-ea"/>
              <a:ea typeface="+mj-ea"/>
              <a:cs typeface="+mj-ea"/>
            </a:endParaRPr>
          </a:p>
          <a:p>
            <a:r>
              <a:rPr lang="zh-CN" altLang="en-US" sz="1000">
                <a:latin typeface="+mj-ea"/>
                <a:ea typeface="+mj-ea"/>
                <a:cs typeface="+mj-ea"/>
              </a:rPr>
              <a:t>1）z3/doc，用于生成API doc文件和代码doc文件。</a:t>
            </a:r>
            <a:endParaRPr lang="zh-CN" altLang="en-US" sz="1000">
              <a:latin typeface="+mj-ea"/>
              <a:ea typeface="+mj-ea"/>
              <a:cs typeface="+mj-ea"/>
            </a:endParaRPr>
          </a:p>
          <a:p>
            <a:r>
              <a:rPr lang="zh-CN" altLang="en-US" sz="1000">
                <a:latin typeface="+mj-ea"/>
                <a:ea typeface="+mj-ea"/>
                <a:cs typeface="+mj-ea"/>
              </a:rPr>
              <a:t>2）z3/examples，它提供了一组示例或基准测试，帮助用户理解如何用不同的API语言表示问题。</a:t>
            </a:r>
            <a:endParaRPr lang="zh-CN" altLang="en-US" sz="1000">
              <a:latin typeface="+mj-ea"/>
              <a:ea typeface="+mj-ea"/>
              <a:cs typeface="+mj-ea"/>
            </a:endParaRPr>
          </a:p>
          <a:p>
            <a:r>
              <a:rPr lang="zh-CN" altLang="en-US" sz="1000">
                <a:latin typeface="+mj-ea"/>
                <a:ea typeface="+mj-ea"/>
                <a:cs typeface="+mj-ea"/>
              </a:rPr>
              <a:t>3）z3/scripts，包含用了于更新外部z3 API的文件</a:t>
            </a:r>
            <a:endParaRPr lang="zh-CN" altLang="en-US" sz="1000">
              <a:latin typeface="+mj-ea"/>
              <a:ea typeface="+mj-ea"/>
              <a:cs typeface="+mj-ea"/>
            </a:endParaRPr>
          </a:p>
          <a:p>
            <a:r>
              <a:rPr lang="zh-CN" altLang="en-US" sz="1000">
                <a:latin typeface="+mj-ea"/>
                <a:ea typeface="+mj-ea"/>
                <a:cs typeface="+mj-ea"/>
              </a:rPr>
              <a:t>4）z3/src，它包含了z3的所有核心模块。</a:t>
            </a:r>
            <a:endParaRPr lang="zh-CN" altLang="en-US" sz="1000">
              <a:latin typeface="+mj-ea"/>
              <a:ea typeface="+mj-ea"/>
              <a:cs typeface="+mj-ea"/>
            </a:endParaRPr>
          </a:p>
          <a:p>
            <a:endParaRPr lang="zh-CN" altLang="en-US" sz="1000">
              <a:latin typeface="+mj-ea"/>
              <a:ea typeface="+mj-ea"/>
              <a:cs typeface="+mj-ea"/>
            </a:endParaRPr>
          </a:p>
        </p:txBody>
      </p:sp>
      <p:cxnSp>
        <p:nvCxnSpPr>
          <p:cNvPr id="31" name="直接连接符 30" descr="e7d195523061f1c09e9d68d7cf438b91ef959ecb14fc25d26BBA7F7DBC18E55DFF4014AF651F0BF2569D4B6C1DA7F1A4683A481403BD872FC687266AD13265C1DE7C373772FD8728ABDD69ADD03BFF5BE2862BC891DBB79E494C88F4C47816E9B839DEB7B8BEAA1924EE32CAF885452B66079FC452FC2D0A6DF680EB02F2D1D42F96B9FA6618A3B49F71E7923D0FBB20"/>
          <p:cNvCxnSpPr/>
          <p:nvPr/>
        </p:nvCxnSpPr>
        <p:spPr>
          <a:xfrm>
            <a:off x="425084" y="941579"/>
            <a:ext cx="2691765"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8" name="矩形 7"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302895" y="289560"/>
            <a:ext cx="2084705" cy="497840"/>
          </a:xfrm>
          <a:prstGeom prst="rect">
            <a:avLst/>
          </a:prstGeom>
          <a:noFill/>
        </p:spPr>
        <p:txBody>
          <a:bodyPr wrap="none">
            <a:noAutofit/>
          </a:bodyPr>
          <a:p>
            <a:pPr algn="ctr">
              <a:defRPr/>
            </a:pPr>
            <a:r>
              <a:rPr lang="zh-CN" altLang="en-US" sz="2400" b="1" kern="100">
                <a:solidFill>
                  <a:srgbClr val="304371"/>
                </a:solidFill>
                <a:latin typeface="微软雅黑" panose="020B0503020204020204" pitchFamily="34" charset="-122"/>
                <a:ea typeface="微软雅黑" panose="020B0503020204020204" pitchFamily="34" charset="-122"/>
                <a:cs typeface="Times New Roman" panose="02020603050405020304" pitchFamily="18" charset="0"/>
              </a:rPr>
              <a:t>二，</a:t>
            </a:r>
            <a:r>
              <a:rPr lang="en-US" altLang="zh-CN" sz="2400" b="1">
                <a:solidFill>
                  <a:schemeClr val="accent1"/>
                </a:solidFill>
                <a:latin typeface="+mj-ea"/>
                <a:ea typeface="+mj-ea"/>
                <a:sym typeface="+mn-ea"/>
              </a:rPr>
              <a:t>Z3</a:t>
            </a:r>
            <a:r>
              <a:rPr lang="zh-CN" altLang="en-US" sz="2400" b="1">
                <a:solidFill>
                  <a:schemeClr val="accent1"/>
                </a:solidFill>
                <a:latin typeface="+mj-ea"/>
                <a:ea typeface="+mj-ea"/>
                <a:sym typeface="+mn-ea"/>
              </a:rPr>
              <a:t>实现原理</a:t>
            </a:r>
            <a:endParaRPr lang="zh-CN" altLang="en-US" sz="2400" b="1">
              <a:solidFill>
                <a:schemeClr val="accent1"/>
              </a:solidFill>
              <a:latin typeface="+mj-ea"/>
              <a:ea typeface="+mj-ea"/>
            </a:endParaRPr>
          </a:p>
          <a:p>
            <a:pPr algn="ctr">
              <a:defRPr/>
            </a:pPr>
            <a:endParaRPr lang="zh-CN" altLang="en-US" sz="2400" b="1" kern="100">
              <a:solidFill>
                <a:srgbClr val="30437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p:cNvSpPr txBox="1"/>
          <p:nvPr/>
        </p:nvSpPr>
        <p:spPr>
          <a:xfrm>
            <a:off x="540385" y="901700"/>
            <a:ext cx="3309620" cy="3784600"/>
          </a:xfrm>
          <a:prstGeom prst="rect">
            <a:avLst/>
          </a:prstGeom>
          <a:noFill/>
        </p:spPr>
        <p:txBody>
          <a:bodyPr wrap="square" rtlCol="0">
            <a:spAutoFit/>
          </a:bodyPr>
          <a:p>
            <a:r>
              <a:rPr lang="en-US" altLang="zh-CN" sz="1200" b="1">
                <a:solidFill>
                  <a:srgbClr val="0070C0"/>
                </a:solidFill>
                <a:latin typeface="+mj-ea"/>
                <a:ea typeface="+mj-ea"/>
                <a:cs typeface="+mj-ea"/>
              </a:rPr>
              <a:t>1.</a:t>
            </a:r>
            <a:r>
              <a:rPr lang="zh-CN" altLang="en-US" sz="1200" b="1">
                <a:solidFill>
                  <a:srgbClr val="0070C0"/>
                </a:solidFill>
                <a:latin typeface="+mj-ea"/>
                <a:ea typeface="+mj-ea"/>
                <a:cs typeface="+mj-ea"/>
              </a:rPr>
              <a:t>输入层：</a:t>
            </a:r>
            <a:endParaRPr lang="zh-CN" altLang="en-US" sz="1200" b="1">
              <a:solidFill>
                <a:srgbClr val="0070C0"/>
              </a:solidFill>
              <a:latin typeface="+mj-ea"/>
              <a:ea typeface="+mj-ea"/>
              <a:cs typeface="+mj-ea"/>
            </a:endParaRPr>
          </a:p>
          <a:p>
            <a:r>
              <a:rPr lang="zh-CN" altLang="en-US" sz="1200">
                <a:latin typeface="+mj-ea"/>
                <a:ea typeface="+mj-ea"/>
                <a:cs typeface="+mj-ea"/>
              </a:rPr>
              <a:t>Z3 支持多种输入方式 / 接口（SMT-LIB 标准语言、Simplify 语言、原生文本、Ocaml 编译后的 C 代码、.NET 框架接口），覆盖不同场景的使用需求。</a:t>
            </a:r>
            <a:endParaRPr lang="zh-CN" altLang="en-US" sz="1200">
              <a:latin typeface="+mj-ea"/>
              <a:ea typeface="+mj-ea"/>
              <a:cs typeface="+mj-ea"/>
            </a:endParaRPr>
          </a:p>
          <a:p>
            <a:r>
              <a:rPr lang="en-US" altLang="zh-CN" sz="1200" b="1">
                <a:solidFill>
                  <a:srgbClr val="0070C0"/>
                </a:solidFill>
                <a:latin typeface="+mj-ea"/>
                <a:ea typeface="+mj-ea"/>
                <a:cs typeface="+mj-ea"/>
              </a:rPr>
              <a:t>2.</a:t>
            </a:r>
            <a:r>
              <a:rPr lang="zh-CN" altLang="en-US" sz="1200" b="1">
                <a:solidFill>
                  <a:srgbClr val="0070C0"/>
                </a:solidFill>
                <a:latin typeface="+mj-ea"/>
                <a:ea typeface="+mj-ea"/>
                <a:cs typeface="+mj-ea"/>
              </a:rPr>
              <a:t>预处理层：</a:t>
            </a:r>
            <a:endParaRPr lang="zh-CN" altLang="en-US" sz="1200" b="1">
              <a:solidFill>
                <a:srgbClr val="0070C0"/>
              </a:solidFill>
              <a:latin typeface="+mj-ea"/>
              <a:ea typeface="+mj-ea"/>
              <a:cs typeface="+mj-ea"/>
            </a:endParaRPr>
          </a:p>
          <a:p>
            <a:r>
              <a:rPr lang="zh-CN" altLang="en-US" sz="1200">
                <a:latin typeface="+mj-ea"/>
                <a:ea typeface="+mj-ea"/>
                <a:cs typeface="+mj-ea"/>
              </a:rPr>
              <a:t>各类输入先进入 “简化器（Simplifier）” 做初步约束简化，再通过 “编译器（Compiler）” 处理后，传递到 “同余闭包核心（Congruence Closure Core）”。</a:t>
            </a:r>
            <a:endParaRPr lang="zh-CN" altLang="en-US" sz="1200">
              <a:latin typeface="+mj-ea"/>
              <a:ea typeface="+mj-ea"/>
              <a:cs typeface="+mj-ea"/>
            </a:endParaRPr>
          </a:p>
          <a:p>
            <a:r>
              <a:rPr lang="en-US" altLang="zh-CN" sz="1200" b="1">
                <a:solidFill>
                  <a:srgbClr val="0070C0"/>
                </a:solidFill>
                <a:latin typeface="+mj-ea"/>
                <a:ea typeface="+mj-ea"/>
                <a:cs typeface="+mj-ea"/>
              </a:rPr>
              <a:t>3.</a:t>
            </a:r>
            <a:r>
              <a:rPr lang="zh-CN" altLang="en-US" sz="1200" b="1">
                <a:solidFill>
                  <a:srgbClr val="0070C0"/>
                </a:solidFill>
                <a:latin typeface="+mj-ea"/>
                <a:ea typeface="+mj-ea"/>
                <a:cs typeface="+mj-ea"/>
              </a:rPr>
              <a:t>核心协作层：</a:t>
            </a:r>
            <a:endParaRPr lang="zh-CN" altLang="en-US" sz="1200" b="1">
              <a:solidFill>
                <a:srgbClr val="0070C0"/>
              </a:solidFill>
              <a:latin typeface="+mj-ea"/>
              <a:ea typeface="+mj-ea"/>
              <a:cs typeface="+mj-ea"/>
            </a:endParaRPr>
          </a:p>
          <a:p>
            <a:r>
              <a:rPr lang="zh-CN" altLang="en-US" sz="1200">
                <a:latin typeface="+mj-ea"/>
                <a:ea typeface="+mj-ea"/>
                <a:cs typeface="+mj-ea"/>
              </a:rPr>
              <a:t>同余闭包核心与右侧的 “</a:t>
            </a:r>
            <a:r>
              <a:rPr lang="zh-CN" altLang="en-US" sz="1200" b="1">
                <a:solidFill>
                  <a:srgbClr val="0070C0"/>
                </a:solidFill>
                <a:latin typeface="+mj-ea"/>
                <a:ea typeface="+mj-ea"/>
                <a:cs typeface="+mj-ea"/>
              </a:rPr>
              <a:t>理论求解器</a:t>
            </a:r>
            <a:r>
              <a:rPr lang="zh-CN" altLang="en-US" sz="1200">
                <a:latin typeface="+mj-ea"/>
                <a:ea typeface="+mj-ea"/>
                <a:cs typeface="+mj-ea"/>
              </a:rPr>
              <a:t>” 交互（传递等式、赋值、新原子等信息），理论求解器负责处理特定领域（线性算术、位向量等）的约束验证；</a:t>
            </a:r>
            <a:endParaRPr lang="zh-CN" altLang="en-US" sz="1200">
              <a:latin typeface="+mj-ea"/>
              <a:ea typeface="+mj-ea"/>
              <a:cs typeface="+mj-ea"/>
            </a:endParaRPr>
          </a:p>
          <a:p>
            <a:r>
              <a:rPr lang="zh-CN" altLang="en-US" sz="1200">
                <a:latin typeface="+mj-ea"/>
                <a:ea typeface="+mj-ea"/>
                <a:cs typeface="+mj-ea"/>
              </a:rPr>
              <a:t>“E 匹配引擎” 将等式转换为子句传递给 </a:t>
            </a:r>
            <a:r>
              <a:rPr lang="zh-CN" altLang="en-US" sz="1200">
                <a:solidFill>
                  <a:srgbClr val="0070C0"/>
                </a:solidFill>
                <a:latin typeface="+mj-ea"/>
                <a:ea typeface="+mj-ea"/>
                <a:cs typeface="+mj-ea"/>
              </a:rPr>
              <a:t>“</a:t>
            </a:r>
            <a:r>
              <a:rPr lang="zh-CN" altLang="en-US" sz="1200" b="1">
                <a:solidFill>
                  <a:srgbClr val="0070C0"/>
                </a:solidFill>
                <a:latin typeface="+mj-ea"/>
                <a:ea typeface="+mj-ea"/>
                <a:cs typeface="+mj-ea"/>
              </a:rPr>
              <a:t>SAT 求解器”</a:t>
            </a:r>
            <a:r>
              <a:rPr lang="zh-CN" altLang="en-US" sz="1200">
                <a:latin typeface="+mj-ea"/>
                <a:ea typeface="+mj-ea"/>
                <a:cs typeface="+mj-ea"/>
              </a:rPr>
              <a:t>，SAT 求解器则把文字赋值反馈给同余闭包核心，形成 “命题推理 + 理论推理” 的协作循环，最终完成约束的可满足性判定。</a:t>
            </a:r>
            <a:endParaRPr lang="zh-CN" altLang="en-US" sz="1200">
              <a:latin typeface="+mj-ea"/>
              <a:ea typeface="+mj-ea"/>
              <a:cs typeface="+mj-ea"/>
            </a:endParaRPr>
          </a:p>
        </p:txBody>
      </p:sp>
      <p:pic>
        <p:nvPicPr>
          <p:cNvPr id="7" name="图片 6"/>
          <p:cNvPicPr>
            <a:picLocks noChangeAspect="1"/>
          </p:cNvPicPr>
          <p:nvPr/>
        </p:nvPicPr>
        <p:blipFill>
          <a:blip r:embed="rId1"/>
          <a:srcRect t="1087"/>
          <a:stretch>
            <a:fillRect/>
          </a:stretch>
        </p:blipFill>
        <p:spPr>
          <a:xfrm>
            <a:off x="4251960" y="819785"/>
            <a:ext cx="3898900" cy="3782060"/>
          </a:xfrm>
          <a:prstGeom prst="rect">
            <a:avLst/>
          </a:prstGeom>
        </p:spPr>
      </p:pic>
      <p:sp>
        <p:nvSpPr>
          <p:cNvPr id="9" name="文本框 8"/>
          <p:cNvSpPr txBox="1"/>
          <p:nvPr/>
        </p:nvSpPr>
        <p:spPr>
          <a:xfrm>
            <a:off x="3966845" y="488315"/>
            <a:ext cx="1273810" cy="299085"/>
          </a:xfrm>
          <a:prstGeom prst="rect">
            <a:avLst/>
          </a:prstGeom>
          <a:noFill/>
        </p:spPr>
        <p:txBody>
          <a:bodyPr wrap="square" rtlCol="0">
            <a:spAutoFit/>
          </a:bodyPr>
          <a:p>
            <a:r>
              <a:rPr lang="en-US" altLang="zh-CN" sz="1200" b="1">
                <a:latin typeface="+mj-ea"/>
                <a:ea typeface="+mj-ea"/>
                <a:cs typeface="+mj-ea"/>
              </a:rPr>
              <a:t>Z3</a:t>
            </a:r>
            <a:r>
              <a:rPr lang="zh-CN" altLang="en-US" sz="1200" b="1">
                <a:latin typeface="+mj-ea"/>
                <a:ea typeface="+mj-ea"/>
                <a:cs typeface="+mj-ea"/>
              </a:rPr>
              <a:t>基本架构</a:t>
            </a:r>
            <a:r>
              <a:rPr lang="zh-CN" altLang="en-US"/>
              <a:t>：</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8" name="矩形 7"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302895" y="171450"/>
            <a:ext cx="2216785" cy="497840"/>
          </a:xfrm>
          <a:prstGeom prst="rect">
            <a:avLst/>
          </a:prstGeom>
          <a:noFill/>
        </p:spPr>
        <p:txBody>
          <a:bodyPr wrap="none">
            <a:noAutofit/>
          </a:bodyPr>
          <a:p>
            <a:pPr algn="ctr">
              <a:defRPr/>
            </a:pPr>
            <a:r>
              <a:rPr lang="zh-CN" altLang="en-US" sz="2400" b="1" kern="100">
                <a:solidFill>
                  <a:srgbClr val="304371"/>
                </a:solidFill>
                <a:latin typeface="微软雅黑" panose="020B0503020204020204" pitchFamily="34" charset="-122"/>
                <a:ea typeface="微软雅黑" panose="020B0503020204020204" pitchFamily="34" charset="-122"/>
                <a:cs typeface="Times New Roman" panose="02020603050405020304" pitchFamily="18" charset="0"/>
              </a:rPr>
              <a:t>二，</a:t>
            </a:r>
            <a:r>
              <a:rPr lang="en-US" altLang="zh-CN" sz="2400" b="1">
                <a:solidFill>
                  <a:schemeClr val="accent1"/>
                </a:solidFill>
                <a:latin typeface="+mj-ea"/>
                <a:ea typeface="+mj-ea"/>
                <a:sym typeface="+mn-ea"/>
              </a:rPr>
              <a:t>Z3</a:t>
            </a:r>
            <a:r>
              <a:rPr lang="zh-CN" altLang="en-US" sz="2400" b="1">
                <a:solidFill>
                  <a:schemeClr val="accent1"/>
                </a:solidFill>
                <a:latin typeface="+mj-ea"/>
                <a:ea typeface="+mj-ea"/>
                <a:sym typeface="+mn-ea"/>
              </a:rPr>
              <a:t>实现原理</a:t>
            </a:r>
            <a:endParaRPr lang="zh-CN" altLang="en-US" sz="2400" b="1">
              <a:solidFill>
                <a:schemeClr val="accent1"/>
              </a:solidFill>
              <a:latin typeface="+mj-ea"/>
              <a:ea typeface="+mj-ea"/>
            </a:endParaRPr>
          </a:p>
          <a:p>
            <a:pPr algn="ctr">
              <a:defRPr/>
            </a:pPr>
            <a:endParaRPr lang="zh-CN" altLang="en-US" sz="2400" b="1" kern="100">
              <a:solidFill>
                <a:srgbClr val="30437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p:cNvSpPr txBox="1"/>
          <p:nvPr/>
        </p:nvSpPr>
        <p:spPr>
          <a:xfrm>
            <a:off x="560705" y="610235"/>
            <a:ext cx="7314565" cy="4338320"/>
          </a:xfrm>
          <a:prstGeom prst="rect">
            <a:avLst/>
          </a:prstGeom>
        </p:spPr>
        <p:txBody>
          <a:bodyPr wrap="square">
            <a:spAutoFit/>
          </a:bodyPr>
          <a:p>
            <a:pPr marL="0" indent="127000" algn="just" defTabSz="266700">
              <a:lnSpc>
                <a:spcPct val="150000"/>
              </a:lnSpc>
              <a:spcAft>
                <a:spcPct val="0"/>
              </a:spcAft>
            </a:pPr>
            <a:r>
              <a:rPr lang="en-US" altLang="zh-CN" sz="1000" b="1">
                <a:solidFill>
                  <a:srgbClr val="0070C0"/>
                </a:solidFill>
                <a:latin typeface="Times New Roman" panose="02020603050405020304"/>
                <a:ea typeface="Times New Roman" panose="02020603050405020304"/>
              </a:rPr>
              <a:t>Z3的</a:t>
            </a:r>
            <a:r>
              <a:rPr lang="zh-CN" altLang="en-US" sz="1000" b="1">
                <a:solidFill>
                  <a:srgbClr val="0070C0"/>
                </a:solidFill>
                <a:latin typeface="Times New Roman" panose="02020603050405020304"/>
                <a:ea typeface="Times New Roman" panose="02020603050405020304"/>
              </a:rPr>
              <a:t>实现原理</a:t>
            </a:r>
            <a:r>
              <a:rPr lang="en-US" altLang="zh-CN" sz="1000" b="1">
                <a:solidFill>
                  <a:srgbClr val="0070C0"/>
                </a:solidFill>
                <a:latin typeface="Times New Roman" panose="02020603050405020304"/>
                <a:ea typeface="Times New Roman" panose="02020603050405020304"/>
              </a:rPr>
              <a:t>建立在以下三个支柱之上：</a:t>
            </a:r>
            <a:endParaRPr lang="en-US" altLang="zh-CN" sz="1000" b="1">
              <a:solidFill>
                <a:srgbClr val="0070C0"/>
              </a:solidFill>
              <a:latin typeface="Times New Roman" panose="02020603050405020304"/>
              <a:ea typeface="Times New Roman" panose="02020603050405020304"/>
            </a:endParaRPr>
          </a:p>
          <a:p>
            <a:pPr marL="0" indent="127000" algn="just" defTabSz="266700">
              <a:lnSpc>
                <a:spcPct val="150000"/>
              </a:lnSpc>
              <a:spcAft>
                <a:spcPct val="0"/>
              </a:spcAft>
            </a:pPr>
            <a:r>
              <a:rPr lang="en-US" altLang="zh-CN" sz="1000" b="1">
                <a:solidFill>
                  <a:srgbClr val="0070C0"/>
                </a:solidFill>
                <a:latin typeface="Times New Roman" panose="02020603050405020304"/>
                <a:ea typeface="Times New Roman" panose="02020603050405020304"/>
              </a:rPr>
              <a:t>1. </a:t>
            </a:r>
            <a:r>
              <a:rPr lang="zh-CN" altLang="en-US" sz="1000" b="1">
                <a:solidFill>
                  <a:srgbClr val="0070C0"/>
                </a:solidFill>
                <a:latin typeface="Times New Roman" panose="02020603050405020304"/>
                <a:ea typeface="宋体" panose="02010600030101010101" pitchFamily="2" charset="-122"/>
              </a:rPr>
              <a:t>可满足性模理论 </a:t>
            </a:r>
            <a:r>
              <a:rPr lang="en-US" altLang="zh-CN" sz="1000" b="1">
                <a:solidFill>
                  <a:srgbClr val="0070C0"/>
                </a:solidFill>
                <a:latin typeface="Times New Roman" panose="02020603050405020304"/>
                <a:ea typeface="Times New Roman" panose="02020603050405020304"/>
              </a:rPr>
              <a:t>- Satisfiability Modulo Theories (SMT)</a:t>
            </a:r>
            <a:endParaRPr lang="en-US" altLang="zh-CN" sz="1000" b="1">
              <a:solidFill>
                <a:srgbClr val="0070C0"/>
              </a:solidFill>
              <a:latin typeface="Times New Roman" panose="02020603050405020304"/>
              <a:ea typeface="Times New Roman" panose="02020603050405020304"/>
            </a:endParaRPr>
          </a:p>
          <a:p>
            <a:pPr marL="0" indent="127000" algn="just" defTabSz="266700">
              <a:lnSpc>
                <a:spcPct val="150000"/>
              </a:lnSpc>
              <a:spcAft>
                <a:spcPct val="0"/>
              </a:spcAft>
            </a:pPr>
            <a:r>
              <a:rPr lang="en-US" altLang="zh-CN" sz="900" b="1">
                <a:latin typeface="Times New Roman" panose="02020603050405020304"/>
                <a:ea typeface="Times New Roman" panose="02020603050405020304"/>
              </a:rPr>
              <a:t>1.1.SAT (</a:t>
            </a:r>
            <a:r>
              <a:rPr lang="zh-CN" altLang="en-US" sz="900" b="1">
                <a:latin typeface="Times New Roman" panose="02020603050405020304"/>
                <a:ea typeface="宋体" panose="02010600030101010101" pitchFamily="2" charset="-122"/>
              </a:rPr>
              <a:t>布尔可满足性问题</a:t>
            </a:r>
            <a:r>
              <a:rPr lang="en-US" altLang="zh-CN" sz="900" b="1">
                <a:latin typeface="Times New Roman" panose="02020603050405020304"/>
                <a:ea typeface="Times New Roman" panose="02020603050405020304"/>
              </a:rPr>
              <a:t>)</a:t>
            </a:r>
            <a:r>
              <a:rPr lang="zh-CN" altLang="en-US" sz="900" b="1">
                <a:latin typeface="Times New Roman" panose="02020603050405020304"/>
                <a:ea typeface="宋体" panose="02010600030101010101" pitchFamily="2" charset="-122"/>
              </a:rPr>
              <a:t>：</a:t>
            </a:r>
            <a:endParaRPr lang="en-US" altLang="zh-CN" sz="900" b="1">
              <a:latin typeface="Times New Roman" panose="02020603050405020304"/>
              <a:ea typeface="宋体" panose="02010600030101010101" pitchFamily="2" charset="-122"/>
            </a:endParaRPr>
          </a:p>
          <a:p>
            <a:pPr marL="0" indent="127000" algn="just" defTabSz="266700">
              <a:lnSpc>
                <a:spcPct val="150000"/>
              </a:lnSpc>
              <a:spcAft>
                <a:spcPct val="0"/>
              </a:spcAft>
            </a:pPr>
            <a:r>
              <a:rPr lang="zh-CN" altLang="en-US" sz="900" b="1">
                <a:latin typeface="Times New Roman" panose="02020603050405020304"/>
                <a:ea typeface="宋体" panose="02010600030101010101" pitchFamily="2" charset="-122"/>
              </a:rPr>
              <a:t>这是计算复杂性理论中的基础问题，关注于判定一个布尔逻辑公式是否存在使其为真的变量赋值。现代</a:t>
            </a:r>
            <a:r>
              <a:rPr lang="en-US" altLang="zh-CN" sz="900" b="1">
                <a:latin typeface="Times New Roman" panose="02020603050405020304"/>
                <a:ea typeface="Times New Roman" panose="02020603050405020304"/>
              </a:rPr>
              <a:t>SAT</a:t>
            </a:r>
            <a:r>
              <a:rPr lang="zh-CN" altLang="en-US" sz="900" b="1">
                <a:latin typeface="Times New Roman" panose="02020603050405020304"/>
                <a:ea typeface="宋体" panose="02010600030101010101" pitchFamily="2" charset="-122"/>
              </a:rPr>
              <a:t>求解器采用如</a:t>
            </a:r>
            <a:r>
              <a:rPr lang="en-US" altLang="zh-CN" sz="900" b="1">
                <a:latin typeface="Times New Roman" panose="02020603050405020304"/>
                <a:ea typeface="Times New Roman" panose="02020603050405020304"/>
              </a:rPr>
              <a:t>CDCL </a:t>
            </a:r>
            <a:r>
              <a:rPr lang="zh-CN" altLang="en-US" sz="900" b="1">
                <a:latin typeface="Times New Roman" panose="02020603050405020304"/>
                <a:ea typeface="宋体" panose="02010600030101010101" pitchFamily="2" charset="-122"/>
              </a:rPr>
              <a:t>这样的高效算法来应对该</a:t>
            </a:r>
            <a:r>
              <a:rPr lang="en-US" altLang="zh-CN" sz="900" b="1">
                <a:latin typeface="Times New Roman" panose="02020603050405020304"/>
                <a:ea typeface="Times New Roman" panose="02020603050405020304"/>
              </a:rPr>
              <a:t>NP</a:t>
            </a:r>
            <a:r>
              <a:rPr lang="zh-CN" altLang="en-US" sz="900" b="1">
                <a:latin typeface="Times New Roman" panose="02020603050405020304"/>
                <a:ea typeface="宋体" panose="02010600030101010101" pitchFamily="2" charset="-122"/>
              </a:rPr>
              <a:t>完全问题。</a:t>
            </a:r>
            <a:endParaRPr lang="en-US" altLang="zh-CN" sz="900" b="1">
              <a:latin typeface="Times New Roman" panose="02020603050405020304"/>
              <a:ea typeface="宋体" panose="02010600030101010101" pitchFamily="2" charset="-122"/>
            </a:endParaRPr>
          </a:p>
          <a:p>
            <a:pPr marL="0" indent="127000" algn="just" defTabSz="266700">
              <a:lnSpc>
                <a:spcPct val="150000"/>
              </a:lnSpc>
              <a:spcAft>
                <a:spcPct val="0"/>
              </a:spcAft>
            </a:pPr>
            <a:r>
              <a:rPr lang="en-US" altLang="zh-CN" sz="900" b="1">
                <a:latin typeface="Times New Roman" panose="02020603050405020304"/>
                <a:ea typeface="宋体" panose="02010600030101010101" pitchFamily="2" charset="-122"/>
              </a:rPr>
              <a:t>1.2.</a:t>
            </a:r>
            <a:r>
              <a:rPr lang="zh-CN" altLang="en-US" sz="900" b="1">
                <a:latin typeface="Times New Roman" panose="02020603050405020304"/>
                <a:ea typeface="宋体" panose="02010600030101010101" pitchFamily="2" charset="-122"/>
              </a:rPr>
              <a:t>为了处理超越纯布尔逻辑的现实问题，</a:t>
            </a:r>
            <a:r>
              <a:rPr lang="en-US" altLang="zh-CN" sz="900" b="1">
                <a:latin typeface="Times New Roman" panose="02020603050405020304"/>
                <a:ea typeface="Times New Roman" panose="02020603050405020304"/>
              </a:rPr>
              <a:t>Z3</a:t>
            </a:r>
            <a:r>
              <a:rPr lang="zh-CN" altLang="en-US" sz="900" b="1">
                <a:latin typeface="Times New Roman" panose="02020603050405020304"/>
                <a:ea typeface="宋体" panose="02010600030101010101" pitchFamily="2" charset="-122"/>
              </a:rPr>
              <a:t>引入了多种具有特定语义的背景理论。这些理论定义了特定领域的对象、运算和公理，例如：算术理论</a:t>
            </a:r>
            <a:r>
              <a:rPr lang="en-US" altLang="zh-CN" sz="900" b="1">
                <a:latin typeface="Times New Roman" panose="02020603050405020304"/>
                <a:ea typeface="宋体" panose="02010600030101010101" pitchFamily="2" charset="-122"/>
              </a:rPr>
              <a:t>;</a:t>
            </a:r>
            <a:r>
              <a:rPr lang="zh-CN" altLang="en-US" sz="900" b="1">
                <a:latin typeface="Times New Roman" panose="02020603050405020304"/>
                <a:ea typeface="宋体" panose="02010600030101010101" pitchFamily="2" charset="-122"/>
              </a:rPr>
              <a:t>位向量理论</a:t>
            </a:r>
            <a:r>
              <a:rPr lang="en-US" altLang="zh-CN" sz="900" b="1">
                <a:latin typeface="Times New Roman" panose="02020603050405020304"/>
                <a:ea typeface="宋体" panose="02010600030101010101" pitchFamily="2" charset="-122"/>
              </a:rPr>
              <a:t>;</a:t>
            </a:r>
            <a:r>
              <a:rPr lang="zh-CN" altLang="en-US" sz="900" b="1">
                <a:latin typeface="Times New Roman" panose="02020603050405020304"/>
                <a:ea typeface="宋体" panose="02010600030101010101" pitchFamily="2" charset="-122"/>
              </a:rPr>
              <a:t>数组理论</a:t>
            </a:r>
            <a:r>
              <a:rPr lang="en-US" altLang="zh-CN" sz="900" b="1">
                <a:latin typeface="Times New Roman" panose="02020603050405020304"/>
                <a:ea typeface="宋体" panose="02010600030101010101" pitchFamily="2" charset="-122"/>
              </a:rPr>
              <a:t>;</a:t>
            </a:r>
            <a:r>
              <a:rPr lang="zh-CN" altLang="en-US" sz="900" b="1">
                <a:latin typeface="Times New Roman" panose="02020603050405020304"/>
                <a:ea typeface="宋体" panose="02010600030101010101" pitchFamily="2" charset="-122"/>
              </a:rPr>
              <a:t>未解释函数理论</a:t>
            </a:r>
            <a:r>
              <a:rPr lang="en-US" altLang="zh-CN" sz="900" b="1">
                <a:latin typeface="Times New Roman" panose="02020603050405020304"/>
                <a:ea typeface="宋体" panose="02010600030101010101" pitchFamily="2" charset="-122"/>
              </a:rPr>
              <a:t>;</a:t>
            </a:r>
            <a:r>
              <a:rPr lang="en-US" altLang="zh-CN" sz="900" b="1">
                <a:latin typeface="Times New Roman" panose="02020603050405020304"/>
                <a:ea typeface="Times New Roman" panose="02020603050405020304"/>
              </a:rPr>
              <a:t>SMT = SAT + </a:t>
            </a:r>
            <a:r>
              <a:rPr lang="zh-CN" altLang="en-US" sz="900" b="1">
                <a:latin typeface="Times New Roman" panose="02020603050405020304"/>
                <a:ea typeface="宋体" panose="02010600030101010101" pitchFamily="2" charset="-122"/>
              </a:rPr>
              <a:t>理论</a:t>
            </a:r>
            <a:r>
              <a:rPr lang="en-US" altLang="zh-CN" sz="900" b="1">
                <a:latin typeface="Times New Roman" panose="02020603050405020304"/>
                <a:ea typeface="宋体" panose="02010600030101010101" pitchFamily="2" charset="-122"/>
              </a:rPr>
              <a:t>.</a:t>
            </a:r>
            <a:endParaRPr lang="en-US" altLang="zh-CN" sz="900" b="1">
              <a:latin typeface="Times New Roman" panose="02020603050405020304"/>
              <a:ea typeface="宋体" panose="02010600030101010101" pitchFamily="2" charset="-122"/>
            </a:endParaRPr>
          </a:p>
          <a:p>
            <a:pPr marL="0" indent="127000" algn="just" defTabSz="266700">
              <a:lnSpc>
                <a:spcPct val="150000"/>
              </a:lnSpc>
              <a:spcAft>
                <a:spcPct val="0"/>
              </a:spcAft>
            </a:pPr>
            <a:r>
              <a:rPr lang="en-US" altLang="zh-CN" sz="900" b="1">
                <a:latin typeface="Times New Roman" panose="02020603050405020304"/>
                <a:ea typeface="Times New Roman" panose="02020603050405020304"/>
              </a:rPr>
              <a:t>Z3</a:t>
            </a:r>
            <a:r>
              <a:rPr lang="zh-CN" altLang="en-US" sz="900" b="1">
                <a:latin typeface="Times New Roman" panose="02020603050405020304"/>
                <a:ea typeface="宋体" panose="02010600030101010101" pitchFamily="2" charset="-122"/>
              </a:rPr>
              <a:t>的工作原理是将高级约束抽象化并集成到一个统一的框架中，由一个核心的</a:t>
            </a:r>
            <a:r>
              <a:rPr lang="en-US" altLang="zh-CN" sz="900" b="1">
                <a:latin typeface="Times New Roman" panose="02020603050405020304"/>
                <a:ea typeface="Times New Roman" panose="02020603050405020304"/>
              </a:rPr>
              <a:t>SAT</a:t>
            </a:r>
            <a:r>
              <a:rPr lang="zh-CN" altLang="en-US" sz="900" b="1">
                <a:latin typeface="Times New Roman" panose="02020603050405020304"/>
                <a:ea typeface="宋体" panose="02010600030101010101" pitchFamily="2" charset="-122"/>
              </a:rPr>
              <a:t>引擎协同多个理论求解器共同工作。</a:t>
            </a:r>
            <a:endParaRPr lang="en-US" altLang="zh-CN" sz="900" b="1">
              <a:latin typeface="Times New Roman" panose="02020603050405020304"/>
              <a:ea typeface="宋体" panose="02010600030101010101" pitchFamily="2" charset="-122"/>
            </a:endParaRPr>
          </a:p>
          <a:p>
            <a:pPr marL="0" indent="127000" algn="just" defTabSz="266700">
              <a:lnSpc>
                <a:spcPct val="150000"/>
              </a:lnSpc>
              <a:spcAft>
                <a:spcPct val="0"/>
              </a:spcAft>
            </a:pPr>
            <a:r>
              <a:rPr lang="en-US" altLang="zh-CN" sz="1000" b="1">
                <a:solidFill>
                  <a:srgbClr val="0070C0"/>
                </a:solidFill>
                <a:latin typeface="Times New Roman" panose="02020603050405020304"/>
                <a:ea typeface="Times New Roman" panose="02020603050405020304"/>
              </a:rPr>
              <a:t>2. </a:t>
            </a:r>
            <a:r>
              <a:rPr lang="zh-CN" altLang="en-US" sz="1000" b="1">
                <a:solidFill>
                  <a:srgbClr val="0070C0"/>
                </a:solidFill>
                <a:latin typeface="Times New Roman" panose="02020603050405020304"/>
                <a:ea typeface="宋体" panose="02010600030101010101" pitchFamily="2" charset="-122"/>
              </a:rPr>
              <a:t>决策过程</a:t>
            </a:r>
            <a:endParaRPr lang="zh-CN" altLang="en-US" sz="1000" b="1">
              <a:solidFill>
                <a:srgbClr val="0070C0"/>
              </a:solidFill>
              <a:latin typeface="Times New Roman" panose="02020603050405020304"/>
              <a:ea typeface="宋体" panose="02010600030101010101" pitchFamily="2" charset="-122"/>
            </a:endParaRPr>
          </a:p>
          <a:p>
            <a:pPr marL="0" indent="127000" algn="just" defTabSz="266700">
              <a:lnSpc>
                <a:spcPct val="150000"/>
              </a:lnSpc>
              <a:spcAft>
                <a:spcPct val="0"/>
              </a:spcAft>
            </a:pPr>
            <a:r>
              <a:rPr lang="zh-CN" altLang="en-US" sz="900" b="1">
                <a:latin typeface="Times New Roman" panose="02020603050405020304"/>
                <a:ea typeface="宋体" panose="02010600030101010101" pitchFamily="2" charset="-122"/>
              </a:rPr>
              <a:t>对于其支持的每一种理论，</a:t>
            </a:r>
            <a:r>
              <a:rPr lang="en-US" altLang="zh-CN" sz="900" b="1">
                <a:latin typeface="Times New Roman" panose="02020603050405020304"/>
                <a:ea typeface="Times New Roman" panose="02020603050405020304"/>
              </a:rPr>
              <a:t>Z3</a:t>
            </a:r>
            <a:r>
              <a:rPr lang="zh-CN" altLang="en-US" sz="900" b="1">
                <a:latin typeface="Times New Roman" panose="02020603050405020304"/>
                <a:ea typeface="宋体" panose="02010600030101010101" pitchFamily="2" charset="-122"/>
              </a:rPr>
              <a:t>都内置了一个专门的决策过程。该过程负责判定一组在该理论下的约束是否可满足，能够基于理论自身的公理和规则高效地推理出约束的一致性或不一致性。</a:t>
            </a:r>
            <a:endParaRPr lang="en-US" altLang="zh-CN" sz="900" b="1">
              <a:latin typeface="Times New Roman" panose="02020603050405020304"/>
              <a:ea typeface="宋体" panose="02010600030101010101" pitchFamily="2" charset="-122"/>
            </a:endParaRPr>
          </a:p>
          <a:p>
            <a:pPr marL="0" indent="127000" algn="just" defTabSz="266700">
              <a:lnSpc>
                <a:spcPct val="150000"/>
              </a:lnSpc>
              <a:spcAft>
                <a:spcPct val="0"/>
              </a:spcAft>
            </a:pPr>
            <a:r>
              <a:rPr lang="en-US" altLang="zh-CN" sz="1000" b="1">
                <a:solidFill>
                  <a:srgbClr val="0070C0"/>
                </a:solidFill>
                <a:latin typeface="Times New Roman" panose="02020603050405020304"/>
                <a:ea typeface="Times New Roman" panose="02020603050405020304"/>
              </a:rPr>
              <a:t>3. </a:t>
            </a:r>
            <a:r>
              <a:rPr lang="zh-CN" altLang="en-US" sz="1000" b="1">
                <a:solidFill>
                  <a:srgbClr val="0070C0"/>
                </a:solidFill>
                <a:latin typeface="Times New Roman" panose="02020603050405020304"/>
                <a:ea typeface="宋体" panose="02010600030101010101" pitchFamily="2" charset="-122"/>
              </a:rPr>
              <a:t>求解引擎的工作流程</a:t>
            </a:r>
            <a:endParaRPr lang="zh-CN" altLang="en-US" sz="1000" b="1">
              <a:solidFill>
                <a:srgbClr val="0070C0"/>
              </a:solidFill>
              <a:latin typeface="Times New Roman" panose="02020603050405020304"/>
              <a:ea typeface="宋体" panose="02010600030101010101" pitchFamily="2" charset="-122"/>
            </a:endParaRPr>
          </a:p>
          <a:p>
            <a:pPr marL="0" indent="127000" algn="just" defTabSz="266700">
              <a:lnSpc>
                <a:spcPct val="150000"/>
              </a:lnSpc>
              <a:spcAft>
                <a:spcPct val="0"/>
              </a:spcAft>
            </a:pPr>
            <a:r>
              <a:rPr lang="en-US" altLang="zh-CN" sz="900" b="1">
                <a:latin typeface="Times New Roman" panose="02020603050405020304"/>
                <a:ea typeface="Times New Roman" panose="02020603050405020304"/>
              </a:rPr>
              <a:t>Z3</a:t>
            </a:r>
            <a:r>
              <a:rPr lang="zh-CN" altLang="en-US" sz="900" b="1">
                <a:latin typeface="Times New Roman" panose="02020603050405020304"/>
                <a:ea typeface="宋体" panose="02010600030101010101" pitchFamily="2" charset="-122"/>
              </a:rPr>
              <a:t>内部遵循一个高度协同的工作流程：</a:t>
            </a:r>
            <a:endParaRPr lang="zh-CN" altLang="en-US" sz="900" b="1">
              <a:latin typeface="Times New Roman" panose="02020603050405020304"/>
              <a:ea typeface="宋体" panose="02010600030101010101" pitchFamily="2" charset="-122"/>
            </a:endParaRPr>
          </a:p>
          <a:p>
            <a:pPr marL="0" indent="127000" algn="just" defTabSz="266700">
              <a:lnSpc>
                <a:spcPct val="150000"/>
              </a:lnSpc>
              <a:spcAft>
                <a:spcPct val="0"/>
              </a:spcAft>
            </a:pPr>
            <a:r>
              <a:rPr lang="en-US" altLang="zh-CN" sz="900" b="1">
                <a:latin typeface="Times New Roman" panose="02020603050405020304"/>
                <a:ea typeface="宋体" panose="02010600030101010101" pitchFamily="2" charset="-122"/>
              </a:rPr>
              <a:t>1.</a:t>
            </a:r>
            <a:r>
              <a:rPr lang="zh-CN" altLang="en-US" sz="900" b="1">
                <a:latin typeface="Times New Roman" panose="02020603050405020304"/>
                <a:ea typeface="宋体" panose="02010600030101010101" pitchFamily="2" charset="-122"/>
              </a:rPr>
              <a:t>输入与解析：系统接收并解析用特定语言编写的约束公式。</a:t>
            </a:r>
            <a:endParaRPr lang="zh-CN" altLang="en-US" sz="900" b="1">
              <a:latin typeface="Times New Roman" panose="02020603050405020304"/>
              <a:ea typeface="宋体" panose="02010600030101010101" pitchFamily="2" charset="-122"/>
            </a:endParaRPr>
          </a:p>
          <a:p>
            <a:pPr marL="0" indent="127000" algn="just" defTabSz="266700">
              <a:lnSpc>
                <a:spcPct val="150000"/>
              </a:lnSpc>
              <a:spcAft>
                <a:spcPct val="0"/>
              </a:spcAft>
            </a:pPr>
            <a:r>
              <a:rPr lang="en-US" altLang="zh-CN" sz="900" b="1">
                <a:latin typeface="Times New Roman" panose="02020603050405020304"/>
                <a:ea typeface="宋体" panose="02010600030101010101" pitchFamily="2" charset="-122"/>
              </a:rPr>
              <a:t>2.</a:t>
            </a:r>
            <a:r>
              <a:rPr lang="zh-CN" altLang="en-US" sz="900" b="1">
                <a:latin typeface="Times New Roman" panose="02020603050405020304"/>
                <a:ea typeface="宋体" panose="02010600030101010101" pitchFamily="2" charset="-122"/>
              </a:rPr>
              <a:t>抽象化与布尔化：将复杂公式转换为一个等价的、由布尔变量和理论原子公式组成的组合结构。</a:t>
            </a:r>
            <a:endParaRPr lang="zh-CN" altLang="en-US" sz="900" b="1">
              <a:latin typeface="Times New Roman" panose="02020603050405020304"/>
              <a:ea typeface="宋体" panose="02010600030101010101" pitchFamily="2" charset="-122"/>
            </a:endParaRPr>
          </a:p>
          <a:p>
            <a:pPr marL="0" indent="127000" algn="just" defTabSz="266700">
              <a:lnSpc>
                <a:spcPct val="150000"/>
              </a:lnSpc>
              <a:spcAft>
                <a:spcPct val="0"/>
              </a:spcAft>
            </a:pPr>
            <a:r>
              <a:rPr lang="en-US" altLang="zh-CN" sz="900" b="1">
                <a:latin typeface="Times New Roman" panose="02020603050405020304"/>
                <a:ea typeface="宋体" panose="02010600030101010101" pitchFamily="2" charset="-122"/>
              </a:rPr>
              <a:t>3.</a:t>
            </a:r>
            <a:r>
              <a:rPr lang="en-US" altLang="zh-CN" sz="900" b="1">
                <a:latin typeface="Times New Roman" panose="02020603050405020304"/>
                <a:ea typeface="Times New Roman" panose="02020603050405020304"/>
              </a:rPr>
              <a:t>CDCL SAT</a:t>
            </a:r>
            <a:r>
              <a:rPr lang="zh-CN" altLang="en-US" sz="900" b="1">
                <a:latin typeface="Times New Roman" panose="02020603050405020304"/>
                <a:ea typeface="宋体" panose="02010600030101010101" pitchFamily="2" charset="-122"/>
              </a:rPr>
              <a:t>求解器核心驱动： </a:t>
            </a:r>
            <a:r>
              <a:rPr lang="en-US" altLang="zh-CN" sz="900" b="1">
                <a:latin typeface="Times New Roman" panose="02020603050405020304"/>
                <a:ea typeface="Times New Roman" panose="02020603050405020304"/>
              </a:rPr>
              <a:t>SAT</a:t>
            </a:r>
            <a:r>
              <a:rPr lang="zh-CN" altLang="en-US" sz="900" b="1">
                <a:latin typeface="Times New Roman" panose="02020603050405020304"/>
                <a:ea typeface="宋体" panose="02010600030101010101" pitchFamily="2" charset="-122"/>
              </a:rPr>
              <a:t>求解器作为核心引擎，开始探索布尔变量的赋值空间。</a:t>
            </a:r>
            <a:endParaRPr lang="en-US" altLang="zh-CN" sz="900" b="1">
              <a:latin typeface="Times New Roman" panose="02020603050405020304"/>
              <a:ea typeface="宋体" panose="02010600030101010101" pitchFamily="2" charset="-122"/>
            </a:endParaRPr>
          </a:p>
          <a:p>
            <a:pPr marL="0" indent="127000" algn="just" defTabSz="266700">
              <a:lnSpc>
                <a:spcPct val="150000"/>
              </a:lnSpc>
              <a:spcAft>
                <a:spcPct val="0"/>
              </a:spcAft>
            </a:pPr>
            <a:r>
              <a:rPr lang="en-US" altLang="zh-CN" sz="900" b="1">
                <a:latin typeface="Times New Roman" panose="02020603050405020304"/>
                <a:ea typeface="宋体" panose="02010600030101010101" pitchFamily="2" charset="-122"/>
              </a:rPr>
              <a:t>4.</a:t>
            </a:r>
            <a:r>
              <a:rPr lang="zh-CN" altLang="en-US" sz="900" b="1">
                <a:latin typeface="Times New Roman" panose="02020603050405020304"/>
                <a:ea typeface="宋体" panose="02010600030101010101" pitchFamily="2" charset="-122"/>
              </a:rPr>
              <a:t>理论一致性检查：</a:t>
            </a:r>
            <a:r>
              <a:rPr lang="en-US" altLang="zh-CN" sz="900" b="1">
                <a:latin typeface="Times New Roman" panose="02020603050405020304"/>
                <a:ea typeface="Times New Roman" panose="02020603050405020304"/>
              </a:rPr>
              <a:t>SAT</a:t>
            </a:r>
            <a:r>
              <a:rPr lang="zh-CN" altLang="en-US" sz="900" b="1">
                <a:latin typeface="Times New Roman" panose="02020603050405020304"/>
                <a:ea typeface="宋体" panose="02010600030101010101" pitchFamily="2" charset="-122"/>
              </a:rPr>
              <a:t>求解器的临时赋值会触发对应的理论求解器进行一致性检查。理论求解器评估当前累积的理论约束集。如果发现冲突，理论求解器会向</a:t>
            </a:r>
            <a:r>
              <a:rPr lang="en-US" altLang="zh-CN" sz="900" b="1">
                <a:latin typeface="Times New Roman" panose="02020603050405020304"/>
                <a:ea typeface="Times New Roman" panose="02020603050405020304"/>
              </a:rPr>
              <a:t>SAT</a:t>
            </a:r>
            <a:r>
              <a:rPr lang="zh-CN" altLang="en-US" sz="900" b="1">
                <a:latin typeface="Times New Roman" panose="02020603050405020304"/>
                <a:ea typeface="宋体" panose="02010600030101010101" pitchFamily="2" charset="-122"/>
              </a:rPr>
              <a:t>求解器返回一个冲突子句。</a:t>
            </a:r>
            <a:r>
              <a:rPr lang="en-US" altLang="zh-CN" sz="900" b="1">
                <a:latin typeface="Times New Roman" panose="02020603050405020304"/>
                <a:ea typeface="Times New Roman" panose="02020603050405020304"/>
              </a:rPr>
              <a:t>SAT</a:t>
            </a:r>
            <a:r>
              <a:rPr lang="zh-CN" altLang="en-US" sz="900" b="1">
                <a:latin typeface="Times New Roman" panose="02020603050405020304"/>
                <a:ea typeface="宋体" panose="02010600030101010101" pitchFamily="2" charset="-122"/>
              </a:rPr>
              <a:t>求解器通过子句学习机制吸收该冲突信息，并执行回溯以调整搜索路径。</a:t>
            </a:r>
            <a:endParaRPr lang="en-US" altLang="zh-CN" sz="900" b="1">
              <a:latin typeface="Times New Roman" panose="02020603050405020304"/>
              <a:ea typeface="宋体" panose="02010600030101010101" pitchFamily="2" charset="-122"/>
            </a:endParaRPr>
          </a:p>
          <a:p>
            <a:pPr marL="0" indent="127000" algn="just" defTabSz="266700">
              <a:lnSpc>
                <a:spcPct val="150000"/>
              </a:lnSpc>
              <a:spcAft>
                <a:spcPct val="0"/>
              </a:spcAft>
            </a:pPr>
            <a:r>
              <a:rPr lang="en-US" altLang="zh-CN" sz="900" b="1">
                <a:latin typeface="Times New Roman" panose="02020603050405020304"/>
                <a:ea typeface="宋体" panose="02010600030101010101" pitchFamily="2" charset="-122"/>
              </a:rPr>
              <a:t>5.</a:t>
            </a:r>
            <a:r>
              <a:rPr lang="zh-CN" altLang="en-US" sz="900" b="1">
                <a:latin typeface="Times New Roman" panose="02020603050405020304"/>
                <a:ea typeface="宋体" panose="02010600030101010101" pitchFamily="2" charset="-122"/>
              </a:rPr>
              <a:t>结果输出：</a:t>
            </a:r>
            <a:r>
              <a:rPr lang="en-US" altLang="zh-CN" sz="900" b="1">
                <a:latin typeface="Times New Roman" panose="02020603050405020304"/>
                <a:ea typeface="Times New Roman" panose="02020603050405020304"/>
              </a:rPr>
              <a:t>SAT</a:t>
            </a:r>
            <a:r>
              <a:rPr lang="zh-CN" altLang="en-US" sz="900" b="1">
                <a:latin typeface="Times New Roman" panose="02020603050405020304"/>
                <a:ea typeface="宋体" panose="02010600030101010101" pitchFamily="2" charset="-122"/>
              </a:rPr>
              <a:t>（可满足）： 找到满足所有约束的赋值，并输出模型。</a:t>
            </a:r>
            <a:r>
              <a:rPr lang="en-US" altLang="zh-CN" sz="900" b="1">
                <a:latin typeface="Times New Roman" panose="02020603050405020304"/>
                <a:ea typeface="Times New Roman" panose="02020603050405020304"/>
              </a:rPr>
              <a:t>UNSAT</a:t>
            </a:r>
            <a:r>
              <a:rPr lang="zh-CN" altLang="en-US" sz="900" b="1">
                <a:latin typeface="Times New Roman" panose="02020603050405020304"/>
                <a:ea typeface="宋体" panose="02010600030101010101" pitchFamily="2" charset="-122"/>
              </a:rPr>
              <a:t>（不可满足）： 穷尽搜索后确认无解。</a:t>
            </a:r>
            <a:r>
              <a:rPr lang="en-US" altLang="zh-CN" sz="900" b="1">
                <a:latin typeface="Times New Roman" panose="02020603050405020304"/>
                <a:ea typeface="Times New Roman" panose="02020603050405020304"/>
              </a:rPr>
              <a:t>UNKNOWN</a:t>
            </a:r>
            <a:r>
              <a:rPr lang="zh-CN" altLang="en-US" sz="900" b="1">
                <a:latin typeface="Times New Roman" panose="02020603050405020304"/>
                <a:ea typeface="宋体" panose="02010600030101010101" pitchFamily="2" charset="-122"/>
              </a:rPr>
              <a:t>（未知）： 在资源限制内无法判定。</a:t>
            </a:r>
            <a:endParaRPr lang="zh-CN" altLang="en-US" sz="900" b="1">
              <a:latin typeface="Times New Roman" panose="02020603050405020304"/>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8" name="矩形 7"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302895" y="171450"/>
            <a:ext cx="2216785" cy="497840"/>
          </a:xfrm>
          <a:prstGeom prst="rect">
            <a:avLst/>
          </a:prstGeom>
          <a:noFill/>
        </p:spPr>
        <p:txBody>
          <a:bodyPr wrap="none">
            <a:noAutofit/>
          </a:bodyPr>
          <a:p>
            <a:pPr algn="ctr">
              <a:defRPr/>
            </a:pPr>
            <a:r>
              <a:rPr lang="zh-CN" altLang="en-US" sz="2400" b="1" kern="100">
                <a:solidFill>
                  <a:srgbClr val="304371"/>
                </a:solidFill>
                <a:latin typeface="微软雅黑" panose="020B0503020204020204" pitchFamily="34" charset="-122"/>
                <a:ea typeface="微软雅黑" panose="020B0503020204020204" pitchFamily="34" charset="-122"/>
                <a:cs typeface="Times New Roman" panose="02020603050405020304" pitchFamily="18" charset="0"/>
              </a:rPr>
              <a:t>二，</a:t>
            </a:r>
            <a:r>
              <a:rPr lang="en-US" altLang="zh-CN" sz="2400" b="1">
                <a:solidFill>
                  <a:schemeClr val="accent1"/>
                </a:solidFill>
                <a:latin typeface="+mj-ea"/>
                <a:ea typeface="+mj-ea"/>
                <a:sym typeface="+mn-ea"/>
              </a:rPr>
              <a:t>Z3</a:t>
            </a:r>
            <a:r>
              <a:rPr lang="zh-CN" altLang="en-US" sz="2400" b="1">
                <a:solidFill>
                  <a:schemeClr val="accent1"/>
                </a:solidFill>
                <a:latin typeface="+mj-ea"/>
                <a:ea typeface="+mj-ea"/>
                <a:sym typeface="+mn-ea"/>
              </a:rPr>
              <a:t>实现原理</a:t>
            </a:r>
            <a:endParaRPr lang="zh-CN" altLang="en-US" sz="2400" b="1">
              <a:solidFill>
                <a:schemeClr val="accent1"/>
              </a:solidFill>
              <a:latin typeface="+mj-ea"/>
              <a:ea typeface="+mj-ea"/>
            </a:endParaRPr>
          </a:p>
          <a:p>
            <a:pPr algn="ctr">
              <a:defRPr/>
            </a:pPr>
            <a:endParaRPr lang="zh-CN" altLang="en-US" sz="2400" b="1" kern="100">
              <a:solidFill>
                <a:srgbClr val="30437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框 5"/>
          <p:cNvSpPr txBox="1"/>
          <p:nvPr/>
        </p:nvSpPr>
        <p:spPr>
          <a:xfrm>
            <a:off x="133350" y="2327275"/>
            <a:ext cx="4639310" cy="2945130"/>
          </a:xfrm>
          <a:prstGeom prst="rect">
            <a:avLst/>
          </a:prstGeom>
          <a:noFill/>
        </p:spPr>
        <p:txBody>
          <a:bodyPr wrap="square" rtlCol="0">
            <a:noAutofit/>
          </a:bodyPr>
          <a:p>
            <a:endParaRPr lang="en-US" altLang="zh-CN" sz="1000" b="1">
              <a:solidFill>
                <a:srgbClr val="0070C0"/>
              </a:solidFill>
              <a:latin typeface="+mj-ea"/>
              <a:ea typeface="+mj-ea"/>
              <a:cs typeface="+mj-ea"/>
            </a:endParaRPr>
          </a:p>
          <a:p>
            <a:r>
              <a:rPr lang="en-US" altLang="zh-CN" sz="1000" b="1">
                <a:solidFill>
                  <a:srgbClr val="0070C0"/>
                </a:solidFill>
                <a:latin typeface="+mj-ea"/>
                <a:ea typeface="+mj-ea"/>
                <a:cs typeface="+mj-ea"/>
              </a:rPr>
              <a:t>2. 决策启发式（变量选择策略）</a:t>
            </a:r>
            <a:endParaRPr lang="en-US" altLang="zh-CN" sz="1000" b="1">
              <a:solidFill>
                <a:srgbClr val="0070C0"/>
              </a:solidFill>
              <a:latin typeface="+mj-ea"/>
              <a:ea typeface="+mj-ea"/>
              <a:cs typeface="+mj-ea"/>
            </a:endParaRPr>
          </a:p>
          <a:p>
            <a:r>
              <a:rPr lang="en-US" altLang="zh-CN" sz="1000">
                <a:latin typeface="+mj-ea"/>
                <a:ea typeface="+mj-ea"/>
                <a:cs typeface="+mj-ea"/>
              </a:rPr>
              <a:t>通过动态优先级选择变量，提升搜索效率：</a:t>
            </a:r>
            <a:endParaRPr lang="en-US" altLang="zh-CN" sz="1000">
              <a:latin typeface="+mj-ea"/>
              <a:ea typeface="+mj-ea"/>
              <a:cs typeface="+mj-ea"/>
            </a:endParaRPr>
          </a:p>
          <a:p>
            <a:r>
              <a:rPr lang="en-US" altLang="zh-CN" sz="1000">
                <a:latin typeface="+mj-ea"/>
                <a:ea typeface="+mj-ea"/>
                <a:cs typeface="+mj-ea"/>
              </a:rPr>
              <a:t>2.1VSIDS（可变状态无关衰减和）：</a:t>
            </a:r>
            <a:endParaRPr lang="en-US" altLang="zh-CN" sz="1000">
              <a:latin typeface="+mj-ea"/>
              <a:ea typeface="+mj-ea"/>
              <a:cs typeface="+mj-ea"/>
            </a:endParaRPr>
          </a:p>
          <a:p>
            <a:r>
              <a:rPr lang="en-US" altLang="zh-CN" sz="1000">
                <a:latin typeface="+mj-ea"/>
                <a:ea typeface="+mj-ea"/>
                <a:cs typeface="+mj-ea"/>
              </a:rPr>
              <a:t>冲突中涉及的变量活动分数增加，定期衰减所有变量分数，优先选近期参与冲突的变量；</a:t>
            </a:r>
            <a:endParaRPr lang="en-US" altLang="zh-CN" sz="1000">
              <a:latin typeface="+mj-ea"/>
              <a:ea typeface="+mj-ea"/>
              <a:cs typeface="+mj-ea"/>
            </a:endParaRPr>
          </a:p>
          <a:p>
            <a:r>
              <a:rPr lang="en-US" altLang="zh-CN" sz="1000">
                <a:latin typeface="+mj-ea"/>
                <a:ea typeface="+mj-ea"/>
                <a:cs typeface="+mj-ea"/>
              </a:rPr>
              <a:t>2.2CHB（基于冲突历史的分支）：</a:t>
            </a:r>
            <a:endParaRPr lang="en-US" altLang="zh-CN" sz="1000">
              <a:latin typeface="+mj-ea"/>
              <a:ea typeface="+mj-ea"/>
              <a:cs typeface="+mj-ea"/>
            </a:endParaRPr>
          </a:p>
          <a:p>
            <a:r>
              <a:rPr lang="en-US" altLang="zh-CN" sz="1000">
                <a:latin typeface="+mj-ea"/>
                <a:ea typeface="+mj-ea"/>
                <a:cs typeface="+mj-ea"/>
              </a:rPr>
              <a:t>基于 “多臂赌博机” 思想，跟踪变量的冲突参与 “奖励”，用指数移动平均线估计奖励，动态调整选择优先级。</a:t>
            </a:r>
            <a:endParaRPr lang="en-US" altLang="zh-CN" sz="1000">
              <a:latin typeface="+mj-ea"/>
              <a:ea typeface="+mj-ea"/>
              <a:cs typeface="+mj-ea"/>
            </a:endParaRPr>
          </a:p>
          <a:p>
            <a:r>
              <a:rPr lang="en-US" altLang="zh-CN" sz="1000" b="1">
                <a:solidFill>
                  <a:srgbClr val="0070C0"/>
                </a:solidFill>
                <a:latin typeface="+mj-ea"/>
                <a:ea typeface="+mj-ea"/>
                <a:cs typeface="+mj-ea"/>
              </a:rPr>
              <a:t>3 扩展接口（与理论求解器的集成）</a:t>
            </a:r>
            <a:endParaRPr lang="en-US" altLang="zh-CN" sz="1000" b="1">
              <a:solidFill>
                <a:srgbClr val="0070C0"/>
              </a:solidFill>
              <a:latin typeface="+mj-ea"/>
              <a:ea typeface="+mj-ea"/>
              <a:cs typeface="+mj-ea"/>
            </a:endParaRPr>
          </a:p>
          <a:p>
            <a:r>
              <a:rPr lang="en-US" altLang="zh-CN" sz="1000">
                <a:latin typeface="+mj-ea"/>
                <a:ea typeface="+mj-ea"/>
                <a:cs typeface="+mj-ea"/>
              </a:rPr>
              <a:t>SAT 核心通过extension接口支持 SMT 场景的协作，提供以下能力：</a:t>
            </a:r>
            <a:endParaRPr lang="en-US" altLang="zh-CN" sz="1000">
              <a:latin typeface="+mj-ea"/>
              <a:ea typeface="+mj-ea"/>
              <a:cs typeface="+mj-ea"/>
            </a:endParaRPr>
          </a:p>
          <a:p>
            <a:r>
              <a:rPr lang="en-US" altLang="zh-CN" sz="1000">
                <a:latin typeface="+mj-ea"/>
                <a:ea typeface="+mj-ea"/>
                <a:cs typeface="+mj-ea"/>
              </a:rPr>
              <a:t>特定理论传播：接收理论求解器的约束，进行命题层推理；</a:t>
            </a:r>
            <a:endParaRPr lang="en-US" altLang="zh-CN" sz="1000">
              <a:latin typeface="+mj-ea"/>
              <a:ea typeface="+mj-ea"/>
              <a:cs typeface="+mj-ea"/>
            </a:endParaRPr>
          </a:p>
          <a:p>
            <a:r>
              <a:rPr lang="en-US" altLang="zh-CN" sz="1000">
                <a:latin typeface="+mj-ea"/>
                <a:ea typeface="+mj-ea"/>
                <a:cs typeface="+mj-ea"/>
              </a:rPr>
              <a:t>冲突解释：将理论求解器的冲突转换为命题子句，用于 CDCL 的冲突学习；</a:t>
            </a:r>
            <a:endParaRPr lang="en-US" altLang="zh-CN" sz="1000">
              <a:latin typeface="+mj-ea"/>
              <a:ea typeface="+mj-ea"/>
              <a:cs typeface="+mj-ea"/>
            </a:endParaRPr>
          </a:p>
          <a:p>
            <a:r>
              <a:rPr lang="en-US" altLang="zh-CN" sz="1000">
                <a:latin typeface="+mj-ea"/>
                <a:ea typeface="+mj-ea"/>
                <a:cs typeface="+mj-ea"/>
              </a:rPr>
              <a:t>模型验证：结合理论求解器结果，验证完整模型的合法性；</a:t>
            </a:r>
            <a:endParaRPr lang="en-US" altLang="zh-CN" sz="1000">
              <a:latin typeface="+mj-ea"/>
              <a:ea typeface="+mj-ea"/>
              <a:cs typeface="+mj-ea"/>
            </a:endParaRPr>
          </a:p>
          <a:p>
            <a:r>
              <a:rPr lang="en-US" altLang="zh-CN" sz="1000">
                <a:latin typeface="+mj-ea"/>
                <a:ea typeface="+mj-ea"/>
                <a:cs typeface="+mj-ea"/>
              </a:rPr>
              <a:t>增量求解：通过 “推送 / 弹出” 操作管理状态，支持动态添加约束。</a:t>
            </a:r>
            <a:endParaRPr lang="en-US" altLang="zh-CN" sz="1000">
              <a:latin typeface="+mj-ea"/>
              <a:ea typeface="+mj-ea"/>
              <a:cs typeface="+mj-ea"/>
            </a:endParaRPr>
          </a:p>
        </p:txBody>
      </p:sp>
      <p:pic>
        <p:nvPicPr>
          <p:cNvPr id="10" name="图片 9"/>
          <p:cNvPicPr>
            <a:picLocks noChangeAspect="1"/>
          </p:cNvPicPr>
          <p:nvPr/>
        </p:nvPicPr>
        <p:blipFill>
          <a:blip r:embed="rId1"/>
          <a:stretch>
            <a:fillRect/>
          </a:stretch>
        </p:blipFill>
        <p:spPr>
          <a:xfrm>
            <a:off x="2805430" y="991235"/>
            <a:ext cx="2063750" cy="1736090"/>
          </a:xfrm>
          <a:prstGeom prst="rect">
            <a:avLst/>
          </a:prstGeom>
        </p:spPr>
      </p:pic>
      <p:sp>
        <p:nvSpPr>
          <p:cNvPr id="11" name="文本框 10"/>
          <p:cNvSpPr txBox="1"/>
          <p:nvPr/>
        </p:nvSpPr>
        <p:spPr>
          <a:xfrm>
            <a:off x="133350" y="991235"/>
            <a:ext cx="2727960" cy="1383665"/>
          </a:xfrm>
          <a:prstGeom prst="rect">
            <a:avLst/>
          </a:prstGeom>
          <a:noFill/>
        </p:spPr>
        <p:txBody>
          <a:bodyPr wrap="square" rtlCol="0" anchor="t">
            <a:spAutoFit/>
          </a:bodyPr>
          <a:p>
            <a:r>
              <a:rPr lang="en-US" altLang="zh-CN" sz="1200" b="1">
                <a:solidFill>
                  <a:srgbClr val="0070C0"/>
                </a:solidFill>
                <a:latin typeface="+mj-ea"/>
                <a:ea typeface="+mj-ea"/>
                <a:cs typeface="+mj-ea"/>
                <a:sym typeface="+mn-ea"/>
              </a:rPr>
              <a:t>SAT 核心：CDCL 求解器高性能实现</a:t>
            </a:r>
            <a:endParaRPr lang="en-US" altLang="zh-CN" sz="1200" b="1">
              <a:solidFill>
                <a:srgbClr val="0070C0"/>
              </a:solidFill>
              <a:latin typeface="+mj-ea"/>
              <a:ea typeface="+mj-ea"/>
              <a:cs typeface="+mj-ea"/>
              <a:sym typeface="+mn-ea"/>
            </a:endParaRPr>
          </a:p>
          <a:p>
            <a:endParaRPr lang="en-US" altLang="zh-CN" sz="1200" b="1">
              <a:solidFill>
                <a:srgbClr val="0070C0"/>
              </a:solidFill>
              <a:latin typeface="+mj-ea"/>
              <a:ea typeface="+mj-ea"/>
              <a:cs typeface="+mj-ea"/>
              <a:sym typeface="+mn-ea"/>
            </a:endParaRPr>
          </a:p>
          <a:p>
            <a:endParaRPr lang="en-US" altLang="zh-CN" sz="1000">
              <a:latin typeface="+mj-ea"/>
              <a:ea typeface="+mj-ea"/>
              <a:cs typeface="+mj-ea"/>
            </a:endParaRPr>
          </a:p>
          <a:p>
            <a:r>
              <a:rPr lang="en-US" altLang="zh-CN" sz="1000">
                <a:latin typeface="+mj-ea"/>
                <a:ea typeface="+mj-ea"/>
                <a:cs typeface="+mj-ea"/>
                <a:sym typeface="+mn-ea"/>
              </a:rPr>
              <a:t>Z3 的 SAT 核心是冲突驱动子句学习（CDCL） 的优化实现</a:t>
            </a:r>
            <a:r>
              <a:rPr lang="zh-CN" altLang="en-US" sz="1000">
                <a:latin typeface="+mj-ea"/>
                <a:ea typeface="+mj-ea"/>
                <a:cs typeface="+mj-ea"/>
                <a:sym typeface="+mn-ea"/>
              </a:rPr>
              <a:t>，</a:t>
            </a:r>
            <a:r>
              <a:rPr lang="en-US" altLang="zh-CN" sz="1000">
                <a:latin typeface="+mj-ea"/>
                <a:ea typeface="+mj-ea"/>
                <a:cs typeface="+mj-ea"/>
                <a:sym typeface="+mn-ea"/>
              </a:rPr>
              <a:t>既是独立的 SAT 求解工具，也是 Z3 SMT 框架的核心布尔推理组件，其设计围绕“性能”与“扩展性”展开</a:t>
            </a:r>
            <a:r>
              <a:rPr lang="zh-CN" altLang="en-US" sz="1000">
                <a:latin typeface="+mj-ea"/>
                <a:ea typeface="+mj-ea"/>
                <a:cs typeface="+mj-ea"/>
                <a:sym typeface="+mn-ea"/>
              </a:rPr>
              <a:t>。</a:t>
            </a:r>
            <a:endParaRPr lang="en-US" altLang="zh-CN" sz="1000">
              <a:latin typeface="+mj-ea"/>
              <a:ea typeface="+mj-ea"/>
              <a:cs typeface="+mj-ea"/>
            </a:endParaRPr>
          </a:p>
          <a:p>
            <a:r>
              <a:rPr lang="en-US" altLang="zh-CN" sz="1000" b="1">
                <a:solidFill>
                  <a:srgbClr val="0070C0"/>
                </a:solidFill>
                <a:latin typeface="+mj-ea"/>
                <a:ea typeface="+mj-ea"/>
                <a:cs typeface="+mj-ea"/>
                <a:sym typeface="+mn-ea"/>
              </a:rPr>
              <a:t>1.核心数据结构</a:t>
            </a:r>
            <a:endParaRPr lang="en-US" altLang="zh-CN" sz="1000" b="1">
              <a:solidFill>
                <a:srgbClr val="0070C0"/>
              </a:solidFill>
              <a:latin typeface="+mj-ea"/>
              <a:ea typeface="+mj-ea"/>
              <a:cs typeface="+mj-ea"/>
              <a:sym typeface="+mn-ea"/>
            </a:endParaRPr>
          </a:p>
        </p:txBody>
      </p:sp>
      <p:sp useBgFill="1">
        <p:nvSpPr>
          <p:cNvPr id="13" name="圆角矩形 12"/>
          <p:cNvSpPr/>
          <p:nvPr/>
        </p:nvSpPr>
        <p:spPr>
          <a:xfrm>
            <a:off x="4839335" y="2727960"/>
            <a:ext cx="392430" cy="217805"/>
          </a:xfrm>
          <a:prstGeom prst="round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5133975" y="239395"/>
            <a:ext cx="3274695" cy="2332355"/>
          </a:xfrm>
          <a:prstGeom prst="rect">
            <a:avLst/>
          </a:prstGeom>
        </p:spPr>
        <p:txBody>
          <a:bodyPr wrap="square">
            <a:noAutofit/>
          </a:bodyPr>
          <a:p>
            <a:pPr marL="0" indent="0">
              <a:lnSpc>
                <a:spcPts val="1800"/>
              </a:lnSpc>
              <a:spcAft>
                <a:spcPct val="0"/>
              </a:spcAft>
            </a:pPr>
            <a:r>
              <a:rPr lang="en-US" altLang="zh-CN" sz="1000" b="1" i="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基于 CDCL 框架的 SAT 求解器系统架构</a:t>
            </a:r>
            <a:endParaRPr lang="en-US" altLang="zh-CN" sz="1000" b="1" i="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ts val="1800"/>
              </a:lnSpc>
              <a:spcAft>
                <a:spcPct val="0"/>
              </a:spcAft>
            </a:pPr>
            <a:r>
              <a:rPr lang="en-US" altLang="zh-CN"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1,CDCL SAT Solver</a:t>
            </a:r>
            <a:r>
              <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SAT </a:t>
            </a:r>
            <a:r>
              <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求解器核心组件）</a:t>
            </a: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ts val="1800"/>
              </a:lnSpc>
              <a:spcAft>
                <a:spcPct val="0"/>
              </a:spcAft>
            </a:pPr>
            <a:r>
              <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包含VSIDS：SAT 求解中经典的变量选择启发式算法；其他组件（如CHB）：是求解器的辅助启发式 / 子句管理组件。</a:t>
            </a: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ts val="1800"/>
              </a:lnSpc>
              <a:spcAft>
                <a:spcPct val="0"/>
              </a:spcAft>
            </a:pPr>
            <a:r>
              <a:rPr lang="en-US" altLang="zh-CN"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2,Corre Data Structure</a:t>
            </a:r>
            <a:r>
              <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（数据结构层）</a:t>
            </a: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ts val="1800"/>
              </a:lnSpc>
              <a:spcAft>
                <a:spcPct val="0"/>
              </a:spcAft>
            </a:pPr>
            <a:r>
              <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负责存储 SAT 求解的核心数据，包含</a:t>
            </a:r>
            <a:r>
              <a:rPr lang="en-US" altLang="zh-CN"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Message：消息 / 信号传递；State：求解状态数据等。</a:t>
            </a: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ts val="1800"/>
              </a:lnSpc>
              <a:spcAft>
                <a:spcPct val="0"/>
              </a:spcAft>
            </a:pPr>
            <a:r>
              <a:rPr lang="en-US" altLang="zh-CN"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3,Extended Interaction Module</a:t>
            </a:r>
            <a:r>
              <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（扩展处理模块）</a:t>
            </a: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ts val="1800"/>
              </a:lnSpc>
              <a:spcAft>
                <a:spcPct val="0"/>
              </a:spcAft>
            </a:pPr>
            <a:r>
              <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对应 </a:t>
            </a:r>
            <a:r>
              <a:rPr lang="en-US" altLang="zh-CN"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CDCL </a:t>
            </a:r>
            <a:r>
              <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的冲突 </a:t>
            </a:r>
            <a:r>
              <a:rPr lang="en-US" altLang="zh-CN"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学习 </a:t>
            </a:r>
            <a:r>
              <a:rPr lang="en-US" altLang="zh-CN"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回溯流程等。</a:t>
            </a: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9" name="组合 18"/>
          <p:cNvGrpSpPr/>
          <p:nvPr/>
        </p:nvGrpSpPr>
        <p:grpSpPr>
          <a:xfrm>
            <a:off x="4999355" y="2698115"/>
            <a:ext cx="3717290" cy="2336800"/>
            <a:chOff x="7756" y="4296"/>
            <a:chExt cx="5588" cy="3618"/>
          </a:xfrm>
        </p:grpSpPr>
        <p:pic>
          <p:nvPicPr>
            <p:cNvPr id="18" name="图片 17"/>
            <p:cNvPicPr>
              <a:picLocks noChangeAspect="1"/>
            </p:cNvPicPr>
            <p:nvPr/>
          </p:nvPicPr>
          <p:blipFill>
            <a:blip r:embed="rId2"/>
            <a:stretch>
              <a:fillRect/>
            </a:stretch>
          </p:blipFill>
          <p:spPr>
            <a:xfrm>
              <a:off x="7756" y="4296"/>
              <a:ext cx="5588" cy="3618"/>
            </a:xfrm>
            <a:prstGeom prst="rect">
              <a:avLst/>
            </a:prstGeom>
          </p:spPr>
        </p:pic>
        <p:sp>
          <p:nvSpPr>
            <p:cNvPr id="14" name="圆角矩形 13"/>
            <p:cNvSpPr/>
            <p:nvPr/>
          </p:nvSpPr>
          <p:spPr>
            <a:xfrm>
              <a:off x="7756" y="4296"/>
              <a:ext cx="713" cy="421"/>
            </a:xfrm>
            <a:prstGeom prst="roundRect">
              <a:avLst/>
            </a:prstGeom>
            <a:solidFill>
              <a:srgbClr val="FBFB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8" name="矩形 7"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158750" y="126365"/>
            <a:ext cx="2528570" cy="497840"/>
          </a:xfrm>
          <a:prstGeom prst="rect">
            <a:avLst/>
          </a:prstGeom>
          <a:noFill/>
        </p:spPr>
        <p:txBody>
          <a:bodyPr wrap="none">
            <a:noAutofit/>
          </a:bodyPr>
          <a:p>
            <a:pPr algn="ctr">
              <a:defRPr/>
            </a:pPr>
            <a:r>
              <a:rPr lang="zh-CN" altLang="en-US" sz="2400" b="1" kern="100">
                <a:solidFill>
                  <a:srgbClr val="304371"/>
                </a:solidFill>
                <a:latin typeface="微软雅黑" panose="020B0503020204020204" pitchFamily="34" charset="-122"/>
                <a:ea typeface="微软雅黑" panose="020B0503020204020204" pitchFamily="34" charset="-122"/>
                <a:cs typeface="Times New Roman" panose="02020603050405020304" pitchFamily="18" charset="0"/>
              </a:rPr>
              <a:t>三，</a:t>
            </a:r>
            <a:r>
              <a:rPr lang="en-US" altLang="zh-CN" sz="2400" b="1">
                <a:solidFill>
                  <a:schemeClr val="accent1"/>
                </a:solidFill>
                <a:latin typeface="+mj-ea"/>
                <a:ea typeface="+mj-ea"/>
                <a:sym typeface="+mn-ea"/>
              </a:rPr>
              <a:t>Z3</a:t>
            </a:r>
            <a:r>
              <a:rPr lang="zh-CN" altLang="en-US" sz="2400" b="1">
                <a:solidFill>
                  <a:schemeClr val="accent1"/>
                </a:solidFill>
                <a:latin typeface="+mj-ea"/>
                <a:ea typeface="+mj-ea"/>
                <a:sym typeface="+mn-ea"/>
              </a:rPr>
              <a:t>工具演示</a:t>
            </a:r>
            <a:endParaRPr lang="zh-CN" altLang="en-US" sz="2400" b="1">
              <a:solidFill>
                <a:schemeClr val="accent1"/>
              </a:solidFill>
              <a:latin typeface="+mj-ea"/>
              <a:ea typeface="+mj-ea"/>
            </a:endParaRPr>
          </a:p>
          <a:p>
            <a:pPr algn="ctr">
              <a:defRPr/>
            </a:pPr>
            <a:endParaRPr lang="zh-CN" altLang="en-US" sz="2400" b="1" kern="100">
              <a:solidFill>
                <a:srgbClr val="304371"/>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330835" y="3302000"/>
            <a:ext cx="6922770" cy="1624965"/>
          </a:xfrm>
          <a:prstGeom prst="rect">
            <a:avLst/>
          </a:prstGeom>
        </p:spPr>
      </p:pic>
      <p:pic>
        <p:nvPicPr>
          <p:cNvPr id="3" name="图片 2"/>
          <p:cNvPicPr>
            <a:picLocks noChangeAspect="1"/>
          </p:cNvPicPr>
          <p:nvPr/>
        </p:nvPicPr>
        <p:blipFill>
          <a:blip r:embed="rId2"/>
          <a:stretch>
            <a:fillRect/>
          </a:stretch>
        </p:blipFill>
        <p:spPr>
          <a:xfrm>
            <a:off x="4297680" y="1468120"/>
            <a:ext cx="4526280" cy="1647825"/>
          </a:xfrm>
          <a:prstGeom prst="rect">
            <a:avLst/>
          </a:prstGeom>
        </p:spPr>
      </p:pic>
      <p:sp>
        <p:nvSpPr>
          <p:cNvPr id="11" name="文本框 10"/>
          <p:cNvSpPr txBox="1"/>
          <p:nvPr/>
        </p:nvSpPr>
        <p:spPr>
          <a:xfrm>
            <a:off x="219710" y="624205"/>
            <a:ext cx="6554470" cy="2491740"/>
          </a:xfrm>
          <a:prstGeom prst="rect">
            <a:avLst/>
          </a:prstGeom>
          <a:noFill/>
        </p:spPr>
        <p:txBody>
          <a:bodyPr wrap="square" rtlCol="0" anchor="t">
            <a:spAutoFit/>
          </a:bodyPr>
          <a:p>
            <a:pPr algn="l">
              <a:buClrTx/>
              <a:buSzTx/>
              <a:buFontTx/>
            </a:pPr>
            <a:r>
              <a:rPr lang="en-US" altLang="zh-CN" sz="1600" b="1">
                <a:solidFill>
                  <a:srgbClr val="0070C0"/>
                </a:solidFill>
                <a:latin typeface="+mj-ea"/>
                <a:ea typeface="+mj-ea"/>
                <a:cs typeface="+mj-ea"/>
                <a:sym typeface="+mn-ea"/>
              </a:rPr>
              <a:t>1.密码破译</a:t>
            </a:r>
            <a:endParaRPr lang="en-US" altLang="zh-CN" sz="1600" b="1">
              <a:solidFill>
                <a:srgbClr val="0070C0"/>
              </a:solidFill>
              <a:latin typeface="+mj-ea"/>
              <a:ea typeface="+mj-ea"/>
              <a:cs typeface="+mj-ea"/>
              <a:sym typeface="+mn-ea"/>
            </a:endParaRPr>
          </a:p>
          <a:p>
            <a:endParaRPr lang="en-US" altLang="zh-CN" sz="1400" b="1">
              <a:solidFill>
                <a:srgbClr val="0070C0"/>
              </a:solidFill>
              <a:latin typeface="+mj-ea"/>
              <a:ea typeface="+mj-ea"/>
              <a:cs typeface="+mj-ea"/>
              <a:sym typeface="+mn-ea"/>
            </a:endParaRPr>
          </a:p>
          <a:p>
            <a:pPr algn="l">
              <a:buClrTx/>
              <a:buSzTx/>
              <a:buFontTx/>
            </a:pPr>
            <a:r>
              <a:rPr lang="en-US" altLang="zh-CN" sz="1400">
                <a:latin typeface="+mj-ea"/>
                <a:ea typeface="+mj-ea"/>
                <a:cs typeface="+mj-ea"/>
                <a:sym typeface="+mn-ea"/>
              </a:rPr>
              <a:t>在密钥未知情况下，通过已知明文推导出密钥并进行密码破译</a:t>
            </a:r>
            <a:endParaRPr lang="en-US" altLang="zh-CN" sz="1400">
              <a:latin typeface="+mj-ea"/>
              <a:ea typeface="+mj-ea"/>
              <a:cs typeface="+mj-ea"/>
              <a:sym typeface="+mn-ea"/>
            </a:endParaRPr>
          </a:p>
          <a:p>
            <a:pPr algn="l">
              <a:buClrTx/>
              <a:buSzTx/>
              <a:buFontTx/>
            </a:pPr>
            <a:endParaRPr lang="en-US" altLang="zh-CN" sz="1400">
              <a:latin typeface="+mj-ea"/>
              <a:ea typeface="+mj-ea"/>
              <a:cs typeface="+mj-ea"/>
              <a:sym typeface="+mn-ea"/>
            </a:endParaRPr>
          </a:p>
          <a:p>
            <a:pPr algn="l">
              <a:buClrTx/>
              <a:buSzTx/>
              <a:buFontTx/>
            </a:pPr>
            <a:r>
              <a:rPr lang="zh-CN" altLang="en-US" sz="1400">
                <a:latin typeface="+mj-ea"/>
                <a:ea typeface="+mj-ea"/>
                <a:cs typeface="+mj-ea"/>
                <a:sym typeface="+mn-ea"/>
              </a:rPr>
              <a:t>通过</a:t>
            </a:r>
            <a:r>
              <a:rPr lang="en-US" altLang="zh-CN" sz="1400">
                <a:latin typeface="+mj-ea"/>
                <a:ea typeface="+mj-ea"/>
                <a:cs typeface="+mj-ea"/>
                <a:sym typeface="+mn-ea"/>
              </a:rPr>
              <a:t>弱加密 使用LCG作为密钥流生成器</a:t>
            </a:r>
            <a:endParaRPr lang="en-US" altLang="zh-CN" sz="1400">
              <a:latin typeface="+mj-ea"/>
              <a:ea typeface="+mj-ea"/>
              <a:cs typeface="+mj-ea"/>
              <a:sym typeface="+mn-ea"/>
            </a:endParaRPr>
          </a:p>
          <a:p>
            <a:pPr algn="l">
              <a:buClrTx/>
              <a:buSzTx/>
              <a:buFontTx/>
            </a:pPr>
            <a:endParaRPr lang="en-US" altLang="zh-CN" sz="1400">
              <a:latin typeface="+mj-ea"/>
              <a:ea typeface="+mj-ea"/>
              <a:cs typeface="+mj-ea"/>
              <a:sym typeface="+mn-ea"/>
            </a:endParaRPr>
          </a:p>
          <a:p>
            <a:pPr algn="l">
              <a:buClrTx/>
              <a:buSzTx/>
              <a:buFontTx/>
            </a:pPr>
            <a:r>
              <a:rPr lang="en-US" altLang="zh-CN" sz="1400">
                <a:latin typeface="+mj-ea"/>
                <a:ea typeface="+mj-ea"/>
                <a:cs typeface="+mj-ea"/>
                <a:sym typeface="+mn-ea"/>
              </a:rPr>
              <a:t>加密过程为：明文 xor 密钥流=密文</a:t>
            </a:r>
            <a:endParaRPr lang="en-US" altLang="zh-CN" sz="1400">
              <a:latin typeface="+mj-ea"/>
              <a:ea typeface="+mj-ea"/>
              <a:cs typeface="+mj-ea"/>
              <a:sym typeface="+mn-ea"/>
            </a:endParaRPr>
          </a:p>
          <a:p>
            <a:pPr algn="l">
              <a:buClrTx/>
              <a:buSzTx/>
              <a:buFontTx/>
            </a:pPr>
            <a:endParaRPr lang="en-US" altLang="zh-CN" sz="1400">
              <a:latin typeface="+mj-ea"/>
              <a:ea typeface="+mj-ea"/>
              <a:cs typeface="+mj-ea"/>
              <a:sym typeface="+mn-ea"/>
            </a:endParaRPr>
          </a:p>
          <a:p>
            <a:pPr algn="l">
              <a:buClrTx/>
              <a:buSzTx/>
              <a:buFontTx/>
            </a:pPr>
            <a:r>
              <a:rPr lang="en-US" altLang="zh-CN" sz="1400">
                <a:latin typeface="+mj-ea"/>
                <a:ea typeface="+mj-ea"/>
                <a:cs typeface="+mj-ea"/>
                <a:sym typeface="+mn-ea"/>
              </a:rPr>
              <a:t>通过已知的明文和密文可以反推得到密钥流</a:t>
            </a:r>
            <a:endParaRPr lang="en-US" altLang="zh-CN" sz="1400">
              <a:latin typeface="+mj-ea"/>
              <a:ea typeface="+mj-ea"/>
              <a:cs typeface="+mj-ea"/>
              <a:sym typeface="+mn-ea"/>
            </a:endParaRPr>
          </a:p>
          <a:p>
            <a:pPr algn="l">
              <a:buClrTx/>
              <a:buSzTx/>
              <a:buFontTx/>
            </a:pPr>
            <a:endParaRPr lang="en-US" altLang="zh-CN" sz="1400">
              <a:latin typeface="+mj-ea"/>
              <a:ea typeface="+mj-ea"/>
              <a:cs typeface="+mj-ea"/>
              <a:sym typeface="+mn-ea"/>
            </a:endParaRPr>
          </a:p>
          <a:p>
            <a:pPr algn="l">
              <a:buClrTx/>
              <a:buSzTx/>
              <a:buFontTx/>
            </a:pPr>
            <a:r>
              <a:rPr lang="en-US" altLang="zh-CN" sz="1400">
                <a:latin typeface="+mj-ea"/>
                <a:ea typeface="+mj-ea"/>
                <a:cs typeface="+mj-ea"/>
                <a:sym typeface="+mn-ea"/>
              </a:rPr>
              <a:t>用z3求解原始密钥</a:t>
            </a:r>
            <a:endParaRPr lang="en-US" altLang="zh-CN" sz="1400">
              <a:latin typeface="+mj-ea"/>
              <a:ea typeface="+mj-ea"/>
              <a:cs typeface="+mj-ea"/>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8" name="矩形 7"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114300" y="118745"/>
            <a:ext cx="2528570" cy="497840"/>
          </a:xfrm>
          <a:prstGeom prst="rect">
            <a:avLst/>
          </a:prstGeom>
          <a:noFill/>
        </p:spPr>
        <p:txBody>
          <a:bodyPr wrap="none">
            <a:noAutofit/>
          </a:bodyPr>
          <a:p>
            <a:pPr algn="ctr">
              <a:defRPr/>
            </a:pPr>
            <a:r>
              <a:rPr lang="zh-CN" altLang="en-US" sz="2400" b="1" kern="100">
                <a:solidFill>
                  <a:srgbClr val="304371"/>
                </a:solidFill>
                <a:latin typeface="微软雅黑" panose="020B0503020204020204" pitchFamily="34" charset="-122"/>
                <a:ea typeface="微软雅黑" panose="020B0503020204020204" pitchFamily="34" charset="-122"/>
                <a:cs typeface="Times New Roman" panose="02020603050405020304" pitchFamily="18" charset="0"/>
              </a:rPr>
              <a:t>三，</a:t>
            </a:r>
            <a:r>
              <a:rPr lang="en-US" altLang="zh-CN" sz="2400" b="1">
                <a:solidFill>
                  <a:schemeClr val="accent1"/>
                </a:solidFill>
                <a:latin typeface="+mj-ea"/>
                <a:ea typeface="+mj-ea"/>
                <a:sym typeface="+mn-ea"/>
              </a:rPr>
              <a:t>Z3</a:t>
            </a:r>
            <a:r>
              <a:rPr lang="zh-CN" altLang="en-US" sz="2400" b="1">
                <a:solidFill>
                  <a:schemeClr val="accent1"/>
                </a:solidFill>
                <a:latin typeface="+mj-ea"/>
                <a:ea typeface="+mj-ea"/>
                <a:sym typeface="+mn-ea"/>
              </a:rPr>
              <a:t>工具演示</a:t>
            </a:r>
            <a:endParaRPr lang="zh-CN" altLang="en-US" sz="2400" b="1">
              <a:solidFill>
                <a:schemeClr val="accent1"/>
              </a:solidFill>
              <a:latin typeface="+mj-ea"/>
              <a:ea typeface="+mj-ea"/>
            </a:endParaRPr>
          </a:p>
          <a:p>
            <a:pPr algn="ctr">
              <a:defRPr/>
            </a:pPr>
            <a:endParaRPr lang="zh-CN" altLang="en-US" sz="2400" b="1" kern="100">
              <a:solidFill>
                <a:srgbClr val="30437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文本框 10"/>
          <p:cNvSpPr txBox="1"/>
          <p:nvPr/>
        </p:nvSpPr>
        <p:spPr>
          <a:xfrm>
            <a:off x="219710" y="624205"/>
            <a:ext cx="6554470" cy="4179570"/>
          </a:xfrm>
          <a:prstGeom prst="rect">
            <a:avLst/>
          </a:prstGeom>
          <a:noFill/>
        </p:spPr>
        <p:txBody>
          <a:bodyPr wrap="square" rtlCol="0" anchor="t">
            <a:noAutofit/>
          </a:bodyPr>
          <a:p>
            <a:pPr algn="l">
              <a:buClrTx/>
              <a:buSzTx/>
              <a:buFontTx/>
            </a:pPr>
            <a:r>
              <a:rPr lang="en-US" altLang="zh-CN" sz="1600" b="1">
                <a:solidFill>
                  <a:srgbClr val="0070C0"/>
                </a:solidFill>
                <a:latin typeface="+mj-ea"/>
                <a:ea typeface="+mj-ea"/>
                <a:cs typeface="+mj-ea"/>
                <a:sym typeface="+mn-ea"/>
              </a:rPr>
              <a:t>2.基于范例的归纳合成</a:t>
            </a:r>
            <a:endParaRPr lang="en-US" altLang="zh-CN" sz="1600" b="1">
              <a:solidFill>
                <a:srgbClr val="0070C0"/>
              </a:solidFill>
              <a:latin typeface="+mj-ea"/>
              <a:ea typeface="+mj-ea"/>
              <a:cs typeface="+mj-ea"/>
              <a:sym typeface="+mn-ea"/>
            </a:endParaRPr>
          </a:p>
          <a:p>
            <a:pPr algn="l">
              <a:buClrTx/>
              <a:buSzTx/>
              <a:buFontTx/>
            </a:pPr>
            <a:endParaRPr lang="en-US" altLang="zh-CN" sz="1600" b="1">
              <a:solidFill>
                <a:srgbClr val="0070C0"/>
              </a:solidFill>
              <a:latin typeface="+mj-ea"/>
              <a:ea typeface="+mj-ea"/>
              <a:cs typeface="+mj-ea"/>
              <a:sym typeface="+mn-ea"/>
            </a:endParaRPr>
          </a:p>
          <a:p>
            <a:pPr algn="l">
              <a:buClrTx/>
              <a:buSzTx/>
              <a:buFontTx/>
            </a:pPr>
            <a:r>
              <a:rPr lang="en-US" altLang="zh-CN" sz="1600" b="1">
                <a:solidFill>
                  <a:srgbClr val="0070C0"/>
                </a:solidFill>
                <a:latin typeface="+mj-ea"/>
                <a:ea typeface="+mj-ea"/>
                <a:cs typeface="+mj-ea"/>
                <a:sym typeface="+mn-ea"/>
              </a:rPr>
              <a:t>3.自动化漏洞挖掘</a:t>
            </a:r>
            <a:endParaRPr lang="en-US" altLang="zh-CN" sz="1600" b="1">
              <a:solidFill>
                <a:srgbClr val="0070C0"/>
              </a:solidFill>
              <a:latin typeface="+mj-ea"/>
              <a:ea typeface="+mj-ea"/>
              <a:cs typeface="+mj-ea"/>
              <a:sym typeface="+mn-ea"/>
            </a:endParaRPr>
          </a:p>
          <a:p>
            <a:pPr algn="l">
              <a:buClrTx/>
              <a:buSzTx/>
              <a:buFontTx/>
            </a:pPr>
            <a:endParaRPr lang="en-US" altLang="zh-CN" sz="1600" b="1">
              <a:solidFill>
                <a:srgbClr val="0070C0"/>
              </a:solidFill>
              <a:latin typeface="+mj-ea"/>
              <a:ea typeface="+mj-ea"/>
              <a:cs typeface="+mj-ea"/>
              <a:sym typeface="+mn-ea"/>
            </a:endParaRPr>
          </a:p>
          <a:p>
            <a:pPr algn="l">
              <a:buClrTx/>
              <a:buSzTx/>
              <a:buFontTx/>
            </a:pPr>
            <a:endParaRPr lang="en-US" altLang="zh-CN" sz="1600" b="1">
              <a:solidFill>
                <a:srgbClr val="0070C0"/>
              </a:solidFill>
              <a:latin typeface="+mj-ea"/>
              <a:ea typeface="+mj-ea"/>
              <a:cs typeface="+mj-ea"/>
              <a:sym typeface="+mn-ea"/>
            </a:endParaRPr>
          </a:p>
          <a:p>
            <a:pPr algn="l">
              <a:buClrTx/>
              <a:buSzTx/>
              <a:buFontTx/>
            </a:pPr>
            <a:endParaRPr lang="en-US" altLang="zh-CN" sz="1600" b="1">
              <a:solidFill>
                <a:srgbClr val="0070C0"/>
              </a:solidFill>
              <a:latin typeface="+mj-ea"/>
              <a:ea typeface="+mj-ea"/>
              <a:cs typeface="+mj-ea"/>
              <a:sym typeface="+mn-ea"/>
            </a:endParaRPr>
          </a:p>
          <a:p>
            <a:pPr algn="l">
              <a:buClrTx/>
              <a:buSzTx/>
              <a:buFontTx/>
            </a:pPr>
            <a:r>
              <a:rPr lang="en-US" altLang="zh-CN" sz="1600" b="1">
                <a:solidFill>
                  <a:srgbClr val="0070C0"/>
                </a:solidFill>
                <a:latin typeface="+mj-ea"/>
                <a:ea typeface="+mj-ea"/>
                <a:cs typeface="+mj-ea"/>
                <a:sym typeface="+mn-ea"/>
              </a:rPr>
              <a:t>4.运筹&amp;AI</a:t>
            </a:r>
            <a:endParaRPr lang="en-US" altLang="zh-CN" sz="1600" b="1">
              <a:solidFill>
                <a:srgbClr val="0070C0"/>
              </a:solidFill>
              <a:latin typeface="+mj-ea"/>
              <a:ea typeface="+mj-ea"/>
              <a:cs typeface="+mj-ea"/>
              <a:sym typeface="+mn-ea"/>
            </a:endParaRPr>
          </a:p>
          <a:p>
            <a:pPr algn="l">
              <a:buClrTx/>
              <a:buSzTx/>
              <a:buFontTx/>
            </a:pPr>
            <a:endParaRPr lang="en-US" altLang="zh-CN" sz="1600" b="1">
              <a:solidFill>
                <a:srgbClr val="0070C0"/>
              </a:solidFill>
              <a:latin typeface="+mj-ea"/>
              <a:ea typeface="+mj-ea"/>
              <a:cs typeface="+mj-ea"/>
              <a:sym typeface="+mn-ea"/>
            </a:endParaRPr>
          </a:p>
          <a:p>
            <a:pPr algn="l">
              <a:buClrTx/>
              <a:buSzTx/>
              <a:buFontTx/>
            </a:pPr>
            <a:endParaRPr lang="en-US" altLang="zh-CN" sz="1600" b="1">
              <a:solidFill>
                <a:srgbClr val="0070C0"/>
              </a:solidFill>
              <a:latin typeface="+mj-ea"/>
              <a:ea typeface="+mj-ea"/>
              <a:cs typeface="+mj-ea"/>
              <a:sym typeface="+mn-ea"/>
            </a:endParaRPr>
          </a:p>
          <a:p>
            <a:pPr algn="l">
              <a:buClrTx/>
              <a:buSzTx/>
              <a:buFontTx/>
            </a:pPr>
            <a:endParaRPr lang="en-US" altLang="zh-CN" sz="1600" b="1">
              <a:solidFill>
                <a:srgbClr val="0070C0"/>
              </a:solidFill>
              <a:latin typeface="+mj-ea"/>
              <a:ea typeface="+mj-ea"/>
              <a:cs typeface="+mj-ea"/>
              <a:sym typeface="+mn-ea"/>
            </a:endParaRPr>
          </a:p>
          <a:p>
            <a:pPr algn="l">
              <a:buClrTx/>
              <a:buSzTx/>
              <a:buFontTx/>
            </a:pPr>
            <a:endParaRPr lang="en-US" altLang="zh-CN" sz="1600" b="1">
              <a:solidFill>
                <a:srgbClr val="0070C0"/>
              </a:solidFill>
              <a:latin typeface="+mj-ea"/>
              <a:ea typeface="+mj-ea"/>
              <a:cs typeface="+mj-ea"/>
              <a:sym typeface="+mn-ea"/>
            </a:endParaRPr>
          </a:p>
          <a:p>
            <a:pPr algn="l">
              <a:buClrTx/>
              <a:buSzTx/>
              <a:buFontTx/>
            </a:pPr>
            <a:endParaRPr lang="en-US" altLang="zh-CN" sz="1600" b="1">
              <a:solidFill>
                <a:srgbClr val="0070C0"/>
              </a:solidFill>
              <a:latin typeface="+mj-ea"/>
              <a:ea typeface="+mj-ea"/>
              <a:cs typeface="+mj-ea"/>
              <a:sym typeface="+mn-ea"/>
            </a:endParaRPr>
          </a:p>
          <a:p>
            <a:pPr algn="l">
              <a:buClrTx/>
              <a:buSzTx/>
              <a:buFontTx/>
            </a:pPr>
            <a:r>
              <a:rPr lang="en-US" altLang="zh-CN" sz="1600" b="1">
                <a:solidFill>
                  <a:srgbClr val="0070C0"/>
                </a:solidFill>
                <a:latin typeface="+mj-ea"/>
                <a:ea typeface="+mj-ea"/>
                <a:cs typeface="+mj-ea"/>
                <a:sym typeface="+mn-ea"/>
              </a:rPr>
              <a:t>5.形式化验证</a:t>
            </a:r>
            <a:endParaRPr lang="en-US" altLang="zh-CN" sz="1600" b="1">
              <a:solidFill>
                <a:srgbClr val="0070C0"/>
              </a:solidFill>
              <a:latin typeface="+mj-ea"/>
              <a:ea typeface="+mj-ea"/>
              <a:cs typeface="+mj-ea"/>
              <a:sym typeface="+mn-ea"/>
            </a:endParaRPr>
          </a:p>
          <a:p>
            <a:pPr algn="l">
              <a:buClrTx/>
              <a:buSzTx/>
              <a:buFontTx/>
            </a:pPr>
            <a:endParaRPr lang="en-US" altLang="zh-CN" sz="1600" b="1">
              <a:solidFill>
                <a:srgbClr val="0070C0"/>
              </a:solidFill>
              <a:latin typeface="+mj-ea"/>
              <a:ea typeface="+mj-ea"/>
              <a:cs typeface="+mj-ea"/>
              <a:sym typeface="+mn-ea"/>
            </a:endParaRPr>
          </a:p>
        </p:txBody>
      </p:sp>
      <p:pic>
        <p:nvPicPr>
          <p:cNvPr id="3" name="图片 2"/>
          <p:cNvPicPr>
            <a:picLocks noChangeAspect="1"/>
          </p:cNvPicPr>
          <p:nvPr/>
        </p:nvPicPr>
        <p:blipFill>
          <a:blip r:embed="rId1"/>
          <a:stretch>
            <a:fillRect/>
          </a:stretch>
        </p:blipFill>
        <p:spPr>
          <a:xfrm>
            <a:off x="2557145" y="691515"/>
            <a:ext cx="3641090" cy="431165"/>
          </a:xfrm>
          <a:prstGeom prst="rect">
            <a:avLst/>
          </a:prstGeom>
        </p:spPr>
      </p:pic>
      <p:pic>
        <p:nvPicPr>
          <p:cNvPr id="4" name="图片 3"/>
          <p:cNvPicPr>
            <a:picLocks noChangeAspect="1"/>
          </p:cNvPicPr>
          <p:nvPr/>
        </p:nvPicPr>
        <p:blipFill>
          <a:blip r:embed="rId2"/>
          <a:stretch>
            <a:fillRect/>
          </a:stretch>
        </p:blipFill>
        <p:spPr>
          <a:xfrm>
            <a:off x="2010410" y="1168400"/>
            <a:ext cx="6676390" cy="953770"/>
          </a:xfrm>
          <a:prstGeom prst="rect">
            <a:avLst/>
          </a:prstGeom>
        </p:spPr>
      </p:pic>
      <p:pic>
        <p:nvPicPr>
          <p:cNvPr id="5" name="图片 4"/>
          <p:cNvPicPr>
            <a:picLocks noChangeAspect="1"/>
          </p:cNvPicPr>
          <p:nvPr/>
        </p:nvPicPr>
        <p:blipFill>
          <a:blip r:embed="rId3"/>
          <a:stretch>
            <a:fillRect/>
          </a:stretch>
        </p:blipFill>
        <p:spPr>
          <a:xfrm>
            <a:off x="1441450" y="2167890"/>
            <a:ext cx="2617470" cy="1287780"/>
          </a:xfrm>
          <a:prstGeom prst="rect">
            <a:avLst/>
          </a:prstGeom>
        </p:spPr>
      </p:pic>
      <p:pic>
        <p:nvPicPr>
          <p:cNvPr id="6" name="图片 5"/>
          <p:cNvPicPr>
            <a:picLocks noChangeAspect="1"/>
          </p:cNvPicPr>
          <p:nvPr/>
        </p:nvPicPr>
        <p:blipFill>
          <a:blip r:embed="rId4"/>
          <a:stretch>
            <a:fillRect/>
          </a:stretch>
        </p:blipFill>
        <p:spPr>
          <a:xfrm>
            <a:off x="1567180" y="3620770"/>
            <a:ext cx="3860165" cy="1374140"/>
          </a:xfrm>
          <a:prstGeom prst="rect">
            <a:avLst/>
          </a:prstGeom>
        </p:spPr>
      </p:pic>
      <p:sp>
        <p:nvSpPr>
          <p:cNvPr id="7" name="文本框 6"/>
          <p:cNvSpPr txBox="1"/>
          <p:nvPr/>
        </p:nvSpPr>
        <p:spPr>
          <a:xfrm>
            <a:off x="4612005" y="2122170"/>
            <a:ext cx="1691640" cy="583565"/>
          </a:xfrm>
          <a:prstGeom prst="rect">
            <a:avLst/>
          </a:prstGeom>
          <a:noFill/>
        </p:spPr>
        <p:txBody>
          <a:bodyPr wrap="square" rtlCol="0">
            <a:spAutoFit/>
          </a:bodyPr>
          <a:p>
            <a:r>
              <a:rPr lang="en-US" altLang="zh-CN" sz="1600" b="1">
                <a:solidFill>
                  <a:srgbClr val="0070C0"/>
                </a:solidFill>
                <a:latin typeface="+mj-ea"/>
                <a:ea typeface="+mj-ea"/>
                <a:cs typeface="+mj-ea"/>
                <a:sym typeface="+mn-ea"/>
              </a:rPr>
              <a:t>6.等价性证明</a:t>
            </a:r>
            <a:endParaRPr lang="en-US" altLang="zh-CN" sz="1600" b="1">
              <a:solidFill>
                <a:srgbClr val="0070C0"/>
              </a:solidFill>
              <a:latin typeface="+mj-ea"/>
              <a:ea typeface="+mj-ea"/>
              <a:cs typeface="+mj-ea"/>
              <a:sym typeface="+mn-ea"/>
            </a:endParaRPr>
          </a:p>
          <a:p>
            <a:endParaRPr lang="en-US" altLang="zh-CN" sz="1600" b="1">
              <a:solidFill>
                <a:srgbClr val="0070C0"/>
              </a:solidFill>
              <a:latin typeface="+mj-ea"/>
              <a:ea typeface="+mj-ea"/>
              <a:cs typeface="+mj-ea"/>
              <a:sym typeface="+mn-ea"/>
            </a:endParaRPr>
          </a:p>
        </p:txBody>
      </p:sp>
      <p:pic>
        <p:nvPicPr>
          <p:cNvPr id="9" name="图片 8"/>
          <p:cNvPicPr>
            <a:picLocks noChangeAspect="1"/>
          </p:cNvPicPr>
          <p:nvPr/>
        </p:nvPicPr>
        <p:blipFill>
          <a:blip r:embed="rId5"/>
          <a:stretch>
            <a:fillRect/>
          </a:stretch>
        </p:blipFill>
        <p:spPr>
          <a:xfrm>
            <a:off x="4612005" y="2673985"/>
            <a:ext cx="4531995" cy="7181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8" name="矩形 7"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398780" y="126365"/>
            <a:ext cx="3043555" cy="497840"/>
          </a:xfrm>
          <a:prstGeom prst="rect">
            <a:avLst/>
          </a:prstGeom>
          <a:noFill/>
        </p:spPr>
        <p:txBody>
          <a:bodyPr wrap="none">
            <a:noAutofit/>
          </a:bodyPr>
          <a:p>
            <a:pPr algn="ctr">
              <a:defRPr/>
            </a:pPr>
            <a:r>
              <a:rPr lang="zh-CN" altLang="en-US" sz="2400" b="1" kern="100">
                <a:solidFill>
                  <a:srgbClr val="304371"/>
                </a:solidFill>
                <a:latin typeface="微软雅黑" panose="020B0503020204020204" pitchFamily="34" charset="-122"/>
                <a:ea typeface="微软雅黑" panose="020B0503020204020204" pitchFamily="34" charset="-122"/>
                <a:cs typeface="Times New Roman" panose="02020603050405020304" pitchFamily="18" charset="0"/>
              </a:rPr>
              <a:t>四，</a:t>
            </a:r>
            <a:r>
              <a:rPr lang="en-US" altLang="zh-CN" sz="2400" b="1">
                <a:solidFill>
                  <a:schemeClr val="accent1"/>
                </a:solidFill>
                <a:latin typeface="+mj-ea"/>
                <a:ea typeface="+mj-ea"/>
                <a:sym typeface="+mn-ea"/>
              </a:rPr>
              <a:t>Z3</a:t>
            </a:r>
            <a:r>
              <a:rPr lang="zh-CN" altLang="en-US" sz="2400" b="1" dirty="0">
                <a:solidFill>
                  <a:srgbClr val="304371"/>
                </a:solidFill>
                <a:latin typeface="+mj-ea"/>
                <a:ea typeface="+mj-ea"/>
                <a:sym typeface="+mn-ea"/>
              </a:rPr>
              <a:t>在其他领域</a:t>
            </a:r>
            <a:r>
              <a:rPr lang="zh-CN" altLang="en-US" sz="2400" b="1">
                <a:solidFill>
                  <a:schemeClr val="accent1"/>
                </a:solidFill>
                <a:latin typeface="+mj-ea"/>
                <a:ea typeface="+mj-ea"/>
                <a:sym typeface="+mn-ea"/>
              </a:rPr>
              <a:t>应用</a:t>
            </a:r>
            <a:endParaRPr lang="zh-CN" altLang="en-US" sz="2400" b="1">
              <a:solidFill>
                <a:schemeClr val="accent1"/>
              </a:solidFill>
              <a:latin typeface="+mj-ea"/>
              <a:ea typeface="+mj-ea"/>
            </a:endParaRPr>
          </a:p>
          <a:p>
            <a:pPr algn="ctr">
              <a:defRPr/>
            </a:pPr>
            <a:endParaRPr lang="zh-CN" altLang="en-US" sz="2400" b="1">
              <a:solidFill>
                <a:schemeClr val="accent1"/>
              </a:solidFill>
              <a:latin typeface="+mj-ea"/>
              <a:ea typeface="+mj-ea"/>
            </a:endParaRPr>
          </a:p>
          <a:p>
            <a:pPr algn="ctr">
              <a:defRPr/>
            </a:pPr>
            <a:endParaRPr lang="zh-CN" altLang="en-US" sz="2400" b="1" kern="100">
              <a:solidFill>
                <a:srgbClr val="30437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文本框 1"/>
          <p:cNvSpPr txBox="1"/>
          <p:nvPr/>
        </p:nvSpPr>
        <p:spPr>
          <a:xfrm>
            <a:off x="586105" y="558165"/>
            <a:ext cx="5573395" cy="4385310"/>
          </a:xfrm>
          <a:prstGeom prst="rect">
            <a:avLst/>
          </a:prstGeom>
          <a:noFill/>
        </p:spPr>
        <p:txBody>
          <a:bodyPr wrap="square" rtlCol="0" anchor="t">
            <a:noAutofit/>
          </a:bodyPr>
          <a:p>
            <a:r>
              <a:rPr lang="zh-CN" altLang="en-US" sz="1200" b="1">
                <a:solidFill>
                  <a:srgbClr val="0070C0"/>
                </a:solidFill>
                <a:latin typeface="+mj-ea"/>
                <a:ea typeface="+mj-ea"/>
                <a:cs typeface="+mj-ea"/>
              </a:rPr>
              <a:t>Z3 作为微软研究院开发的高效 SMT (可满足性模理论) 求解器，已从单纯的形式验证工具扩展为横跨多个技术领域的通用推理引擎。除已详述的程序验证、软件安全、硬件验证等核心应用外，Z3 在以下领域也发挥着关键作用：</a:t>
            </a:r>
            <a:endParaRPr lang="zh-CN" altLang="en-US" sz="1200" b="1">
              <a:solidFill>
                <a:srgbClr val="0070C0"/>
              </a:solidFill>
              <a:latin typeface="+mj-ea"/>
              <a:ea typeface="+mj-ea"/>
              <a:cs typeface="+mj-ea"/>
            </a:endParaRPr>
          </a:p>
          <a:p>
            <a:r>
              <a:rPr lang="zh-CN" altLang="en-US" sz="900" b="1">
                <a:solidFill>
                  <a:srgbClr val="0070C0"/>
                </a:solidFill>
              </a:rPr>
              <a:t>1. 人工智能与机器学习安全</a:t>
            </a:r>
            <a:endParaRPr lang="zh-CN" altLang="en-US" sz="900" b="1">
              <a:solidFill>
                <a:srgbClr val="0070C0"/>
              </a:solidFill>
            </a:endParaRPr>
          </a:p>
          <a:p>
            <a:r>
              <a:rPr lang="en-US" altLang="zh-CN" sz="900"/>
              <a:t>1.1</a:t>
            </a:r>
            <a:r>
              <a:rPr lang="zh-CN" altLang="en-US" sz="900"/>
              <a:t>神经网络验证：</a:t>
            </a:r>
            <a:endParaRPr lang="zh-CN" altLang="en-US" sz="900"/>
          </a:p>
          <a:p>
            <a:r>
              <a:rPr lang="zh-CN" altLang="en-US" sz="900"/>
              <a:t>验证神经网络在对抗样本攻击下的稳健性，防止输入微小扰动导致错误分类，检测神经网络输出是否符合预期范围，保障自动驾驶、医疗诊断等安全关键系统的可靠性，验证 AI 模型决策过程的可解释性，满足欧盟《人工智能法案》等法规要求。</a:t>
            </a:r>
            <a:endParaRPr lang="zh-CN" altLang="en-US" sz="900"/>
          </a:p>
          <a:p>
            <a:r>
              <a:rPr lang="en-US" altLang="zh-CN" sz="900"/>
              <a:t>1.2</a:t>
            </a:r>
            <a:r>
              <a:rPr lang="zh-CN" altLang="en-US" sz="900"/>
              <a:t>大语言模型 (LLM) 推理验证：</a:t>
            </a:r>
            <a:endParaRPr lang="zh-CN" altLang="en-US" sz="900"/>
          </a:p>
          <a:p>
            <a:r>
              <a:rPr lang="zh-CN" altLang="en-US" sz="900"/>
              <a:t>Meta 的 CoT-Verifier 利用 Z3 验证 LLM 链式思维推理过程，定位逻辑错误，形式化验证 AI 生成内容的一致性，防止 "幻觉" 问题，将 LLM 输出转换为形式证明语言，通过 Z3 验证其数学正确性。</a:t>
            </a:r>
            <a:endParaRPr lang="zh-CN" altLang="en-US" sz="900"/>
          </a:p>
          <a:p>
            <a:r>
              <a:rPr lang="zh-CN" altLang="en-US" sz="900" b="1">
                <a:solidFill>
                  <a:srgbClr val="0070C0"/>
                </a:solidFill>
              </a:rPr>
              <a:t>2. 网络安全与渗透测试</a:t>
            </a:r>
            <a:endParaRPr lang="zh-CN" altLang="en-US" sz="900" b="1">
              <a:solidFill>
                <a:srgbClr val="0070C0"/>
              </a:solidFill>
            </a:endParaRPr>
          </a:p>
          <a:p>
            <a:r>
              <a:rPr lang="en-US" altLang="zh-CN" sz="900"/>
              <a:t>2.1</a:t>
            </a:r>
            <a:r>
              <a:rPr lang="zh-CN" altLang="en-US" sz="900"/>
              <a:t>漏洞挖掘与分析：</a:t>
            </a:r>
            <a:endParaRPr lang="zh-CN" altLang="en-US" sz="900"/>
          </a:p>
          <a:p>
            <a:r>
              <a:rPr lang="zh-CN" altLang="en-US" sz="900"/>
              <a:t>符号执行结合 Z3 破解软件保护机制，如逆向分析混淆代码、加密算法，自动生成触发程序漏洞的精确输入，助力安全测试，分析恶意软件的控制流和数据依赖，提取攻击模式。</a:t>
            </a:r>
            <a:endParaRPr lang="zh-CN" altLang="en-US" sz="900"/>
          </a:p>
          <a:p>
            <a:r>
              <a:rPr lang="en-US" altLang="zh-CN" sz="900"/>
              <a:t>2.2</a:t>
            </a:r>
            <a:r>
              <a:rPr lang="zh-CN" altLang="en-US" sz="900"/>
              <a:t>安全协议验证：</a:t>
            </a:r>
            <a:endParaRPr lang="zh-CN" altLang="en-US" sz="900"/>
          </a:p>
          <a:p>
            <a:r>
              <a:rPr lang="zh-CN" altLang="en-US" sz="900"/>
              <a:t>验证 TLS、SSL 等通信协议的握手过程安全性，防止中间人攻击，分析区块链共识机制和智能合约安全性，如 IBM 的 Zeus 系统，验证 RBAC (基于角色的访问控制) 模型的权限分配一致性。</a:t>
            </a:r>
            <a:endParaRPr lang="zh-CN" altLang="en-US" sz="900"/>
          </a:p>
          <a:p>
            <a:r>
              <a:rPr lang="zh-CN" altLang="en-US" sz="900" b="1">
                <a:solidFill>
                  <a:srgbClr val="0070C0"/>
                </a:solidFill>
              </a:rPr>
              <a:t>3. 自动驾驶与智能交通</a:t>
            </a:r>
            <a:endParaRPr lang="zh-CN" altLang="en-US" sz="900" b="1">
              <a:solidFill>
                <a:srgbClr val="0070C0"/>
              </a:solidFill>
            </a:endParaRPr>
          </a:p>
          <a:p>
            <a:r>
              <a:rPr lang="en-US" altLang="zh-CN" sz="900"/>
              <a:t>3.1</a:t>
            </a:r>
            <a:r>
              <a:rPr lang="zh-CN" altLang="en-US" sz="900"/>
              <a:t>系统验证：</a:t>
            </a:r>
            <a:endParaRPr lang="zh-CN" altLang="en-US" sz="900"/>
          </a:p>
          <a:p>
            <a:r>
              <a:rPr lang="zh-CN" altLang="en-US" sz="900"/>
              <a:t>验证 ADAS 系统的感知、决策、控制全链路正确性，分析自动驾驶车辆在复杂路况下的行为，如交叉路口通行策略，形式化验证车辆控制系统的安全边界，防止软件故障导致危险。</a:t>
            </a:r>
            <a:endParaRPr lang="zh-CN" altLang="en-US" sz="900"/>
          </a:p>
          <a:p>
            <a:r>
              <a:rPr lang="en-US" altLang="zh-CN" sz="900"/>
              <a:t>3.2</a:t>
            </a:r>
            <a:r>
              <a:rPr lang="zh-CN" altLang="en-US" sz="900"/>
              <a:t>路径规划优化：</a:t>
            </a:r>
            <a:endParaRPr lang="zh-CN" altLang="en-US" sz="900"/>
          </a:p>
          <a:p>
            <a:r>
              <a:rPr lang="zh-CN" altLang="en-US" sz="900"/>
              <a:t>求解最优行驶路径，满足速度、油耗、安全等多重约束，验证自动泊车等复杂场景下的轨迹生成算法</a:t>
            </a:r>
            <a:endParaRPr lang="zh-CN" altLang="en-US" sz="900"/>
          </a:p>
          <a:p>
            <a:r>
              <a:rPr lang="zh-CN" altLang="en-US" sz="900" b="1">
                <a:solidFill>
                  <a:srgbClr val="0070C0"/>
                </a:solidFill>
              </a:rPr>
              <a:t>4. 数据库与大数据处理</a:t>
            </a:r>
            <a:endParaRPr lang="zh-CN" altLang="en-US" sz="900" b="1">
              <a:solidFill>
                <a:srgbClr val="0070C0"/>
              </a:solidFill>
            </a:endParaRPr>
          </a:p>
          <a:p>
            <a:r>
              <a:rPr lang="en-US" altLang="zh-CN" sz="900"/>
              <a:t>4.1</a:t>
            </a:r>
            <a:r>
              <a:rPr lang="zh-CN" altLang="en-US" sz="900"/>
              <a:t>查询优化：</a:t>
            </a:r>
            <a:endParaRPr lang="zh-CN" altLang="en-US" sz="900"/>
          </a:p>
          <a:p>
            <a:r>
              <a:rPr lang="zh-CN" altLang="en-US" sz="900"/>
              <a:t>数据库查询执行计划生成，通过约束求解选择最优连接顺序和索引策略，优化 OLAP 分析查询，如 Apache Doris 利用 Z3 进行 Data Trait 分析，解决数据库模式设计中的依赖冲突</a:t>
            </a:r>
            <a:endParaRPr lang="zh-CN" altLang="en-US" sz="900"/>
          </a:p>
          <a:p>
            <a:r>
              <a:rPr lang="en-US" altLang="zh-CN" sz="900"/>
              <a:t>4.2</a:t>
            </a:r>
            <a:r>
              <a:rPr lang="zh-CN" altLang="en-US" sz="900"/>
              <a:t>数据一致性保障：</a:t>
            </a:r>
            <a:endParaRPr lang="zh-CN" altLang="en-US" sz="900"/>
          </a:p>
          <a:p>
            <a:r>
              <a:rPr lang="zh-CN" altLang="en-US" sz="900"/>
              <a:t>验证数据库事务的 ACID 属性，防止并发操作导致数据异常，检测 ETL 流程中的数据转换约束是否满足，确保数据质量</a:t>
            </a:r>
            <a:endParaRPr lang="zh-CN" altLang="en-US" sz="900"/>
          </a:p>
        </p:txBody>
      </p:sp>
      <p:grpSp>
        <p:nvGrpSpPr>
          <p:cNvPr id="5" name="组合 4"/>
          <p:cNvGrpSpPr/>
          <p:nvPr/>
        </p:nvGrpSpPr>
        <p:grpSpPr>
          <a:xfrm>
            <a:off x="5932170" y="1883410"/>
            <a:ext cx="2776855" cy="1892300"/>
            <a:chOff x="5918" y="2643"/>
            <a:chExt cx="5234" cy="3566"/>
          </a:xfrm>
        </p:grpSpPr>
        <p:sp>
          <p:nvSpPr>
            <p:cNvPr id="56" name="îSḻîḍe" descr="e7d195523061f1c09e9d68d7cf438b91ef959ecb14fc25d26BBA7F7DBC18E55DFF4014AF651F0BF2569D4B6C1DA7F1A4683A481403BD872FC687266AD13265C1DE7C373772FD8728ABDD69ADD03BFF5BE2862BC891DBB79E53AA13E757B079DADEF7843F68EAC778BA749C5D362AD1FEF245DA045630D3D45D36D9C4269BF2E7D2A1BCC993FBECD78C91B5103F46DA3B"/>
            <p:cNvSpPr/>
            <p:nvPr/>
          </p:nvSpPr>
          <p:spPr>
            <a:xfrm>
              <a:off x="5918" y="3109"/>
              <a:ext cx="861" cy="861"/>
            </a:xfrm>
            <a:prstGeom prst="ellipse">
              <a:avLst/>
            </a:prstGeom>
            <a:solidFill>
              <a:schemeClr val="accent1"/>
            </a:soli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dirty="0">
                <a:solidFill>
                  <a:schemeClr val="bg1"/>
                </a:solidFill>
              </a:endParaRPr>
            </a:p>
          </p:txBody>
        </p:sp>
        <p:sp>
          <p:nvSpPr>
            <p:cNvPr id="64" name="îṡḷiḑê" descr="e7d195523061f1c09e9d68d7cf438b91ef959ecb14fc25d26BBA7F7DBC18E55DFF4014AF651F0BF2569D4B6C1DA7F1A4683A481403BD872FC687266AD13265C1DE7C373772FD8728ABDD69ADD03BFF5BE2862BC891DBB79E53AA13E757B079DADEF7843F68EAC778BA749C5D362AD1FEF245DA045630D3D45D36D9C4269BF2E7D2A1BCC993FBECD78C91B5103F46DA3B"/>
            <p:cNvSpPr/>
            <p:nvPr/>
          </p:nvSpPr>
          <p:spPr>
            <a:xfrm>
              <a:off x="10292" y="2756"/>
              <a:ext cx="861" cy="861"/>
            </a:xfrm>
            <a:prstGeom prst="ellipse">
              <a:avLst/>
            </a:prstGeom>
            <a:solidFill>
              <a:schemeClr val="accent1"/>
            </a:soli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dirty="0">
                <a:solidFill>
                  <a:schemeClr val="bg1"/>
                </a:solidFill>
              </a:endParaRPr>
            </a:p>
          </p:txBody>
        </p:sp>
        <p:grpSp>
          <p:nvGrpSpPr>
            <p:cNvPr id="3" name="组合 2"/>
            <p:cNvGrpSpPr/>
            <p:nvPr/>
          </p:nvGrpSpPr>
          <p:grpSpPr>
            <a:xfrm>
              <a:off x="6147" y="2643"/>
              <a:ext cx="4779" cy="3566"/>
              <a:chOff x="6147" y="2643"/>
              <a:chExt cx="4779" cy="3566"/>
            </a:xfrm>
          </p:grpSpPr>
          <p:sp>
            <p:nvSpPr>
              <p:cNvPr id="47" name="íṥḷiḑe" descr="e7d195523061f1c09e9d68d7cf438b91ef959ecb14fc25d26BBA7F7DBC18E55DFF4014AF651F0BF2569D4B6C1DA7F1A4683A481403BD872FC687266AD13265C1DE7C373772FD8728ABDD69ADD03BFF5BE2862BC891DBB79E53AA13E757B079DADEF7843F68EAC778BA749C5D362AD1FEF245DA045630D3D45D36D9C4269BF2E7D2A1BCC993FBECD78C91B5103F46DA3B"/>
              <p:cNvSpPr/>
              <p:nvPr/>
            </p:nvSpPr>
            <p:spPr>
              <a:xfrm>
                <a:off x="7143" y="2643"/>
                <a:ext cx="2949" cy="2941"/>
              </a:xfrm>
              <a:prstGeom prst="donut">
                <a:avLst>
                  <a:gd name="adj" fmla="val 9843"/>
                </a:avLst>
              </a:prstGeom>
              <a:solidFill>
                <a:schemeClr val="accent1"/>
              </a:soli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noProof="1">
                  <a:solidFill>
                    <a:schemeClr val="bg1"/>
                  </a:solidFill>
                </a:endParaRPr>
              </a:p>
            </p:txBody>
          </p:sp>
          <p:sp>
            <p:nvSpPr>
              <p:cNvPr id="48" name="ïṥḷïḍé" descr="e7d195523061f1c09e9d68d7cf438b91ef959ecb14fc25d26BBA7F7DBC18E55DFF4014AF651F0BF2569D4B6C1DA7F1A4683A481403BD872FC687266AD13265C1DE7C373772FD8728ABDD69ADD03BFF5BE2862BC891DBB79E53AA13E757B079DADEF7843F68EAC778BA749C5D362AD1FEF245DA045630D3D45D36D9C4269BF2E7D2A1BCC993FBECD78C91B5103F46DA3B"/>
              <p:cNvSpPr/>
              <p:nvPr/>
            </p:nvSpPr>
            <p:spPr>
              <a:xfrm>
                <a:off x="7704" y="3205"/>
                <a:ext cx="1820" cy="1812"/>
              </a:xfrm>
              <a:prstGeom prst="donut">
                <a:avLst>
                  <a:gd name="adj" fmla="val 17177"/>
                </a:avLst>
              </a:prstGeom>
              <a:solidFill>
                <a:schemeClr val="accent1"/>
              </a:soli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noProof="1">
                  <a:solidFill>
                    <a:schemeClr val="bg1"/>
                  </a:solidFill>
                </a:endParaRPr>
              </a:p>
            </p:txBody>
          </p:sp>
          <p:sp>
            <p:nvSpPr>
              <p:cNvPr id="49" name="í$ļïdè" descr="e7d195523061f1c09e9d68d7cf438b91ef959ecb14fc25d26BBA7F7DBC18E55DFF4014AF651F0BF2569D4B6C1DA7F1A4683A481403BD872FC687266AD13265C1DE7C373772FD8728ABDD69ADD03BFF5BE2862BC891DBB79E53AA13E757B079DADEF7843F68EAC778BA749C5D362AD1FEF245DA045630D3D45D36D9C4269BF2E7D2A1BCC993FBECD78C91B5103F46DA3B"/>
              <p:cNvSpPr/>
              <p:nvPr/>
            </p:nvSpPr>
            <p:spPr>
              <a:xfrm rot="20340000">
                <a:off x="9655" y="3311"/>
                <a:ext cx="872" cy="184"/>
              </a:xfrm>
              <a:prstGeom prst="rect">
                <a:avLst/>
              </a:prstGeom>
              <a:solidFill>
                <a:schemeClr val="accent1"/>
              </a:soli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noProof="1">
                  <a:solidFill>
                    <a:schemeClr val="bg1"/>
                  </a:solidFill>
                </a:endParaRPr>
              </a:p>
            </p:txBody>
          </p:sp>
          <p:sp>
            <p:nvSpPr>
              <p:cNvPr id="50" name="iṥlïḍè" descr="e7d195523061f1c09e9d68d7cf438b91ef959ecb14fc25d26BBA7F7DBC18E55DFF4014AF651F0BF2569D4B6C1DA7F1A4683A481403BD872FC687266AD13265C1DE7C373772FD8728ABDD69ADD03BFF5BE2862BC891DBB79E53AA13E757B079DADEF7843F68EAC778BA749C5D362AD1FEF245DA045630D3D45D36D9C4269BF2E7D2A1BCC993FBECD78C91B5103F46DA3B"/>
              <p:cNvSpPr/>
              <p:nvPr/>
            </p:nvSpPr>
            <p:spPr>
              <a:xfrm>
                <a:off x="8260" y="3755"/>
                <a:ext cx="712" cy="716"/>
              </a:xfrm>
              <a:prstGeom prst="donut">
                <a:avLst>
                  <a:gd name="adj" fmla="val 19038"/>
                </a:avLst>
              </a:prstGeom>
              <a:solidFill>
                <a:schemeClr val="accent1"/>
              </a:soli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noProof="1">
                  <a:solidFill>
                    <a:schemeClr val="bg1"/>
                  </a:solidFill>
                </a:endParaRPr>
              </a:p>
            </p:txBody>
          </p:sp>
          <p:sp>
            <p:nvSpPr>
              <p:cNvPr id="54" name="í$ḷíḓê" descr="e7d195523061f1c09e9d68d7cf438b91ef959ecb14fc25d26BBA7F7DBC18E55DFF4014AF651F0BF2569D4B6C1DA7F1A4683A481403BD872FC687266AD13265C1DE7C373772FD8728ABDD69ADD03BFF5BE2862BC891DBB79E53AA13E757B079DADEF7843F68EAC778BA749C5D362AD1FEF245DA045630D3D45D36D9C4269BF2E7D2A1BCC993FBECD78C91B5103F46DA3B"/>
              <p:cNvSpPr/>
              <p:nvPr/>
            </p:nvSpPr>
            <p:spPr>
              <a:xfrm rot="3420000">
                <a:off x="8679" y="5086"/>
                <a:ext cx="1314" cy="184"/>
              </a:xfrm>
              <a:prstGeom prst="rect">
                <a:avLst/>
              </a:prstGeom>
              <a:solidFill>
                <a:schemeClr val="accent1"/>
              </a:soli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noProof="1">
                  <a:solidFill>
                    <a:schemeClr val="bg1"/>
                  </a:solidFill>
                </a:endParaRPr>
              </a:p>
            </p:txBody>
          </p:sp>
          <p:sp>
            <p:nvSpPr>
              <p:cNvPr id="55" name="î$ľïdé" descr="e7d195523061f1c09e9d68d7cf438b91ef959ecb14fc25d26BBA7F7DBC18E55DFF4014AF651F0BF2569D4B6C1DA7F1A4683A481403BD872FC687266AD13265C1DE7C373772FD8728ABDD69ADD03BFF5BE2862BC891DBB79E53AA13E757B079DADEF7843F68EAC778BA749C5D362AD1FEF245DA045630D3D45D36D9C4269BF2E7D2A1BCC993FBECD78C91B5103F46DA3B"/>
              <p:cNvSpPr/>
              <p:nvPr/>
            </p:nvSpPr>
            <p:spPr>
              <a:xfrm rot="840000">
                <a:off x="6589" y="3728"/>
                <a:ext cx="1742" cy="175"/>
              </a:xfrm>
              <a:prstGeom prst="rect">
                <a:avLst/>
              </a:prstGeom>
              <a:solidFill>
                <a:schemeClr val="accent1"/>
              </a:soli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noProof="1">
                  <a:solidFill>
                    <a:schemeClr val="bg1"/>
                  </a:solidFill>
                </a:endParaRPr>
              </a:p>
            </p:txBody>
          </p:sp>
          <p:sp>
            <p:nvSpPr>
              <p:cNvPr id="65" name="i$ļïḑé" descr="e7d195523061f1c09e9d68d7cf438b91ef959ecb14fc25d26BBA7F7DBC18E55DFF4014AF651F0BF2569D4B6C1DA7F1A4683A481403BD872FC687266AD13265C1DE7C373772FD8728ABDD69ADD03BFF5BE2862BC891DBB79E53AA13E757B079DADEF7843F68EAC778BA749C5D362AD1FEF245DA045630D3D45D36D9C4269BF2E7D2A1BCC993FBECD78C91B5103F46DA3B"/>
              <p:cNvSpPr/>
              <p:nvPr/>
            </p:nvSpPr>
            <p:spPr>
              <a:xfrm>
                <a:off x="9341" y="5349"/>
                <a:ext cx="861" cy="861"/>
              </a:xfrm>
              <a:prstGeom prst="ellipse">
                <a:avLst/>
              </a:prstGeom>
              <a:solidFill>
                <a:schemeClr val="accent1"/>
              </a:soli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dirty="0">
                  <a:solidFill>
                    <a:schemeClr val="bg1"/>
                  </a:solidFill>
                </a:endParaRPr>
              </a:p>
            </p:txBody>
          </p:sp>
          <p:sp>
            <p:nvSpPr>
              <p:cNvPr id="71" name="AutoShape 112" descr="e7d195523061f1c09e9d68d7cf438b91ef959ecb14fc25d26BBA7F7DBC18E55DFF4014AF651F0BF2569D4B6C1DA7F1A4683A481403BD872FC687266AD13265C1DE7C373772FD8728ABDD69ADD03BFF5BE2862BC891DBB79E53AA13E757B079DADEF7843F68EAC778BA749C5D362AD1FEF245DA045630D3D45D36D9C4269BF2E7D2A1BCC993FBECD78C91B5103F46DA3B"/>
              <p:cNvSpPr/>
              <p:nvPr/>
            </p:nvSpPr>
            <p:spPr bwMode="auto">
              <a:xfrm>
                <a:off x="10504" y="2953"/>
                <a:ext cx="423" cy="421"/>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bg1"/>
                  </a:solidFill>
                  <a:effectLst>
                    <a:outerShdw blurRad="38100" dist="38100" dir="2700000" algn="tl">
                      <a:srgbClr val="000000"/>
                    </a:outerShdw>
                  </a:effectLst>
                  <a:uLnTx/>
                  <a:uFillTx/>
                  <a:latin typeface="Gill Sans" charset="0"/>
                  <a:sym typeface="Gill Sans" charset="0"/>
                </a:endParaRPr>
              </a:p>
            </p:txBody>
          </p:sp>
          <p:grpSp>
            <p:nvGrpSpPr>
              <p:cNvPr id="72" name="组合 71" descr="e7d195523061f1c09e9d68d7cf438b91ef959ecb14fc25d26BBA7F7DBC18E55DFF4014AF651F0BF2569D4B6C1DA7F1A4683A481403BD872FC687266AD13265C1DE7C373772FD8728ABDD69ADD03BFF5BE2862BC891DBB79E53AA13E757B079DADEF7843F68EAC778BA749C5D362AD1FEF245DA045630D3D45D36D9C4269BF2E7D2A1BCC993FBECD78C91B5103F46DA3B"/>
              <p:cNvGrpSpPr/>
              <p:nvPr/>
            </p:nvGrpSpPr>
            <p:grpSpPr>
              <a:xfrm>
                <a:off x="9627" y="5579"/>
                <a:ext cx="290" cy="422"/>
                <a:chOff x="2528974" y="2863357"/>
                <a:chExt cx="246811" cy="359779"/>
              </a:xfrm>
              <a:solidFill>
                <a:schemeClr val="bg1"/>
              </a:solidFill>
            </p:grpSpPr>
            <p:sp>
              <p:nvSpPr>
                <p:cNvPr id="73" name="AutoShape 113"/>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bg1"/>
                    </a:solidFill>
                    <a:effectLst>
                      <a:outerShdw blurRad="38100" dist="38100" dir="2700000" algn="tl">
                        <a:srgbClr val="000000"/>
                      </a:outerShdw>
                    </a:effectLst>
                    <a:uLnTx/>
                    <a:uFillTx/>
                    <a:latin typeface="Gill Sans" charset="0"/>
                    <a:sym typeface="Gill Sans" charset="0"/>
                  </a:endParaRPr>
                </a:p>
              </p:txBody>
            </p:sp>
            <p:sp>
              <p:nvSpPr>
                <p:cNvPr id="74" name="AutoShape 114"/>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bg1"/>
                    </a:solidFill>
                    <a:effectLst>
                      <a:outerShdw blurRad="38100" dist="38100" dir="2700000" algn="tl">
                        <a:srgbClr val="000000"/>
                      </a:outerShdw>
                    </a:effectLst>
                    <a:uLnTx/>
                    <a:uFillTx/>
                    <a:latin typeface="Gill Sans" charset="0"/>
                    <a:sym typeface="Gill Sans" charset="0"/>
                  </a:endParaRPr>
                </a:p>
              </p:txBody>
            </p:sp>
          </p:grpSp>
          <p:grpSp>
            <p:nvGrpSpPr>
              <p:cNvPr id="75" name="组合 74" descr="e7d195523061f1c09e9d68d7cf438b91ef959ecb14fc25d26BBA7F7DBC18E55DFF4014AF651F0BF2569D4B6C1DA7F1A4683A481403BD872FC687266AD13265C1DE7C373772FD8728ABDD69ADD03BFF5BE2862BC891DBB79E53AA13E757B079DADEF7843F68EAC778BA749C5D362AD1FEF245DA045630D3D45D36D9C4269BF2E7D2A1BCC993FBECD78C91B5103F46DA3B"/>
              <p:cNvGrpSpPr/>
              <p:nvPr/>
            </p:nvGrpSpPr>
            <p:grpSpPr>
              <a:xfrm flipH="1">
                <a:off x="6147" y="3350"/>
                <a:ext cx="422" cy="422"/>
                <a:chOff x="2473104" y="2145028"/>
                <a:chExt cx="359165" cy="359165"/>
              </a:xfrm>
              <a:solidFill>
                <a:schemeClr val="bg1"/>
              </a:solidFill>
            </p:grpSpPr>
            <p:sp>
              <p:nvSpPr>
                <p:cNvPr id="76"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bg1"/>
                    </a:solidFill>
                    <a:effectLst>
                      <a:outerShdw blurRad="38100" dist="38100" dir="2700000" algn="tl">
                        <a:srgbClr val="000000"/>
                      </a:outerShdw>
                    </a:effectLst>
                    <a:uLnTx/>
                    <a:uFillTx/>
                    <a:latin typeface="Gill Sans" charset="0"/>
                    <a:sym typeface="Gill Sans" charset="0"/>
                  </a:endParaRPr>
                </a:p>
              </p:txBody>
            </p:sp>
            <p:sp>
              <p:nvSpPr>
                <p:cNvPr id="77"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bg1"/>
                    </a:solidFill>
                    <a:effectLst>
                      <a:outerShdw blurRad="38100" dist="38100" dir="2700000" algn="tl">
                        <a:srgbClr val="000000"/>
                      </a:outerShdw>
                    </a:effectLst>
                    <a:uLnTx/>
                    <a:uFillTx/>
                    <a:latin typeface="Gill Sans" charset="0"/>
                    <a:sym typeface="Gill Sans" charset="0"/>
                  </a:endParaRPr>
                </a:p>
              </p:txBody>
            </p:sp>
          </p:gr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grpSp>
        <p:nvGrpSpPr>
          <p:cNvPr id="2" name="组合 1"/>
          <p:cNvGrpSpPr/>
          <p:nvPr/>
        </p:nvGrpSpPr>
        <p:grpSpPr>
          <a:xfrm>
            <a:off x="1003935" y="1049655"/>
            <a:ext cx="1815465" cy="2555875"/>
            <a:chOff x="3466" y="2158"/>
            <a:chExt cx="3532" cy="4973"/>
          </a:xfrm>
        </p:grpSpPr>
        <p:grpSp>
          <p:nvGrpSpPr>
            <p:cNvPr id="3" name="组合 2"/>
            <p:cNvGrpSpPr/>
            <p:nvPr/>
          </p:nvGrpSpPr>
          <p:grpSpPr>
            <a:xfrm>
              <a:off x="3466" y="2158"/>
              <a:ext cx="3533" cy="2345"/>
              <a:chOff x="2996" y="2372"/>
              <a:chExt cx="4330" cy="2874"/>
            </a:xfrm>
          </p:grpSpPr>
          <p:sp>
            <p:nvSpPr>
              <p:cNvPr id="48" name="Freeform 141" descr="e7d195523061f1c09e9d68d7cf438b91ef959ecb14fc25d26BBA7F7DBC18E55DFF4014AF651F0BF2569D4B6C1DA7F1A4683A481403BD872FC687266AD13265C1DE7C373772FD8728ABDD69ADD03BFF5BE2862BC891DBB79E53AA13E757B079DADEF7843F68EAC778BA749C5D362AD1FEF245DA045630D3D45D36D9C4269BF2E7D2A1BCC993FBECD78C91B5103F46DA3B"/>
              <p:cNvSpPr>
                <a:spLocks noEditPoints="1"/>
              </p:cNvSpPr>
              <p:nvPr/>
            </p:nvSpPr>
            <p:spPr bwMode="auto">
              <a:xfrm>
                <a:off x="2996" y="3517"/>
                <a:ext cx="2390" cy="595"/>
              </a:xfrm>
              <a:custGeom>
                <a:avLst/>
                <a:gdLst>
                  <a:gd name="T0" fmla="*/ 465 w 478"/>
                  <a:gd name="T1" fmla="*/ 46 h 119"/>
                  <a:gd name="T2" fmla="*/ 142 w 478"/>
                  <a:gd name="T3" fmla="*/ 46 h 119"/>
                  <a:gd name="T4" fmla="*/ 111 w 478"/>
                  <a:gd name="T5" fmla="*/ 6 h 119"/>
                  <a:gd name="T6" fmla="*/ 101 w 478"/>
                  <a:gd name="T7" fmla="*/ 0 h 119"/>
                  <a:gd name="T8" fmla="*/ 13 w 478"/>
                  <a:gd name="T9" fmla="*/ 0 h 119"/>
                  <a:gd name="T10" fmla="*/ 2 w 478"/>
                  <a:gd name="T11" fmla="*/ 8 h 119"/>
                  <a:gd name="T12" fmla="*/ 3 w 478"/>
                  <a:gd name="T13" fmla="*/ 21 h 119"/>
                  <a:gd name="T14" fmla="*/ 32 w 478"/>
                  <a:gd name="T15" fmla="*/ 60 h 119"/>
                  <a:gd name="T16" fmla="*/ 3 w 478"/>
                  <a:gd name="T17" fmla="*/ 98 h 119"/>
                  <a:gd name="T18" fmla="*/ 2 w 478"/>
                  <a:gd name="T19" fmla="*/ 112 h 119"/>
                  <a:gd name="T20" fmla="*/ 13 w 478"/>
                  <a:gd name="T21" fmla="*/ 119 h 119"/>
                  <a:gd name="T22" fmla="*/ 101 w 478"/>
                  <a:gd name="T23" fmla="*/ 119 h 119"/>
                  <a:gd name="T24" fmla="*/ 111 w 478"/>
                  <a:gd name="T25" fmla="*/ 114 h 119"/>
                  <a:gd name="T26" fmla="*/ 143 w 478"/>
                  <a:gd name="T27" fmla="*/ 72 h 119"/>
                  <a:gd name="T28" fmla="*/ 465 w 478"/>
                  <a:gd name="T29" fmla="*/ 72 h 119"/>
                  <a:gd name="T30" fmla="*/ 478 w 478"/>
                  <a:gd name="T31" fmla="*/ 59 h 119"/>
                  <a:gd name="T32" fmla="*/ 465 w 478"/>
                  <a:gd name="T33" fmla="*/ 46 h 119"/>
                  <a:gd name="T34" fmla="*/ 95 w 478"/>
                  <a:gd name="T35" fmla="*/ 26 h 119"/>
                  <a:gd name="T36" fmla="*/ 109 w 478"/>
                  <a:gd name="T37" fmla="*/ 46 h 119"/>
                  <a:gd name="T38" fmla="*/ 59 w 478"/>
                  <a:gd name="T39" fmla="*/ 46 h 119"/>
                  <a:gd name="T40" fmla="*/ 59 w 478"/>
                  <a:gd name="T41" fmla="*/ 46 h 119"/>
                  <a:gd name="T42" fmla="*/ 54 w 478"/>
                  <a:gd name="T43" fmla="*/ 46 h 119"/>
                  <a:gd name="T44" fmla="*/ 40 w 478"/>
                  <a:gd name="T45" fmla="*/ 26 h 119"/>
                  <a:gd name="T46" fmla="*/ 95 w 478"/>
                  <a:gd name="T47" fmla="*/ 26 h 119"/>
                  <a:gd name="T48" fmla="*/ 95 w 478"/>
                  <a:gd name="T49" fmla="*/ 93 h 119"/>
                  <a:gd name="T50" fmla="*/ 40 w 478"/>
                  <a:gd name="T51" fmla="*/ 93 h 119"/>
                  <a:gd name="T52" fmla="*/ 54 w 478"/>
                  <a:gd name="T53" fmla="*/ 73 h 119"/>
                  <a:gd name="T54" fmla="*/ 109 w 478"/>
                  <a:gd name="T55" fmla="*/ 73 h 119"/>
                  <a:gd name="T56" fmla="*/ 95 w 478"/>
                  <a:gd name="T57" fmla="*/ 93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78" h="119">
                    <a:moveTo>
                      <a:pt x="465" y="46"/>
                    </a:moveTo>
                    <a:cubicBezTo>
                      <a:pt x="142" y="46"/>
                      <a:pt x="142" y="46"/>
                      <a:pt x="142" y="46"/>
                    </a:cubicBezTo>
                    <a:cubicBezTo>
                      <a:pt x="111" y="6"/>
                      <a:pt x="111" y="6"/>
                      <a:pt x="111" y="6"/>
                    </a:cubicBezTo>
                    <a:cubicBezTo>
                      <a:pt x="109" y="2"/>
                      <a:pt x="105" y="0"/>
                      <a:pt x="101" y="0"/>
                    </a:cubicBezTo>
                    <a:cubicBezTo>
                      <a:pt x="13" y="0"/>
                      <a:pt x="13" y="0"/>
                      <a:pt x="13" y="0"/>
                    </a:cubicBezTo>
                    <a:cubicBezTo>
                      <a:pt x="8" y="0"/>
                      <a:pt x="4" y="3"/>
                      <a:pt x="2" y="8"/>
                    </a:cubicBezTo>
                    <a:cubicBezTo>
                      <a:pt x="0" y="12"/>
                      <a:pt x="0" y="17"/>
                      <a:pt x="3" y="21"/>
                    </a:cubicBezTo>
                    <a:cubicBezTo>
                      <a:pt x="32" y="60"/>
                      <a:pt x="32" y="60"/>
                      <a:pt x="32" y="60"/>
                    </a:cubicBezTo>
                    <a:cubicBezTo>
                      <a:pt x="3" y="98"/>
                      <a:pt x="3" y="98"/>
                      <a:pt x="3" y="98"/>
                    </a:cubicBezTo>
                    <a:cubicBezTo>
                      <a:pt x="0" y="102"/>
                      <a:pt x="0" y="107"/>
                      <a:pt x="2" y="112"/>
                    </a:cubicBezTo>
                    <a:cubicBezTo>
                      <a:pt x="4" y="116"/>
                      <a:pt x="8" y="119"/>
                      <a:pt x="13" y="119"/>
                    </a:cubicBezTo>
                    <a:cubicBezTo>
                      <a:pt x="101" y="119"/>
                      <a:pt x="101" y="119"/>
                      <a:pt x="101" y="119"/>
                    </a:cubicBezTo>
                    <a:cubicBezTo>
                      <a:pt x="105" y="119"/>
                      <a:pt x="109" y="117"/>
                      <a:pt x="111" y="114"/>
                    </a:cubicBezTo>
                    <a:cubicBezTo>
                      <a:pt x="143" y="72"/>
                      <a:pt x="143" y="72"/>
                      <a:pt x="143" y="72"/>
                    </a:cubicBezTo>
                    <a:cubicBezTo>
                      <a:pt x="465" y="72"/>
                      <a:pt x="465" y="72"/>
                      <a:pt x="465" y="72"/>
                    </a:cubicBezTo>
                    <a:cubicBezTo>
                      <a:pt x="472" y="72"/>
                      <a:pt x="478" y="66"/>
                      <a:pt x="478" y="59"/>
                    </a:cubicBezTo>
                    <a:cubicBezTo>
                      <a:pt x="478" y="52"/>
                      <a:pt x="472" y="46"/>
                      <a:pt x="465" y="46"/>
                    </a:cubicBezTo>
                    <a:close/>
                    <a:moveTo>
                      <a:pt x="95" y="26"/>
                    </a:moveTo>
                    <a:cubicBezTo>
                      <a:pt x="109" y="46"/>
                      <a:pt x="109" y="46"/>
                      <a:pt x="109" y="46"/>
                    </a:cubicBezTo>
                    <a:cubicBezTo>
                      <a:pt x="59" y="46"/>
                      <a:pt x="59" y="46"/>
                      <a:pt x="59" y="46"/>
                    </a:cubicBezTo>
                    <a:cubicBezTo>
                      <a:pt x="59" y="46"/>
                      <a:pt x="59" y="46"/>
                      <a:pt x="59" y="46"/>
                    </a:cubicBezTo>
                    <a:cubicBezTo>
                      <a:pt x="54" y="46"/>
                      <a:pt x="54" y="46"/>
                      <a:pt x="54" y="46"/>
                    </a:cubicBezTo>
                    <a:cubicBezTo>
                      <a:pt x="40" y="26"/>
                      <a:pt x="40" y="26"/>
                      <a:pt x="40" y="26"/>
                    </a:cubicBezTo>
                    <a:lnTo>
                      <a:pt x="95" y="26"/>
                    </a:lnTo>
                    <a:close/>
                    <a:moveTo>
                      <a:pt x="95" y="93"/>
                    </a:moveTo>
                    <a:cubicBezTo>
                      <a:pt x="40" y="93"/>
                      <a:pt x="40" y="93"/>
                      <a:pt x="40" y="93"/>
                    </a:cubicBezTo>
                    <a:cubicBezTo>
                      <a:pt x="54" y="73"/>
                      <a:pt x="54" y="73"/>
                      <a:pt x="54" y="73"/>
                    </a:cubicBezTo>
                    <a:cubicBezTo>
                      <a:pt x="109" y="73"/>
                      <a:pt x="109" y="73"/>
                      <a:pt x="109" y="73"/>
                    </a:cubicBezTo>
                    <a:lnTo>
                      <a:pt x="95" y="93"/>
                    </a:lnTo>
                    <a:close/>
                  </a:path>
                </a:pathLst>
              </a:custGeom>
              <a:solidFill>
                <a:schemeClr val="accent1"/>
              </a:solidFill>
              <a:ln>
                <a:noFill/>
              </a:ln>
            </p:spPr>
            <p:txBody>
              <a:bodyPr vert="horz" wrap="square" lIns="91440" tIns="45720" rIns="91440" bIns="45720" numCol="1" anchor="t" anchorCtr="0" compatLnSpc="1"/>
              <a:p>
                <a:endParaRPr lang="en-US"/>
              </a:p>
            </p:txBody>
          </p:sp>
          <p:sp>
            <p:nvSpPr>
              <p:cNvPr id="49" name="Freeform 142" descr="e7d195523061f1c09e9d68d7cf438b91ef959ecb14fc25d26BBA7F7DBC18E55DFF4014AF651F0BF2569D4B6C1DA7F1A4683A481403BD872FC687266AD13265C1DE7C373772FD8728ABDD69ADD03BFF5BE2862BC891DBB79E53AA13E757B079DADEF7843F68EAC778BA749C5D362AD1FEF245DA045630D3D45D36D9C4269BF2E7D2A1BCC993FBECD78C91B5103F46DA3B"/>
              <p:cNvSpPr/>
              <p:nvPr/>
            </p:nvSpPr>
            <p:spPr bwMode="auto">
              <a:xfrm>
                <a:off x="6626" y="3537"/>
                <a:ext cx="700" cy="540"/>
              </a:xfrm>
              <a:custGeom>
                <a:avLst/>
                <a:gdLst>
                  <a:gd name="T0" fmla="*/ 140 w 140"/>
                  <a:gd name="T1" fmla="*/ 55 h 108"/>
                  <a:gd name="T2" fmla="*/ 131 w 140"/>
                  <a:gd name="T3" fmla="*/ 64 h 108"/>
                  <a:gd name="T4" fmla="*/ 90 w 140"/>
                  <a:gd name="T5" fmla="*/ 105 h 108"/>
                  <a:gd name="T6" fmla="*/ 86 w 140"/>
                  <a:gd name="T7" fmla="*/ 107 h 108"/>
                  <a:gd name="T8" fmla="*/ 80 w 140"/>
                  <a:gd name="T9" fmla="*/ 108 h 108"/>
                  <a:gd name="T10" fmla="*/ 71 w 140"/>
                  <a:gd name="T11" fmla="*/ 105 h 108"/>
                  <a:gd name="T12" fmla="*/ 71 w 140"/>
                  <a:gd name="T13" fmla="*/ 86 h 108"/>
                  <a:gd name="T14" fmla="*/ 90 w 140"/>
                  <a:gd name="T15" fmla="*/ 68 h 108"/>
                  <a:gd name="T16" fmla="*/ 13 w 140"/>
                  <a:gd name="T17" fmla="*/ 68 h 108"/>
                  <a:gd name="T18" fmla="*/ 1 w 140"/>
                  <a:gd name="T19" fmla="*/ 60 h 108"/>
                  <a:gd name="T20" fmla="*/ 0 w 140"/>
                  <a:gd name="T21" fmla="*/ 55 h 108"/>
                  <a:gd name="T22" fmla="*/ 13 w 140"/>
                  <a:gd name="T23" fmla="*/ 42 h 108"/>
                  <a:gd name="T24" fmla="*/ 90 w 140"/>
                  <a:gd name="T25" fmla="*/ 42 h 108"/>
                  <a:gd name="T26" fmla="*/ 71 w 140"/>
                  <a:gd name="T27" fmla="*/ 23 h 108"/>
                  <a:gd name="T28" fmla="*/ 68 w 140"/>
                  <a:gd name="T29" fmla="*/ 19 h 108"/>
                  <a:gd name="T30" fmla="*/ 71 w 140"/>
                  <a:gd name="T31" fmla="*/ 5 h 108"/>
                  <a:gd name="T32" fmla="*/ 90 w 140"/>
                  <a:gd name="T33" fmla="*/ 5 h 108"/>
                  <a:gd name="T34" fmla="*/ 130 w 140"/>
                  <a:gd name="T35" fmla="*/ 46 h 108"/>
                  <a:gd name="T36" fmla="*/ 140 w 140"/>
                  <a:gd name="T37" fmla="*/ 5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108">
                    <a:moveTo>
                      <a:pt x="140" y="55"/>
                    </a:moveTo>
                    <a:cubicBezTo>
                      <a:pt x="131" y="64"/>
                      <a:pt x="131" y="64"/>
                      <a:pt x="131" y="64"/>
                    </a:cubicBezTo>
                    <a:cubicBezTo>
                      <a:pt x="90" y="105"/>
                      <a:pt x="90" y="105"/>
                      <a:pt x="90" y="105"/>
                    </a:cubicBezTo>
                    <a:cubicBezTo>
                      <a:pt x="88" y="106"/>
                      <a:pt x="87" y="107"/>
                      <a:pt x="86" y="107"/>
                    </a:cubicBezTo>
                    <a:cubicBezTo>
                      <a:pt x="84" y="108"/>
                      <a:pt x="82" y="108"/>
                      <a:pt x="80" y="108"/>
                    </a:cubicBezTo>
                    <a:cubicBezTo>
                      <a:pt x="77" y="108"/>
                      <a:pt x="74" y="107"/>
                      <a:pt x="71" y="105"/>
                    </a:cubicBezTo>
                    <a:cubicBezTo>
                      <a:pt x="66" y="100"/>
                      <a:pt x="66" y="91"/>
                      <a:pt x="71" y="86"/>
                    </a:cubicBezTo>
                    <a:cubicBezTo>
                      <a:pt x="90" y="68"/>
                      <a:pt x="90" y="68"/>
                      <a:pt x="90" y="68"/>
                    </a:cubicBezTo>
                    <a:cubicBezTo>
                      <a:pt x="13" y="68"/>
                      <a:pt x="13" y="68"/>
                      <a:pt x="13" y="68"/>
                    </a:cubicBezTo>
                    <a:cubicBezTo>
                      <a:pt x="7" y="68"/>
                      <a:pt x="3" y="64"/>
                      <a:pt x="1" y="60"/>
                    </a:cubicBezTo>
                    <a:cubicBezTo>
                      <a:pt x="0" y="58"/>
                      <a:pt x="0" y="57"/>
                      <a:pt x="0" y="55"/>
                    </a:cubicBezTo>
                    <a:cubicBezTo>
                      <a:pt x="0" y="48"/>
                      <a:pt x="5" y="42"/>
                      <a:pt x="13" y="42"/>
                    </a:cubicBezTo>
                    <a:cubicBezTo>
                      <a:pt x="90" y="42"/>
                      <a:pt x="90" y="42"/>
                      <a:pt x="90" y="42"/>
                    </a:cubicBezTo>
                    <a:cubicBezTo>
                      <a:pt x="71" y="23"/>
                      <a:pt x="71" y="23"/>
                      <a:pt x="71" y="23"/>
                    </a:cubicBezTo>
                    <a:cubicBezTo>
                      <a:pt x="70" y="22"/>
                      <a:pt x="69" y="21"/>
                      <a:pt x="68" y="19"/>
                    </a:cubicBezTo>
                    <a:cubicBezTo>
                      <a:pt x="66" y="14"/>
                      <a:pt x="67" y="9"/>
                      <a:pt x="71" y="5"/>
                    </a:cubicBezTo>
                    <a:cubicBezTo>
                      <a:pt x="76" y="0"/>
                      <a:pt x="85" y="0"/>
                      <a:pt x="90" y="5"/>
                    </a:cubicBezTo>
                    <a:cubicBezTo>
                      <a:pt x="130" y="46"/>
                      <a:pt x="130" y="46"/>
                      <a:pt x="130" y="46"/>
                    </a:cubicBezTo>
                    <a:lnTo>
                      <a:pt x="140" y="55"/>
                    </a:lnTo>
                    <a:close/>
                  </a:path>
                </a:pathLst>
              </a:custGeom>
              <a:solidFill>
                <a:schemeClr val="accent1"/>
              </a:solidFill>
              <a:ln>
                <a:noFill/>
              </a:ln>
            </p:spPr>
            <p:txBody>
              <a:bodyPr vert="horz" wrap="square" lIns="91440" tIns="45720" rIns="91440" bIns="45720" numCol="1" anchor="t" anchorCtr="0" compatLnSpc="1"/>
              <a:p>
                <a:endParaRPr lang="en-US"/>
              </a:p>
            </p:txBody>
          </p:sp>
          <p:sp>
            <p:nvSpPr>
              <p:cNvPr id="50" name="Freeform 143" descr="e7d195523061f1c09e9d68d7cf438b91ef959ecb14fc25d26BBA7F7DBC18E55DFF4014AF651F0BF2569D4B6C1DA7F1A4683A481403BD872FC687266AD13265C1DE7C373772FD8728ABDD69ADD03BFF5BE2862BC891DBB79E53AA13E757B079DADEF7843F68EAC778BA749C5D362AD1FEF245DA045630D3D45D36D9C4269BF2E7D2A1BCC993FBECD78C91B5103F46DA3B"/>
              <p:cNvSpPr/>
              <p:nvPr/>
            </p:nvSpPr>
            <p:spPr bwMode="auto">
              <a:xfrm>
                <a:off x="5031" y="3477"/>
                <a:ext cx="620" cy="670"/>
              </a:xfrm>
              <a:custGeom>
                <a:avLst/>
                <a:gdLst>
                  <a:gd name="T0" fmla="*/ 57 w 124"/>
                  <a:gd name="T1" fmla="*/ 134 h 134"/>
                  <a:gd name="T2" fmla="*/ 124 w 124"/>
                  <a:gd name="T3" fmla="*/ 67 h 134"/>
                  <a:gd name="T4" fmla="*/ 57 w 124"/>
                  <a:gd name="T5" fmla="*/ 0 h 134"/>
                  <a:gd name="T6" fmla="*/ 5 w 124"/>
                  <a:gd name="T7" fmla="*/ 25 h 134"/>
                  <a:gd name="T8" fmla="*/ 7 w 124"/>
                  <a:gd name="T9" fmla="*/ 43 h 134"/>
                  <a:gd name="T10" fmla="*/ 25 w 124"/>
                  <a:gd name="T11" fmla="*/ 41 h 134"/>
                  <a:gd name="T12" fmla="*/ 57 w 124"/>
                  <a:gd name="T13" fmla="*/ 26 h 134"/>
                  <a:gd name="T14" fmla="*/ 98 w 124"/>
                  <a:gd name="T15" fmla="*/ 67 h 134"/>
                  <a:gd name="T16" fmla="*/ 57 w 124"/>
                  <a:gd name="T17" fmla="*/ 108 h 134"/>
                  <a:gd name="T18" fmla="*/ 25 w 124"/>
                  <a:gd name="T19" fmla="*/ 92 h 134"/>
                  <a:gd name="T20" fmla="*/ 7 w 124"/>
                  <a:gd name="T21" fmla="*/ 90 h 134"/>
                  <a:gd name="T22" fmla="*/ 5 w 124"/>
                  <a:gd name="T23" fmla="*/ 109 h 134"/>
                  <a:gd name="T24" fmla="*/ 57 w 124"/>
                  <a:gd name="T25"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34">
                    <a:moveTo>
                      <a:pt x="57" y="134"/>
                    </a:moveTo>
                    <a:cubicBezTo>
                      <a:pt x="94" y="134"/>
                      <a:pt x="124" y="104"/>
                      <a:pt x="124" y="67"/>
                    </a:cubicBezTo>
                    <a:cubicBezTo>
                      <a:pt x="124" y="30"/>
                      <a:pt x="94" y="0"/>
                      <a:pt x="57" y="0"/>
                    </a:cubicBezTo>
                    <a:cubicBezTo>
                      <a:pt x="36" y="0"/>
                      <a:pt x="17" y="10"/>
                      <a:pt x="5" y="25"/>
                    </a:cubicBezTo>
                    <a:cubicBezTo>
                      <a:pt x="0" y="31"/>
                      <a:pt x="1" y="39"/>
                      <a:pt x="7" y="43"/>
                    </a:cubicBezTo>
                    <a:cubicBezTo>
                      <a:pt x="12" y="48"/>
                      <a:pt x="21" y="47"/>
                      <a:pt x="25" y="41"/>
                    </a:cubicBezTo>
                    <a:cubicBezTo>
                      <a:pt x="33" y="32"/>
                      <a:pt x="44" y="26"/>
                      <a:pt x="57" y="26"/>
                    </a:cubicBezTo>
                    <a:cubicBezTo>
                      <a:pt x="80" y="26"/>
                      <a:pt x="98" y="44"/>
                      <a:pt x="98" y="67"/>
                    </a:cubicBezTo>
                    <a:cubicBezTo>
                      <a:pt x="98" y="89"/>
                      <a:pt x="80" y="108"/>
                      <a:pt x="57" y="108"/>
                    </a:cubicBezTo>
                    <a:cubicBezTo>
                      <a:pt x="44" y="108"/>
                      <a:pt x="33" y="102"/>
                      <a:pt x="25" y="92"/>
                    </a:cubicBezTo>
                    <a:cubicBezTo>
                      <a:pt x="21" y="87"/>
                      <a:pt x="12" y="86"/>
                      <a:pt x="7" y="90"/>
                    </a:cubicBezTo>
                    <a:cubicBezTo>
                      <a:pt x="1" y="95"/>
                      <a:pt x="0" y="103"/>
                      <a:pt x="5" y="109"/>
                    </a:cubicBezTo>
                    <a:cubicBezTo>
                      <a:pt x="17" y="124"/>
                      <a:pt x="36" y="134"/>
                      <a:pt x="57" y="134"/>
                    </a:cubicBezTo>
                    <a:close/>
                  </a:path>
                </a:pathLst>
              </a:custGeom>
              <a:solidFill>
                <a:schemeClr val="accent1"/>
              </a:soli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solidFill>
                    <a:schemeClr val="lt1"/>
                  </a:solidFill>
                </a:endParaRPr>
              </a:p>
            </p:txBody>
          </p:sp>
          <p:sp>
            <p:nvSpPr>
              <p:cNvPr id="51" name="Freeform 144" descr="e7d195523061f1c09e9d68d7cf438b91ef959ecb14fc25d26BBA7F7DBC18E55DFF4014AF651F0BF2569D4B6C1DA7F1A4683A481403BD872FC687266AD13265C1DE7C373772FD8728ABDD69ADD03BFF5BE2862BC891DBB79E53AA13E757B079DADEF7843F68EAC778BA749C5D362AD1FEF245DA045630D3D45D36D9C4269BF2E7D2A1BCC993FBECD78C91B5103F46DA3B"/>
              <p:cNvSpPr/>
              <p:nvPr/>
            </p:nvSpPr>
            <p:spPr bwMode="auto">
              <a:xfrm>
                <a:off x="4671" y="3147"/>
                <a:ext cx="1310" cy="1325"/>
              </a:xfrm>
              <a:custGeom>
                <a:avLst/>
                <a:gdLst>
                  <a:gd name="T0" fmla="*/ 129 w 262"/>
                  <a:gd name="T1" fmla="*/ 0 h 265"/>
                  <a:gd name="T2" fmla="*/ 129 w 262"/>
                  <a:gd name="T3" fmla="*/ 0 h 265"/>
                  <a:gd name="T4" fmla="*/ 2 w 262"/>
                  <a:gd name="T5" fmla="*/ 96 h 265"/>
                  <a:gd name="T6" fmla="*/ 11 w 262"/>
                  <a:gd name="T7" fmla="*/ 112 h 265"/>
                  <a:gd name="T8" fmla="*/ 14 w 262"/>
                  <a:gd name="T9" fmla="*/ 112 h 265"/>
                  <a:gd name="T10" fmla="*/ 27 w 262"/>
                  <a:gd name="T11" fmla="*/ 103 h 265"/>
                  <a:gd name="T12" fmla="*/ 129 w 262"/>
                  <a:gd name="T13" fmla="*/ 26 h 265"/>
                  <a:gd name="T14" fmla="*/ 129 w 262"/>
                  <a:gd name="T15" fmla="*/ 26 h 265"/>
                  <a:gd name="T16" fmla="*/ 129 w 262"/>
                  <a:gd name="T17" fmla="*/ 26 h 265"/>
                  <a:gd name="T18" fmla="*/ 204 w 262"/>
                  <a:gd name="T19" fmla="*/ 57 h 265"/>
                  <a:gd name="T20" fmla="*/ 236 w 262"/>
                  <a:gd name="T21" fmla="*/ 133 h 265"/>
                  <a:gd name="T22" fmla="*/ 205 w 262"/>
                  <a:gd name="T23" fmla="*/ 208 h 265"/>
                  <a:gd name="T24" fmla="*/ 129 w 262"/>
                  <a:gd name="T25" fmla="*/ 239 h 265"/>
                  <a:gd name="T26" fmla="*/ 129 w 262"/>
                  <a:gd name="T27" fmla="*/ 239 h 265"/>
                  <a:gd name="T28" fmla="*/ 27 w 262"/>
                  <a:gd name="T29" fmla="*/ 163 h 265"/>
                  <a:gd name="T30" fmla="*/ 14 w 262"/>
                  <a:gd name="T31" fmla="*/ 153 h 265"/>
                  <a:gd name="T32" fmla="*/ 11 w 262"/>
                  <a:gd name="T33" fmla="*/ 154 h 265"/>
                  <a:gd name="T34" fmla="*/ 2 w 262"/>
                  <a:gd name="T35" fmla="*/ 170 h 265"/>
                  <a:gd name="T36" fmla="*/ 129 w 262"/>
                  <a:gd name="T37" fmla="*/ 265 h 265"/>
                  <a:gd name="T38" fmla="*/ 262 w 262"/>
                  <a:gd name="T39" fmla="*/ 133 h 265"/>
                  <a:gd name="T40" fmla="*/ 129 w 262"/>
                  <a:gd name="T41" fmla="*/ 0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2" h="265">
                    <a:moveTo>
                      <a:pt x="129" y="0"/>
                    </a:moveTo>
                    <a:cubicBezTo>
                      <a:pt x="129" y="0"/>
                      <a:pt x="129" y="0"/>
                      <a:pt x="129" y="0"/>
                    </a:cubicBezTo>
                    <a:cubicBezTo>
                      <a:pt x="69" y="0"/>
                      <a:pt x="18" y="40"/>
                      <a:pt x="2" y="96"/>
                    </a:cubicBezTo>
                    <a:cubicBezTo>
                      <a:pt x="0" y="102"/>
                      <a:pt x="4" y="110"/>
                      <a:pt x="11" y="112"/>
                    </a:cubicBezTo>
                    <a:cubicBezTo>
                      <a:pt x="12" y="112"/>
                      <a:pt x="13" y="112"/>
                      <a:pt x="14" y="112"/>
                    </a:cubicBezTo>
                    <a:cubicBezTo>
                      <a:pt x="20" y="112"/>
                      <a:pt x="25" y="108"/>
                      <a:pt x="27" y="103"/>
                    </a:cubicBezTo>
                    <a:cubicBezTo>
                      <a:pt x="40" y="59"/>
                      <a:pt x="81" y="26"/>
                      <a:pt x="129" y="26"/>
                    </a:cubicBezTo>
                    <a:cubicBezTo>
                      <a:pt x="129" y="26"/>
                      <a:pt x="129" y="26"/>
                      <a:pt x="129" y="26"/>
                    </a:cubicBezTo>
                    <a:cubicBezTo>
                      <a:pt x="129" y="26"/>
                      <a:pt x="129" y="26"/>
                      <a:pt x="129" y="26"/>
                    </a:cubicBezTo>
                    <a:cubicBezTo>
                      <a:pt x="159" y="26"/>
                      <a:pt x="185" y="38"/>
                      <a:pt x="204" y="57"/>
                    </a:cubicBezTo>
                    <a:cubicBezTo>
                      <a:pt x="224" y="77"/>
                      <a:pt x="236" y="103"/>
                      <a:pt x="236" y="133"/>
                    </a:cubicBezTo>
                    <a:cubicBezTo>
                      <a:pt x="236" y="162"/>
                      <a:pt x="224" y="189"/>
                      <a:pt x="205" y="208"/>
                    </a:cubicBezTo>
                    <a:cubicBezTo>
                      <a:pt x="185" y="228"/>
                      <a:pt x="159" y="239"/>
                      <a:pt x="129" y="239"/>
                    </a:cubicBezTo>
                    <a:cubicBezTo>
                      <a:pt x="129" y="239"/>
                      <a:pt x="129" y="239"/>
                      <a:pt x="129" y="239"/>
                    </a:cubicBezTo>
                    <a:cubicBezTo>
                      <a:pt x="81" y="239"/>
                      <a:pt x="40" y="207"/>
                      <a:pt x="27" y="163"/>
                    </a:cubicBezTo>
                    <a:cubicBezTo>
                      <a:pt x="25" y="157"/>
                      <a:pt x="20" y="153"/>
                      <a:pt x="14" y="153"/>
                    </a:cubicBezTo>
                    <a:cubicBezTo>
                      <a:pt x="13" y="153"/>
                      <a:pt x="12" y="154"/>
                      <a:pt x="11" y="154"/>
                    </a:cubicBezTo>
                    <a:cubicBezTo>
                      <a:pt x="4" y="156"/>
                      <a:pt x="0" y="163"/>
                      <a:pt x="2" y="170"/>
                    </a:cubicBezTo>
                    <a:cubicBezTo>
                      <a:pt x="18" y="225"/>
                      <a:pt x="69" y="265"/>
                      <a:pt x="129" y="265"/>
                    </a:cubicBezTo>
                    <a:cubicBezTo>
                      <a:pt x="202" y="265"/>
                      <a:pt x="262" y="206"/>
                      <a:pt x="262" y="133"/>
                    </a:cubicBezTo>
                    <a:cubicBezTo>
                      <a:pt x="262" y="60"/>
                      <a:pt x="202" y="0"/>
                      <a:pt x="129" y="0"/>
                    </a:cubicBezTo>
                  </a:path>
                </a:pathLst>
              </a:custGeom>
              <a:solidFill>
                <a:schemeClr val="accent1"/>
              </a:soli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solidFill>
                    <a:schemeClr val="lt1"/>
                  </a:solidFill>
                </a:endParaRPr>
              </a:p>
            </p:txBody>
          </p:sp>
          <p:sp>
            <p:nvSpPr>
              <p:cNvPr id="52" name="Freeform 145" descr="e7d195523061f1c09e9d68d7cf438b91ef959ecb14fc25d26BBA7F7DBC18E55DFF4014AF651F0BF2569D4B6C1DA7F1A4683A481403BD872FC687266AD13265C1DE7C373772FD8728ABDD69ADD03BFF5BE2862BC891DBB79E53AA13E757B079DADEF7843F68EAC778BA749C5D362AD1FEF245DA045630D3D45D36D9C4269BF2E7D2A1BCC993FBECD78C91B5103F46DA3B"/>
              <p:cNvSpPr/>
              <p:nvPr/>
            </p:nvSpPr>
            <p:spPr bwMode="auto">
              <a:xfrm>
                <a:off x="4261" y="2747"/>
                <a:ext cx="2120" cy="2125"/>
              </a:xfrm>
              <a:custGeom>
                <a:avLst/>
                <a:gdLst>
                  <a:gd name="T0" fmla="*/ 211 w 424"/>
                  <a:gd name="T1" fmla="*/ 0 h 425"/>
                  <a:gd name="T2" fmla="*/ 211 w 424"/>
                  <a:gd name="T3" fmla="*/ 0 h 425"/>
                  <a:gd name="T4" fmla="*/ 2 w 424"/>
                  <a:gd name="T5" fmla="*/ 177 h 425"/>
                  <a:gd name="T6" fmla="*/ 12 w 424"/>
                  <a:gd name="T7" fmla="*/ 192 h 425"/>
                  <a:gd name="T8" fmla="*/ 14 w 424"/>
                  <a:gd name="T9" fmla="*/ 192 h 425"/>
                  <a:gd name="T10" fmla="*/ 27 w 424"/>
                  <a:gd name="T11" fmla="*/ 181 h 425"/>
                  <a:gd name="T12" fmla="*/ 211 w 424"/>
                  <a:gd name="T13" fmla="*/ 26 h 425"/>
                  <a:gd name="T14" fmla="*/ 211 w 424"/>
                  <a:gd name="T15" fmla="*/ 26 h 425"/>
                  <a:gd name="T16" fmla="*/ 343 w 424"/>
                  <a:gd name="T17" fmla="*/ 81 h 425"/>
                  <a:gd name="T18" fmla="*/ 398 w 424"/>
                  <a:gd name="T19" fmla="*/ 213 h 425"/>
                  <a:gd name="T20" fmla="*/ 343 w 424"/>
                  <a:gd name="T21" fmla="*/ 345 h 425"/>
                  <a:gd name="T22" fmla="*/ 211 w 424"/>
                  <a:gd name="T23" fmla="*/ 399 h 425"/>
                  <a:gd name="T24" fmla="*/ 211 w 424"/>
                  <a:gd name="T25" fmla="*/ 399 h 425"/>
                  <a:gd name="T26" fmla="*/ 27 w 424"/>
                  <a:gd name="T27" fmla="*/ 244 h 425"/>
                  <a:gd name="T28" fmla="*/ 14 w 424"/>
                  <a:gd name="T29" fmla="*/ 233 h 425"/>
                  <a:gd name="T30" fmla="*/ 12 w 424"/>
                  <a:gd name="T31" fmla="*/ 234 h 425"/>
                  <a:gd name="T32" fmla="*/ 2 w 424"/>
                  <a:gd name="T33" fmla="*/ 249 h 425"/>
                  <a:gd name="T34" fmla="*/ 211 w 424"/>
                  <a:gd name="T35" fmla="*/ 425 h 425"/>
                  <a:gd name="T36" fmla="*/ 424 w 424"/>
                  <a:gd name="T37" fmla="*/ 213 h 425"/>
                  <a:gd name="T38" fmla="*/ 211 w 424"/>
                  <a:gd name="T39" fmla="*/ 0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4" h="425">
                    <a:moveTo>
                      <a:pt x="211" y="0"/>
                    </a:moveTo>
                    <a:cubicBezTo>
                      <a:pt x="211" y="0"/>
                      <a:pt x="211" y="0"/>
                      <a:pt x="211" y="0"/>
                    </a:cubicBezTo>
                    <a:cubicBezTo>
                      <a:pt x="106" y="0"/>
                      <a:pt x="19" y="77"/>
                      <a:pt x="2" y="177"/>
                    </a:cubicBezTo>
                    <a:cubicBezTo>
                      <a:pt x="0" y="184"/>
                      <a:pt x="5" y="191"/>
                      <a:pt x="12" y="192"/>
                    </a:cubicBezTo>
                    <a:cubicBezTo>
                      <a:pt x="13" y="192"/>
                      <a:pt x="14" y="192"/>
                      <a:pt x="14" y="192"/>
                    </a:cubicBezTo>
                    <a:cubicBezTo>
                      <a:pt x="21" y="192"/>
                      <a:pt x="26" y="188"/>
                      <a:pt x="27" y="181"/>
                    </a:cubicBezTo>
                    <a:cubicBezTo>
                      <a:pt x="42" y="93"/>
                      <a:pt x="119" y="26"/>
                      <a:pt x="211" y="26"/>
                    </a:cubicBezTo>
                    <a:cubicBezTo>
                      <a:pt x="211" y="26"/>
                      <a:pt x="211" y="26"/>
                      <a:pt x="211" y="26"/>
                    </a:cubicBezTo>
                    <a:cubicBezTo>
                      <a:pt x="263" y="26"/>
                      <a:pt x="309" y="47"/>
                      <a:pt x="343" y="81"/>
                    </a:cubicBezTo>
                    <a:cubicBezTo>
                      <a:pt x="377" y="115"/>
                      <a:pt x="398" y="161"/>
                      <a:pt x="398" y="213"/>
                    </a:cubicBezTo>
                    <a:cubicBezTo>
                      <a:pt x="398" y="264"/>
                      <a:pt x="377" y="311"/>
                      <a:pt x="343" y="345"/>
                    </a:cubicBezTo>
                    <a:cubicBezTo>
                      <a:pt x="309" y="378"/>
                      <a:pt x="263" y="399"/>
                      <a:pt x="211" y="399"/>
                    </a:cubicBezTo>
                    <a:cubicBezTo>
                      <a:pt x="211" y="399"/>
                      <a:pt x="211" y="399"/>
                      <a:pt x="211" y="399"/>
                    </a:cubicBezTo>
                    <a:cubicBezTo>
                      <a:pt x="119" y="399"/>
                      <a:pt x="42" y="332"/>
                      <a:pt x="27" y="244"/>
                    </a:cubicBezTo>
                    <a:cubicBezTo>
                      <a:pt x="26" y="238"/>
                      <a:pt x="21" y="233"/>
                      <a:pt x="14" y="233"/>
                    </a:cubicBezTo>
                    <a:cubicBezTo>
                      <a:pt x="14" y="233"/>
                      <a:pt x="13" y="234"/>
                      <a:pt x="12" y="234"/>
                    </a:cubicBezTo>
                    <a:cubicBezTo>
                      <a:pt x="5" y="235"/>
                      <a:pt x="0" y="242"/>
                      <a:pt x="2" y="249"/>
                    </a:cubicBezTo>
                    <a:cubicBezTo>
                      <a:pt x="19" y="349"/>
                      <a:pt x="106" y="425"/>
                      <a:pt x="211" y="425"/>
                    </a:cubicBezTo>
                    <a:cubicBezTo>
                      <a:pt x="328" y="425"/>
                      <a:pt x="424" y="330"/>
                      <a:pt x="424" y="213"/>
                    </a:cubicBezTo>
                    <a:cubicBezTo>
                      <a:pt x="423" y="95"/>
                      <a:pt x="328" y="0"/>
                      <a:pt x="211" y="0"/>
                    </a:cubicBezTo>
                  </a:path>
                </a:pathLst>
              </a:custGeom>
              <a:solidFill>
                <a:schemeClr val="accent1"/>
              </a:soli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solidFill>
                    <a:schemeClr val="lt1"/>
                  </a:solidFill>
                </a:endParaRPr>
              </a:p>
            </p:txBody>
          </p:sp>
          <p:sp>
            <p:nvSpPr>
              <p:cNvPr id="53" name="Freeform 146" descr="e7d195523061f1c09e9d68d7cf438b91ef959ecb14fc25d26BBA7F7DBC18E55DFF4014AF651F0BF2569D4B6C1DA7F1A4683A481403BD872FC687266AD13265C1DE7C373772FD8728ABDD69ADD03BFF5BE2862BC891DBB79E53AA13E757B079DADEF7843F68EAC778BA749C5D362AD1FEF245DA045630D3D45D36D9C4269BF2E7D2A1BCC993FBECD78C91B5103F46DA3B"/>
              <p:cNvSpPr/>
              <p:nvPr/>
            </p:nvSpPr>
            <p:spPr bwMode="auto">
              <a:xfrm>
                <a:off x="3886" y="2372"/>
                <a:ext cx="2870" cy="2875"/>
              </a:xfrm>
              <a:custGeom>
                <a:avLst/>
                <a:gdLst>
                  <a:gd name="T0" fmla="*/ 574 w 574"/>
                  <a:gd name="T1" fmla="*/ 288 h 575"/>
                  <a:gd name="T2" fmla="*/ 286 w 574"/>
                  <a:gd name="T3" fmla="*/ 0 h 575"/>
                  <a:gd name="T4" fmla="*/ 1 w 574"/>
                  <a:gd name="T5" fmla="*/ 253 h 575"/>
                  <a:gd name="T6" fmla="*/ 12 w 574"/>
                  <a:gd name="T7" fmla="*/ 267 h 575"/>
                  <a:gd name="T8" fmla="*/ 26 w 574"/>
                  <a:gd name="T9" fmla="*/ 256 h 575"/>
                  <a:gd name="T10" fmla="*/ 286 w 574"/>
                  <a:gd name="T11" fmla="*/ 26 h 575"/>
                  <a:gd name="T12" fmla="*/ 471 w 574"/>
                  <a:gd name="T13" fmla="*/ 103 h 575"/>
                  <a:gd name="T14" fmla="*/ 548 w 574"/>
                  <a:gd name="T15" fmla="*/ 288 h 575"/>
                  <a:gd name="T16" fmla="*/ 471 w 574"/>
                  <a:gd name="T17" fmla="*/ 473 h 575"/>
                  <a:gd name="T18" fmla="*/ 286 w 574"/>
                  <a:gd name="T19" fmla="*/ 549 h 575"/>
                  <a:gd name="T20" fmla="*/ 27 w 574"/>
                  <a:gd name="T21" fmla="*/ 320 h 575"/>
                  <a:gd name="T22" fmla="*/ 12 w 574"/>
                  <a:gd name="T23" fmla="*/ 309 h 575"/>
                  <a:gd name="T24" fmla="*/ 1 w 574"/>
                  <a:gd name="T25" fmla="*/ 323 h 575"/>
                  <a:gd name="T26" fmla="*/ 286 w 574"/>
                  <a:gd name="T27" fmla="*/ 575 h 575"/>
                  <a:gd name="T28" fmla="*/ 574 w 574"/>
                  <a:gd name="T29" fmla="*/ 288 h 5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4" h="575">
                    <a:moveTo>
                      <a:pt x="574" y="288"/>
                    </a:moveTo>
                    <a:cubicBezTo>
                      <a:pt x="574" y="129"/>
                      <a:pt x="445" y="0"/>
                      <a:pt x="286" y="0"/>
                    </a:cubicBezTo>
                    <a:cubicBezTo>
                      <a:pt x="139" y="0"/>
                      <a:pt x="18" y="110"/>
                      <a:pt x="1" y="253"/>
                    </a:cubicBezTo>
                    <a:cubicBezTo>
                      <a:pt x="0" y="260"/>
                      <a:pt x="5" y="266"/>
                      <a:pt x="12" y="267"/>
                    </a:cubicBezTo>
                    <a:cubicBezTo>
                      <a:pt x="19" y="268"/>
                      <a:pt x="26" y="263"/>
                      <a:pt x="26" y="256"/>
                    </a:cubicBezTo>
                    <a:cubicBezTo>
                      <a:pt x="42" y="127"/>
                      <a:pt x="152" y="26"/>
                      <a:pt x="286" y="26"/>
                    </a:cubicBezTo>
                    <a:cubicBezTo>
                      <a:pt x="358" y="26"/>
                      <a:pt x="424" y="56"/>
                      <a:pt x="471" y="103"/>
                    </a:cubicBezTo>
                    <a:cubicBezTo>
                      <a:pt x="518" y="150"/>
                      <a:pt x="548" y="215"/>
                      <a:pt x="548" y="288"/>
                    </a:cubicBezTo>
                    <a:cubicBezTo>
                      <a:pt x="548" y="360"/>
                      <a:pt x="518" y="425"/>
                      <a:pt x="471" y="473"/>
                    </a:cubicBezTo>
                    <a:cubicBezTo>
                      <a:pt x="424" y="520"/>
                      <a:pt x="358" y="549"/>
                      <a:pt x="286" y="549"/>
                    </a:cubicBezTo>
                    <a:cubicBezTo>
                      <a:pt x="153" y="549"/>
                      <a:pt x="42" y="449"/>
                      <a:pt x="27" y="320"/>
                    </a:cubicBezTo>
                    <a:cubicBezTo>
                      <a:pt x="26" y="313"/>
                      <a:pt x="19" y="308"/>
                      <a:pt x="12" y="309"/>
                    </a:cubicBezTo>
                    <a:cubicBezTo>
                      <a:pt x="5" y="309"/>
                      <a:pt x="0" y="316"/>
                      <a:pt x="1" y="323"/>
                    </a:cubicBezTo>
                    <a:cubicBezTo>
                      <a:pt x="18" y="465"/>
                      <a:pt x="139" y="575"/>
                      <a:pt x="286" y="575"/>
                    </a:cubicBezTo>
                    <a:cubicBezTo>
                      <a:pt x="445" y="575"/>
                      <a:pt x="574" y="447"/>
                      <a:pt x="574" y="288"/>
                    </a:cubicBezTo>
                    <a:close/>
                  </a:path>
                </a:pathLst>
              </a:custGeom>
              <a:solidFill>
                <a:schemeClr val="accent1"/>
              </a:soli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grpSp>
        <p:grpSp>
          <p:nvGrpSpPr>
            <p:cNvPr id="45" name="Group 39" descr="e7d195523061f1c09e9d68d7cf438b91ef959ecb14fc25d26BBA7F7DBC18E55DFF4014AF651F0BF2569D4B6C1DA7F1A4683A481403BD872FC687266AD13265C1DE7C373772FD8728ABDD69ADD03BFF5BE2862BC891DBB79E53AA13E757B079DADEF7843F68EAC778BA749C5D362AD1FEF245DA045630D3D45D36D9C4269BF2E7D2A1BCC993FBECD78C91B5103F46DA3B"/>
            <p:cNvGrpSpPr/>
            <p:nvPr/>
          </p:nvGrpSpPr>
          <p:grpSpPr>
            <a:xfrm>
              <a:off x="4731" y="4857"/>
              <a:ext cx="1150" cy="2275"/>
              <a:chOff x="4206876" y="3641725"/>
              <a:chExt cx="730250" cy="1444625"/>
            </a:xfrm>
            <a:solidFill>
              <a:schemeClr val="accent1"/>
            </a:solidFill>
          </p:grpSpPr>
          <p:sp>
            <p:nvSpPr>
              <p:cNvPr id="46" name="Freeform 139"/>
              <p:cNvSpPr/>
              <p:nvPr/>
            </p:nvSpPr>
            <p:spPr bwMode="auto">
              <a:xfrm>
                <a:off x="4457701" y="3702050"/>
                <a:ext cx="228600" cy="222250"/>
              </a:xfrm>
              <a:custGeom>
                <a:avLst/>
                <a:gdLst>
                  <a:gd name="T0" fmla="*/ 61 w 72"/>
                  <a:gd name="T1" fmla="*/ 60 h 70"/>
                  <a:gd name="T2" fmla="*/ 60 w 72"/>
                  <a:gd name="T3" fmla="*/ 60 h 70"/>
                  <a:gd name="T4" fmla="*/ 52 w 72"/>
                  <a:gd name="T5" fmla="*/ 66 h 70"/>
                  <a:gd name="T6" fmla="*/ 36 w 72"/>
                  <a:gd name="T7" fmla="*/ 70 h 70"/>
                  <a:gd name="T8" fmla="*/ 20 w 72"/>
                  <a:gd name="T9" fmla="*/ 66 h 70"/>
                  <a:gd name="T10" fmla="*/ 20 w 72"/>
                  <a:gd name="T11" fmla="*/ 65 h 70"/>
                  <a:gd name="T12" fmla="*/ 13 w 72"/>
                  <a:gd name="T13" fmla="*/ 61 h 70"/>
                  <a:gd name="T14" fmla="*/ 12 w 72"/>
                  <a:gd name="T15" fmla="*/ 60 h 70"/>
                  <a:gd name="T16" fmla="*/ 8 w 72"/>
                  <a:gd name="T17" fmla="*/ 56 h 70"/>
                  <a:gd name="T18" fmla="*/ 7 w 72"/>
                  <a:gd name="T19" fmla="*/ 54 h 70"/>
                  <a:gd name="T20" fmla="*/ 1 w 72"/>
                  <a:gd name="T21" fmla="*/ 32 h 70"/>
                  <a:gd name="T22" fmla="*/ 3 w 72"/>
                  <a:gd name="T23" fmla="*/ 23 h 70"/>
                  <a:gd name="T24" fmla="*/ 4 w 72"/>
                  <a:gd name="T25" fmla="*/ 22 h 70"/>
                  <a:gd name="T26" fmla="*/ 4 w 72"/>
                  <a:gd name="T27" fmla="*/ 21 h 70"/>
                  <a:gd name="T28" fmla="*/ 5 w 72"/>
                  <a:gd name="T29" fmla="*/ 20 h 70"/>
                  <a:gd name="T30" fmla="*/ 5 w 72"/>
                  <a:gd name="T31" fmla="*/ 20 h 70"/>
                  <a:gd name="T32" fmla="*/ 7 w 72"/>
                  <a:gd name="T33" fmla="*/ 16 h 70"/>
                  <a:gd name="T34" fmla="*/ 8 w 72"/>
                  <a:gd name="T35" fmla="*/ 14 h 70"/>
                  <a:gd name="T36" fmla="*/ 9 w 72"/>
                  <a:gd name="T37" fmla="*/ 13 h 70"/>
                  <a:gd name="T38" fmla="*/ 12 w 72"/>
                  <a:gd name="T39" fmla="*/ 10 h 70"/>
                  <a:gd name="T40" fmla="*/ 13 w 72"/>
                  <a:gd name="T41" fmla="*/ 9 h 70"/>
                  <a:gd name="T42" fmla="*/ 14 w 72"/>
                  <a:gd name="T43" fmla="*/ 8 h 70"/>
                  <a:gd name="T44" fmla="*/ 14 w 72"/>
                  <a:gd name="T45" fmla="*/ 8 h 70"/>
                  <a:gd name="T46" fmla="*/ 15 w 72"/>
                  <a:gd name="T47" fmla="*/ 7 h 70"/>
                  <a:gd name="T48" fmla="*/ 15 w 72"/>
                  <a:gd name="T49" fmla="*/ 7 h 70"/>
                  <a:gd name="T50" fmla="*/ 36 w 72"/>
                  <a:gd name="T51" fmla="*/ 0 h 70"/>
                  <a:gd name="T52" fmla="*/ 42 w 72"/>
                  <a:gd name="T53" fmla="*/ 0 h 70"/>
                  <a:gd name="T54" fmla="*/ 42 w 72"/>
                  <a:gd name="T55" fmla="*/ 0 h 70"/>
                  <a:gd name="T56" fmla="*/ 53 w 72"/>
                  <a:gd name="T57" fmla="*/ 4 h 70"/>
                  <a:gd name="T58" fmla="*/ 54 w 72"/>
                  <a:gd name="T59" fmla="*/ 5 h 70"/>
                  <a:gd name="T60" fmla="*/ 55 w 72"/>
                  <a:gd name="T61" fmla="*/ 6 h 70"/>
                  <a:gd name="T62" fmla="*/ 71 w 72"/>
                  <a:gd name="T63" fmla="*/ 32 h 70"/>
                  <a:gd name="T64" fmla="*/ 71 w 72"/>
                  <a:gd name="T65" fmla="*/ 33 h 70"/>
                  <a:gd name="T66" fmla="*/ 61 w 72"/>
                  <a:gd name="T67" fmla="*/ 6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2" h="70">
                    <a:moveTo>
                      <a:pt x="61" y="60"/>
                    </a:moveTo>
                    <a:cubicBezTo>
                      <a:pt x="60" y="60"/>
                      <a:pt x="60" y="60"/>
                      <a:pt x="60" y="60"/>
                    </a:cubicBezTo>
                    <a:cubicBezTo>
                      <a:pt x="58" y="63"/>
                      <a:pt x="55" y="64"/>
                      <a:pt x="52" y="66"/>
                    </a:cubicBezTo>
                    <a:cubicBezTo>
                      <a:pt x="48" y="68"/>
                      <a:pt x="42" y="70"/>
                      <a:pt x="36" y="70"/>
                    </a:cubicBezTo>
                    <a:cubicBezTo>
                      <a:pt x="30" y="70"/>
                      <a:pt x="25" y="68"/>
                      <a:pt x="20" y="66"/>
                    </a:cubicBezTo>
                    <a:cubicBezTo>
                      <a:pt x="20" y="65"/>
                      <a:pt x="20" y="65"/>
                      <a:pt x="20" y="65"/>
                    </a:cubicBezTo>
                    <a:cubicBezTo>
                      <a:pt x="17" y="64"/>
                      <a:pt x="15" y="63"/>
                      <a:pt x="13" y="61"/>
                    </a:cubicBezTo>
                    <a:cubicBezTo>
                      <a:pt x="12" y="60"/>
                      <a:pt x="12" y="60"/>
                      <a:pt x="12" y="60"/>
                    </a:cubicBezTo>
                    <a:cubicBezTo>
                      <a:pt x="10" y="59"/>
                      <a:pt x="9" y="57"/>
                      <a:pt x="8" y="56"/>
                    </a:cubicBezTo>
                    <a:cubicBezTo>
                      <a:pt x="8" y="55"/>
                      <a:pt x="7" y="55"/>
                      <a:pt x="7" y="54"/>
                    </a:cubicBezTo>
                    <a:cubicBezTo>
                      <a:pt x="2" y="47"/>
                      <a:pt x="0" y="39"/>
                      <a:pt x="1" y="32"/>
                    </a:cubicBezTo>
                    <a:cubicBezTo>
                      <a:pt x="1" y="29"/>
                      <a:pt x="2" y="26"/>
                      <a:pt x="3" y="23"/>
                    </a:cubicBezTo>
                    <a:cubicBezTo>
                      <a:pt x="4" y="22"/>
                      <a:pt x="4" y="22"/>
                      <a:pt x="4" y="22"/>
                    </a:cubicBezTo>
                    <a:cubicBezTo>
                      <a:pt x="4" y="22"/>
                      <a:pt x="4" y="21"/>
                      <a:pt x="4" y="21"/>
                    </a:cubicBezTo>
                    <a:cubicBezTo>
                      <a:pt x="5" y="20"/>
                      <a:pt x="5" y="20"/>
                      <a:pt x="5" y="20"/>
                    </a:cubicBezTo>
                    <a:cubicBezTo>
                      <a:pt x="5" y="20"/>
                      <a:pt x="5" y="20"/>
                      <a:pt x="5" y="20"/>
                    </a:cubicBezTo>
                    <a:cubicBezTo>
                      <a:pt x="5" y="18"/>
                      <a:pt x="6" y="17"/>
                      <a:pt x="7" y="16"/>
                    </a:cubicBezTo>
                    <a:cubicBezTo>
                      <a:pt x="7" y="15"/>
                      <a:pt x="8" y="15"/>
                      <a:pt x="8" y="14"/>
                    </a:cubicBezTo>
                    <a:cubicBezTo>
                      <a:pt x="8" y="14"/>
                      <a:pt x="9" y="13"/>
                      <a:pt x="9" y="13"/>
                    </a:cubicBezTo>
                    <a:cubicBezTo>
                      <a:pt x="10" y="12"/>
                      <a:pt x="11" y="11"/>
                      <a:pt x="12" y="10"/>
                    </a:cubicBezTo>
                    <a:cubicBezTo>
                      <a:pt x="12" y="10"/>
                      <a:pt x="12" y="9"/>
                      <a:pt x="13" y="9"/>
                    </a:cubicBezTo>
                    <a:cubicBezTo>
                      <a:pt x="13" y="9"/>
                      <a:pt x="14" y="8"/>
                      <a:pt x="14" y="8"/>
                    </a:cubicBezTo>
                    <a:cubicBezTo>
                      <a:pt x="14" y="8"/>
                      <a:pt x="14" y="8"/>
                      <a:pt x="14" y="8"/>
                    </a:cubicBezTo>
                    <a:cubicBezTo>
                      <a:pt x="15" y="7"/>
                      <a:pt x="15" y="7"/>
                      <a:pt x="15" y="7"/>
                    </a:cubicBezTo>
                    <a:cubicBezTo>
                      <a:pt x="15" y="7"/>
                      <a:pt x="15" y="7"/>
                      <a:pt x="15" y="7"/>
                    </a:cubicBezTo>
                    <a:cubicBezTo>
                      <a:pt x="21" y="2"/>
                      <a:pt x="28" y="0"/>
                      <a:pt x="36" y="0"/>
                    </a:cubicBezTo>
                    <a:cubicBezTo>
                      <a:pt x="38" y="0"/>
                      <a:pt x="40" y="0"/>
                      <a:pt x="42" y="0"/>
                    </a:cubicBezTo>
                    <a:cubicBezTo>
                      <a:pt x="42" y="0"/>
                      <a:pt x="42" y="0"/>
                      <a:pt x="42" y="0"/>
                    </a:cubicBezTo>
                    <a:cubicBezTo>
                      <a:pt x="46" y="1"/>
                      <a:pt x="49" y="2"/>
                      <a:pt x="53" y="4"/>
                    </a:cubicBezTo>
                    <a:cubicBezTo>
                      <a:pt x="53" y="4"/>
                      <a:pt x="54" y="5"/>
                      <a:pt x="54" y="5"/>
                    </a:cubicBezTo>
                    <a:cubicBezTo>
                      <a:pt x="55" y="6"/>
                      <a:pt x="55" y="6"/>
                      <a:pt x="55" y="6"/>
                    </a:cubicBezTo>
                    <a:cubicBezTo>
                      <a:pt x="64" y="11"/>
                      <a:pt x="70" y="21"/>
                      <a:pt x="71" y="32"/>
                    </a:cubicBezTo>
                    <a:cubicBezTo>
                      <a:pt x="71" y="33"/>
                      <a:pt x="71" y="33"/>
                      <a:pt x="71" y="33"/>
                    </a:cubicBezTo>
                    <a:cubicBezTo>
                      <a:pt x="72" y="42"/>
                      <a:pt x="69" y="52"/>
                      <a:pt x="61" y="60"/>
                    </a:cubicBezTo>
                    <a:close/>
                  </a:path>
                </a:pathLst>
              </a:custGeom>
              <a:grp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solidFill>
                    <a:schemeClr val="lt1"/>
                  </a:solidFill>
                </a:endParaRPr>
              </a:p>
            </p:txBody>
          </p:sp>
          <p:sp>
            <p:nvSpPr>
              <p:cNvPr id="47" name="Freeform 140"/>
              <p:cNvSpPr/>
              <p:nvPr/>
            </p:nvSpPr>
            <p:spPr bwMode="auto">
              <a:xfrm>
                <a:off x="4206876" y="3641725"/>
                <a:ext cx="730250" cy="1444625"/>
              </a:xfrm>
              <a:custGeom>
                <a:avLst/>
                <a:gdLst>
                  <a:gd name="T0" fmla="*/ 163 w 230"/>
                  <a:gd name="T1" fmla="*/ 145 h 455"/>
                  <a:gd name="T2" fmla="*/ 163 w 230"/>
                  <a:gd name="T3" fmla="*/ 152 h 455"/>
                  <a:gd name="T4" fmla="*/ 163 w 230"/>
                  <a:gd name="T5" fmla="*/ 426 h 455"/>
                  <a:gd name="T6" fmla="*/ 123 w 230"/>
                  <a:gd name="T7" fmla="*/ 425 h 455"/>
                  <a:gd name="T8" fmla="*/ 123 w 230"/>
                  <a:gd name="T9" fmla="*/ 264 h 455"/>
                  <a:gd name="T10" fmla="*/ 107 w 230"/>
                  <a:gd name="T11" fmla="*/ 264 h 455"/>
                  <a:gd name="T12" fmla="*/ 107 w 230"/>
                  <a:gd name="T13" fmla="*/ 426 h 455"/>
                  <a:gd name="T14" fmla="*/ 67 w 230"/>
                  <a:gd name="T15" fmla="*/ 426 h 455"/>
                  <a:gd name="T16" fmla="*/ 67 w 230"/>
                  <a:gd name="T17" fmla="*/ 426 h 455"/>
                  <a:gd name="T18" fmla="*/ 67 w 230"/>
                  <a:gd name="T19" fmla="*/ 426 h 455"/>
                  <a:gd name="T20" fmla="*/ 67 w 230"/>
                  <a:gd name="T21" fmla="*/ 426 h 455"/>
                  <a:gd name="T22" fmla="*/ 67 w 230"/>
                  <a:gd name="T23" fmla="*/ 299 h 455"/>
                  <a:gd name="T24" fmla="*/ 67 w 230"/>
                  <a:gd name="T25" fmla="*/ 263 h 455"/>
                  <a:gd name="T26" fmla="*/ 67 w 230"/>
                  <a:gd name="T27" fmla="*/ 145 h 455"/>
                  <a:gd name="T28" fmla="*/ 4 w 230"/>
                  <a:gd name="T29" fmla="*/ 22 h 455"/>
                  <a:gd name="T30" fmla="*/ 19 w 230"/>
                  <a:gd name="T31" fmla="*/ 2 h 455"/>
                  <a:gd name="T32" fmla="*/ 32 w 230"/>
                  <a:gd name="T33" fmla="*/ 17 h 455"/>
                  <a:gd name="T34" fmla="*/ 73 w 230"/>
                  <a:gd name="T35" fmla="*/ 96 h 455"/>
                  <a:gd name="T36" fmla="*/ 82 w 230"/>
                  <a:gd name="T37" fmla="*/ 96 h 455"/>
                  <a:gd name="T38" fmla="*/ 148 w 230"/>
                  <a:gd name="T39" fmla="*/ 96 h 455"/>
                  <a:gd name="T40" fmla="*/ 157 w 230"/>
                  <a:gd name="T41" fmla="*/ 96 h 455"/>
                  <a:gd name="T42" fmla="*/ 198 w 230"/>
                  <a:gd name="T43" fmla="*/ 17 h 455"/>
                  <a:gd name="T44" fmla="*/ 211 w 230"/>
                  <a:gd name="T45" fmla="*/ 2 h 455"/>
                  <a:gd name="T46" fmla="*/ 226 w 230"/>
                  <a:gd name="T47" fmla="*/ 22 h 455"/>
                  <a:gd name="T48" fmla="*/ 163 w 230"/>
                  <a:gd name="T49" fmla="*/ 145 h 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0" h="455">
                    <a:moveTo>
                      <a:pt x="163" y="145"/>
                    </a:moveTo>
                    <a:cubicBezTo>
                      <a:pt x="163" y="152"/>
                      <a:pt x="163" y="152"/>
                      <a:pt x="163" y="152"/>
                    </a:cubicBezTo>
                    <a:cubicBezTo>
                      <a:pt x="163" y="243"/>
                      <a:pt x="163" y="336"/>
                      <a:pt x="163" y="426"/>
                    </a:cubicBezTo>
                    <a:cubicBezTo>
                      <a:pt x="163" y="454"/>
                      <a:pt x="123" y="455"/>
                      <a:pt x="123" y="425"/>
                    </a:cubicBezTo>
                    <a:cubicBezTo>
                      <a:pt x="123" y="264"/>
                      <a:pt x="123" y="264"/>
                      <a:pt x="123" y="264"/>
                    </a:cubicBezTo>
                    <a:cubicBezTo>
                      <a:pt x="107" y="264"/>
                      <a:pt x="107" y="264"/>
                      <a:pt x="107" y="264"/>
                    </a:cubicBezTo>
                    <a:cubicBezTo>
                      <a:pt x="107" y="318"/>
                      <a:pt x="107" y="373"/>
                      <a:pt x="107" y="426"/>
                    </a:cubicBezTo>
                    <a:cubicBezTo>
                      <a:pt x="107" y="454"/>
                      <a:pt x="68" y="455"/>
                      <a:pt x="67" y="426"/>
                    </a:cubicBezTo>
                    <a:cubicBezTo>
                      <a:pt x="67" y="426"/>
                      <a:pt x="67" y="426"/>
                      <a:pt x="67" y="426"/>
                    </a:cubicBezTo>
                    <a:cubicBezTo>
                      <a:pt x="67" y="426"/>
                      <a:pt x="67" y="426"/>
                      <a:pt x="67" y="426"/>
                    </a:cubicBezTo>
                    <a:cubicBezTo>
                      <a:pt x="67" y="426"/>
                      <a:pt x="67" y="426"/>
                      <a:pt x="67" y="426"/>
                    </a:cubicBezTo>
                    <a:cubicBezTo>
                      <a:pt x="67" y="426"/>
                      <a:pt x="67" y="366"/>
                      <a:pt x="67" y="299"/>
                    </a:cubicBezTo>
                    <a:cubicBezTo>
                      <a:pt x="67" y="299"/>
                      <a:pt x="67" y="290"/>
                      <a:pt x="67" y="263"/>
                    </a:cubicBezTo>
                    <a:cubicBezTo>
                      <a:pt x="67" y="145"/>
                      <a:pt x="67" y="145"/>
                      <a:pt x="67" y="145"/>
                    </a:cubicBezTo>
                    <a:cubicBezTo>
                      <a:pt x="4" y="22"/>
                      <a:pt x="4" y="22"/>
                      <a:pt x="4" y="22"/>
                    </a:cubicBezTo>
                    <a:cubicBezTo>
                      <a:pt x="0" y="11"/>
                      <a:pt x="7" y="0"/>
                      <a:pt x="19" y="2"/>
                    </a:cubicBezTo>
                    <a:cubicBezTo>
                      <a:pt x="27" y="4"/>
                      <a:pt x="29" y="11"/>
                      <a:pt x="32" y="17"/>
                    </a:cubicBezTo>
                    <a:cubicBezTo>
                      <a:pt x="36" y="23"/>
                      <a:pt x="58" y="67"/>
                      <a:pt x="73" y="96"/>
                    </a:cubicBezTo>
                    <a:cubicBezTo>
                      <a:pt x="75" y="96"/>
                      <a:pt x="79" y="96"/>
                      <a:pt x="82" y="96"/>
                    </a:cubicBezTo>
                    <a:cubicBezTo>
                      <a:pt x="148" y="96"/>
                      <a:pt x="148" y="96"/>
                      <a:pt x="148" y="96"/>
                    </a:cubicBezTo>
                    <a:cubicBezTo>
                      <a:pt x="151" y="96"/>
                      <a:pt x="154" y="96"/>
                      <a:pt x="157" y="96"/>
                    </a:cubicBezTo>
                    <a:cubicBezTo>
                      <a:pt x="172" y="67"/>
                      <a:pt x="194" y="23"/>
                      <a:pt x="198" y="17"/>
                    </a:cubicBezTo>
                    <a:cubicBezTo>
                      <a:pt x="201" y="11"/>
                      <a:pt x="203" y="4"/>
                      <a:pt x="211" y="2"/>
                    </a:cubicBezTo>
                    <a:cubicBezTo>
                      <a:pt x="223" y="0"/>
                      <a:pt x="230" y="11"/>
                      <a:pt x="226" y="22"/>
                    </a:cubicBezTo>
                    <a:lnTo>
                      <a:pt x="163" y="145"/>
                    </a:lnTo>
                    <a:close/>
                  </a:path>
                </a:pathLst>
              </a:custGeom>
              <a:grp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solidFill>
                    <a:schemeClr val="lt1"/>
                  </a:solidFill>
                </a:endParaRPr>
              </a:p>
            </p:txBody>
          </p:sp>
        </p:grpSp>
      </p:grpSp>
      <p:sp>
        <p:nvSpPr>
          <p:cNvPr id="8" name="矩形 7"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398780" y="126365"/>
            <a:ext cx="3043555" cy="497840"/>
          </a:xfrm>
          <a:prstGeom prst="rect">
            <a:avLst/>
          </a:prstGeom>
          <a:noFill/>
        </p:spPr>
        <p:txBody>
          <a:bodyPr wrap="none">
            <a:noAutofit/>
          </a:bodyPr>
          <a:p>
            <a:pPr algn="ctr">
              <a:defRPr/>
            </a:pPr>
            <a:r>
              <a:rPr lang="zh-CN" altLang="en-US" sz="2400" b="1" kern="100">
                <a:solidFill>
                  <a:srgbClr val="304371"/>
                </a:solidFill>
                <a:latin typeface="微软雅黑" panose="020B0503020204020204" pitchFamily="34" charset="-122"/>
                <a:ea typeface="微软雅黑" panose="020B0503020204020204" pitchFamily="34" charset="-122"/>
                <a:cs typeface="Times New Roman" panose="02020603050405020304" pitchFamily="18" charset="0"/>
              </a:rPr>
              <a:t>四，</a:t>
            </a:r>
            <a:r>
              <a:rPr lang="en-US" altLang="zh-CN" sz="2400" b="1">
                <a:solidFill>
                  <a:schemeClr val="accent1"/>
                </a:solidFill>
                <a:latin typeface="+mj-ea"/>
                <a:ea typeface="+mj-ea"/>
                <a:sym typeface="+mn-ea"/>
              </a:rPr>
              <a:t>Z3</a:t>
            </a:r>
            <a:r>
              <a:rPr lang="zh-CN" altLang="en-US" sz="2400" b="1" dirty="0">
                <a:solidFill>
                  <a:srgbClr val="304371"/>
                </a:solidFill>
                <a:latin typeface="+mj-ea"/>
                <a:ea typeface="+mj-ea"/>
                <a:sym typeface="+mn-ea"/>
              </a:rPr>
              <a:t>在其他领域</a:t>
            </a:r>
            <a:r>
              <a:rPr lang="zh-CN" altLang="en-US" sz="2400" b="1">
                <a:solidFill>
                  <a:schemeClr val="accent1"/>
                </a:solidFill>
                <a:latin typeface="+mj-ea"/>
                <a:ea typeface="+mj-ea"/>
                <a:sym typeface="+mn-ea"/>
              </a:rPr>
              <a:t>应用</a:t>
            </a:r>
            <a:endParaRPr lang="zh-CN" altLang="en-US" sz="2400" b="1">
              <a:solidFill>
                <a:schemeClr val="accent1"/>
              </a:solidFill>
              <a:latin typeface="+mj-ea"/>
              <a:ea typeface="+mj-ea"/>
            </a:endParaRPr>
          </a:p>
          <a:p>
            <a:pPr algn="ctr">
              <a:defRPr/>
            </a:pPr>
            <a:endParaRPr lang="zh-CN" altLang="en-US" sz="2400" b="1">
              <a:solidFill>
                <a:schemeClr val="accent1"/>
              </a:solidFill>
              <a:latin typeface="+mj-ea"/>
              <a:ea typeface="+mj-ea"/>
            </a:endParaRPr>
          </a:p>
          <a:p>
            <a:pPr algn="ctr">
              <a:defRPr/>
            </a:pPr>
            <a:endParaRPr lang="zh-CN" altLang="en-US" sz="2400" b="1" kern="100">
              <a:solidFill>
                <a:srgbClr val="30437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文本框 3"/>
          <p:cNvSpPr txBox="1"/>
          <p:nvPr/>
        </p:nvSpPr>
        <p:spPr>
          <a:xfrm>
            <a:off x="3340100" y="503555"/>
            <a:ext cx="5134610" cy="4385310"/>
          </a:xfrm>
          <a:prstGeom prst="rect">
            <a:avLst/>
          </a:prstGeom>
          <a:noFill/>
        </p:spPr>
        <p:txBody>
          <a:bodyPr wrap="square" rtlCol="0" anchor="t">
            <a:noAutofit/>
          </a:bodyPr>
          <a:p>
            <a:r>
              <a:rPr lang="zh-CN" altLang="en-US" sz="1200" b="1">
                <a:solidFill>
                  <a:srgbClr val="0070C0"/>
                </a:solidFill>
                <a:latin typeface="+mj-ea"/>
                <a:ea typeface="+mj-ea"/>
                <a:cs typeface="+mj-ea"/>
              </a:rPr>
              <a:t>Z3 作为微软研究院开发的高效 SMT (可满足性模理论) 求解器，已从单纯的形式验证工具扩展为横跨多个技术领域的通用推理引擎。除已详述的程序验证、软件安全、硬件验证等核心应用外，Z3 在以下领域也发挥着关键作用：</a:t>
            </a:r>
            <a:endParaRPr lang="zh-CN" altLang="en-US" sz="1200" b="1">
              <a:solidFill>
                <a:srgbClr val="0070C0"/>
              </a:solidFill>
              <a:latin typeface="+mj-ea"/>
              <a:ea typeface="+mj-ea"/>
              <a:cs typeface="+mj-ea"/>
            </a:endParaRPr>
          </a:p>
          <a:p>
            <a:r>
              <a:rPr lang="zh-CN" altLang="en-US" sz="900" b="1">
                <a:solidFill>
                  <a:srgbClr val="0070C0"/>
                </a:solidFill>
              </a:rPr>
              <a:t>5. 生物信息学与计算生物学</a:t>
            </a:r>
            <a:endParaRPr lang="zh-CN" altLang="en-US" sz="900" b="1">
              <a:solidFill>
                <a:srgbClr val="0070C0"/>
              </a:solidFill>
            </a:endParaRPr>
          </a:p>
          <a:p>
            <a:r>
              <a:rPr lang="en-US" altLang="zh-CN" sz="900" b="1">
                <a:solidFill>
                  <a:schemeClr val="tx1"/>
                </a:solidFill>
              </a:rPr>
              <a:t>5.1</a:t>
            </a:r>
            <a:r>
              <a:rPr lang="zh-CN" altLang="en-US" sz="900" b="1">
                <a:solidFill>
                  <a:schemeClr val="tx1"/>
                </a:solidFill>
              </a:rPr>
              <a:t>基因分析：</a:t>
            </a:r>
            <a:endParaRPr lang="zh-CN" altLang="en-US" sz="900" b="1">
              <a:solidFill>
                <a:schemeClr val="tx1"/>
              </a:solidFill>
            </a:endParaRPr>
          </a:p>
          <a:p>
            <a:r>
              <a:rPr lang="zh-CN" altLang="en-US" sz="900" b="1">
                <a:solidFill>
                  <a:schemeClr val="tx1"/>
                </a:solidFill>
              </a:rPr>
              <a:t>Z3-4Biology 项目利用 SMT 求解器分析生物系统的复杂动态，通过符号推理解决生物建模挑战</a:t>
            </a:r>
            <a:r>
              <a:rPr lang="en-US" altLang="zh-CN" sz="900" b="1">
                <a:solidFill>
                  <a:schemeClr val="tx1"/>
                </a:solidFill>
              </a:rPr>
              <a:t>,</a:t>
            </a:r>
            <a:r>
              <a:rPr lang="zh-CN" altLang="en-US" sz="900" b="1">
                <a:solidFill>
                  <a:schemeClr val="tx1"/>
                </a:solidFill>
              </a:rPr>
              <a:t>基因调控网络建模与验证，分析基因表达的布尔逻辑关系</a:t>
            </a:r>
            <a:r>
              <a:rPr lang="en-US" altLang="zh-CN" sz="900" b="1">
                <a:solidFill>
                  <a:schemeClr val="tx1"/>
                </a:solidFill>
              </a:rPr>
              <a:t>,</a:t>
            </a:r>
            <a:r>
              <a:rPr lang="zh-CN" altLang="en-US" sz="900" b="1">
                <a:solidFill>
                  <a:schemeClr val="tx1"/>
                </a:solidFill>
              </a:rPr>
              <a:t>蛋白质结构预测与功能分析，验证分子对接的几何约束</a:t>
            </a:r>
            <a:endParaRPr lang="zh-CN" altLang="en-US" sz="900" b="1">
              <a:solidFill>
                <a:schemeClr val="tx1"/>
              </a:solidFill>
            </a:endParaRPr>
          </a:p>
          <a:p>
            <a:r>
              <a:rPr lang="en-US" altLang="zh-CN" sz="900" b="1">
                <a:solidFill>
                  <a:schemeClr val="tx1"/>
                </a:solidFill>
              </a:rPr>
              <a:t>5.2</a:t>
            </a:r>
            <a:r>
              <a:rPr lang="zh-CN" altLang="en-US" sz="900" b="1">
                <a:solidFill>
                  <a:schemeClr val="tx1"/>
                </a:solidFill>
              </a:rPr>
              <a:t>生物系统模拟：</a:t>
            </a:r>
            <a:endParaRPr lang="zh-CN" altLang="en-US" sz="900" b="1">
              <a:solidFill>
                <a:schemeClr val="tx1"/>
              </a:solidFill>
            </a:endParaRPr>
          </a:p>
          <a:p>
            <a:r>
              <a:rPr lang="zh-CN" altLang="en-US" sz="900" b="1">
                <a:solidFill>
                  <a:schemeClr val="tx1"/>
                </a:solidFill>
              </a:rPr>
              <a:t>建模细胞信号通路，验证分子相互作用网络的动态行为</a:t>
            </a:r>
            <a:r>
              <a:rPr lang="en-US" altLang="zh-CN" sz="900" b="1">
                <a:solidFill>
                  <a:schemeClr val="tx1"/>
                </a:solidFill>
              </a:rPr>
              <a:t>,</a:t>
            </a:r>
            <a:r>
              <a:rPr lang="zh-CN" altLang="en-US" sz="900" b="1">
                <a:solidFill>
                  <a:schemeClr val="tx1"/>
                </a:solidFill>
              </a:rPr>
              <a:t>分析代谢网络中的物质转化关系，求解最优营养供给方案。</a:t>
            </a:r>
            <a:endParaRPr lang="zh-CN" altLang="en-US" sz="900" b="1">
              <a:solidFill>
                <a:schemeClr val="tx1"/>
              </a:solidFill>
            </a:endParaRPr>
          </a:p>
          <a:p>
            <a:r>
              <a:rPr lang="zh-CN" altLang="en-US" sz="900" b="1">
                <a:solidFill>
                  <a:srgbClr val="0070C0"/>
                </a:solidFill>
              </a:rPr>
              <a:t>6. 物联网 (IoT) 与嵌入式系统</a:t>
            </a:r>
            <a:endParaRPr lang="zh-CN" altLang="en-US" sz="900" b="1">
              <a:solidFill>
                <a:srgbClr val="0070C0"/>
              </a:solidFill>
            </a:endParaRPr>
          </a:p>
          <a:p>
            <a:r>
              <a:rPr lang="en-US" altLang="zh-CN" sz="900" b="1">
                <a:solidFill>
                  <a:schemeClr val="tx1"/>
                </a:solidFill>
              </a:rPr>
              <a:t>6.1</a:t>
            </a:r>
            <a:r>
              <a:rPr lang="zh-CN" altLang="en-US" sz="900" b="1">
                <a:solidFill>
                  <a:schemeClr val="tx1"/>
                </a:solidFill>
              </a:rPr>
              <a:t>设备安全验证：</a:t>
            </a:r>
            <a:endParaRPr lang="zh-CN" altLang="en-US" sz="900" b="1">
              <a:solidFill>
                <a:schemeClr val="tx1"/>
              </a:solidFill>
            </a:endParaRPr>
          </a:p>
          <a:p>
            <a:r>
              <a:rPr lang="zh-CN" altLang="en-US" sz="900" b="1">
                <a:solidFill>
                  <a:schemeClr val="tx1"/>
                </a:solidFill>
              </a:rPr>
              <a:t>验证 IoT 设备固件的完整性，检测后门和漏洞</a:t>
            </a:r>
            <a:r>
              <a:rPr lang="en-US" altLang="zh-CN" sz="900" b="1">
                <a:solidFill>
                  <a:schemeClr val="tx1"/>
                </a:solidFill>
              </a:rPr>
              <a:t>,</a:t>
            </a:r>
            <a:r>
              <a:rPr lang="zh-CN" altLang="en-US" sz="900" b="1">
                <a:solidFill>
                  <a:schemeClr val="tx1"/>
                </a:solidFill>
              </a:rPr>
              <a:t>形式化验证嵌入式实时操作系统内核，如 FreeRTOS</a:t>
            </a:r>
            <a:r>
              <a:rPr lang="en-US" altLang="zh-CN" sz="900" b="1">
                <a:solidFill>
                  <a:schemeClr val="tx1"/>
                </a:solidFill>
              </a:rPr>
              <a:t>,</a:t>
            </a:r>
            <a:r>
              <a:rPr lang="zh-CN" altLang="en-US" sz="900" b="1">
                <a:solidFill>
                  <a:schemeClr val="tx1"/>
                </a:solidFill>
              </a:rPr>
              <a:t>确保智能家居设备的通信协议安全性，如 Z-Wave 认证。</a:t>
            </a:r>
            <a:endParaRPr lang="zh-CN" altLang="en-US" sz="900" b="1">
              <a:solidFill>
                <a:schemeClr val="tx1"/>
              </a:solidFill>
            </a:endParaRPr>
          </a:p>
          <a:p>
            <a:r>
              <a:rPr lang="en-US" altLang="zh-CN" sz="900" b="1">
                <a:solidFill>
                  <a:schemeClr val="tx1"/>
                </a:solidFill>
              </a:rPr>
              <a:t>6.2</a:t>
            </a:r>
            <a:r>
              <a:rPr lang="zh-CN" altLang="en-US" sz="900" b="1">
                <a:solidFill>
                  <a:schemeClr val="tx1"/>
                </a:solidFill>
              </a:rPr>
              <a:t>资源受限系统优化：</a:t>
            </a:r>
            <a:endParaRPr lang="zh-CN" altLang="en-US" sz="900" b="1">
              <a:solidFill>
                <a:schemeClr val="tx1"/>
              </a:solidFill>
            </a:endParaRPr>
          </a:p>
          <a:p>
            <a:r>
              <a:rPr lang="zh-CN" altLang="en-US" sz="900" b="1">
                <a:solidFill>
                  <a:schemeClr val="tx1"/>
                </a:solidFill>
              </a:rPr>
              <a:t>为低功耗设备生成最优代码，满足计算资源和能耗约束，验证物联网设备的身份认证和访问控制机制</a:t>
            </a:r>
            <a:endParaRPr lang="zh-CN" altLang="en-US" sz="900" b="1">
              <a:solidFill>
                <a:schemeClr val="tx1"/>
              </a:solidFill>
            </a:endParaRPr>
          </a:p>
          <a:p>
            <a:r>
              <a:rPr lang="zh-CN" altLang="en-US" sz="900" b="1">
                <a:solidFill>
                  <a:srgbClr val="0070C0"/>
                </a:solidFill>
              </a:rPr>
              <a:t>7. 数学定理证明与形式化方法</a:t>
            </a:r>
            <a:endParaRPr lang="zh-CN" altLang="en-US" sz="900" b="1">
              <a:solidFill>
                <a:srgbClr val="0070C0"/>
              </a:solidFill>
            </a:endParaRPr>
          </a:p>
          <a:p>
            <a:r>
              <a:rPr lang="en-US" altLang="zh-CN" sz="900" b="1">
                <a:solidFill>
                  <a:schemeClr val="tx1"/>
                </a:solidFill>
              </a:rPr>
              <a:t>7.1</a:t>
            </a:r>
            <a:r>
              <a:rPr lang="zh-CN" altLang="en-US" sz="900" b="1">
                <a:solidFill>
                  <a:schemeClr val="tx1"/>
                </a:solidFill>
              </a:rPr>
              <a:t>自动定理证明：</a:t>
            </a:r>
            <a:endParaRPr lang="zh-CN" altLang="en-US" sz="900" b="1">
              <a:solidFill>
                <a:schemeClr val="tx1"/>
              </a:solidFill>
            </a:endParaRPr>
          </a:p>
          <a:p>
            <a:r>
              <a:rPr lang="zh-CN" altLang="en-US" sz="900" b="1">
                <a:solidFill>
                  <a:schemeClr val="tx1"/>
                </a:solidFill>
              </a:rPr>
              <a:t>与 Coq、Lean 等证明助手集成，增强自动化推理能力，验证数学猜想，如 DeepMind 将强化学习引入 Lean 证明环境，辅助形式化数学知识库构建，如 Xena 项目。</a:t>
            </a:r>
            <a:endParaRPr lang="zh-CN" altLang="en-US" sz="900" b="1">
              <a:solidFill>
                <a:schemeClr val="tx1"/>
              </a:solidFill>
            </a:endParaRPr>
          </a:p>
          <a:p>
            <a:r>
              <a:rPr lang="en-US" altLang="zh-CN" sz="900" b="1">
                <a:solidFill>
                  <a:schemeClr val="tx1"/>
                </a:solidFill>
              </a:rPr>
              <a:t>7.2</a:t>
            </a:r>
            <a:r>
              <a:rPr lang="zh-CN" altLang="en-US" sz="900" b="1">
                <a:solidFill>
                  <a:schemeClr val="tx1"/>
                </a:solidFill>
              </a:rPr>
              <a:t>计算代数：</a:t>
            </a:r>
            <a:endParaRPr lang="zh-CN" altLang="en-US" sz="900" b="1">
              <a:solidFill>
                <a:schemeClr val="tx1"/>
              </a:solidFill>
            </a:endParaRPr>
          </a:p>
          <a:p>
            <a:r>
              <a:rPr lang="zh-CN" altLang="en-US" sz="900" b="1">
                <a:solidFill>
                  <a:schemeClr val="tx1"/>
                </a:solidFill>
              </a:rPr>
              <a:t>求解多项式方程组、整数规划等数学问题</a:t>
            </a:r>
            <a:endParaRPr lang="zh-CN" altLang="en-US" sz="900" b="1">
              <a:solidFill>
                <a:schemeClr val="tx1"/>
              </a:solidFill>
            </a:endParaRPr>
          </a:p>
          <a:p>
            <a:r>
              <a:rPr lang="zh-CN" altLang="en-US" sz="900" b="1">
                <a:solidFill>
                  <a:schemeClr val="tx1"/>
                </a:solidFill>
              </a:rPr>
              <a:t>验证密码学算法的数学安全性，如椭圆曲线加密。</a:t>
            </a:r>
            <a:endParaRPr lang="zh-CN" altLang="en-US" sz="900" b="1">
              <a:solidFill>
                <a:schemeClr val="tx1"/>
              </a:solidFill>
            </a:endParaRPr>
          </a:p>
          <a:p>
            <a:endParaRPr lang="zh-CN" altLang="en-US" sz="900" b="1">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826135" y="496570"/>
            <a:ext cx="1941830" cy="497840"/>
          </a:xfrm>
          <a:prstGeom prst="rect">
            <a:avLst/>
          </a:prstGeom>
          <a:noFill/>
        </p:spPr>
        <p:txBody>
          <a:bodyPr wrap="none">
            <a:noAutofit/>
          </a:bodyPr>
          <a:p>
            <a:pPr algn="ctr">
              <a:defRPr/>
            </a:pPr>
            <a:r>
              <a:rPr lang="zh-CN" altLang="en-US" sz="2400" b="1" kern="100">
                <a:solidFill>
                  <a:srgbClr val="304371"/>
                </a:solidFill>
                <a:latin typeface="微软雅黑" panose="020B0503020204020204" pitchFamily="34" charset="-122"/>
                <a:ea typeface="微软雅黑" panose="020B0503020204020204" pitchFamily="34" charset="-122"/>
                <a:cs typeface="Times New Roman" panose="02020603050405020304" pitchFamily="18" charset="0"/>
              </a:rPr>
              <a:t>五，总结</a:t>
            </a:r>
            <a:endParaRPr lang="zh-CN" altLang="en-US" sz="2400" b="1">
              <a:solidFill>
                <a:schemeClr val="accent1"/>
              </a:solidFill>
              <a:latin typeface="+mj-ea"/>
              <a:ea typeface="+mj-ea"/>
            </a:endParaRPr>
          </a:p>
          <a:p>
            <a:pPr algn="ctr">
              <a:defRPr/>
            </a:pPr>
            <a:endParaRPr lang="zh-CN" altLang="en-US" sz="2400" b="1">
              <a:solidFill>
                <a:schemeClr val="accent1"/>
              </a:solidFill>
              <a:latin typeface="+mj-ea"/>
              <a:ea typeface="+mj-ea"/>
            </a:endParaRPr>
          </a:p>
          <a:p>
            <a:pPr algn="ctr">
              <a:defRPr/>
            </a:pPr>
            <a:endParaRPr lang="zh-CN" altLang="en-US" sz="2400" b="1" kern="100">
              <a:solidFill>
                <a:srgbClr val="30437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文本框 3"/>
          <p:cNvSpPr txBox="1"/>
          <p:nvPr/>
        </p:nvSpPr>
        <p:spPr>
          <a:xfrm>
            <a:off x="786130" y="1517015"/>
            <a:ext cx="4599940" cy="2792095"/>
          </a:xfrm>
          <a:prstGeom prst="rect">
            <a:avLst/>
          </a:prstGeom>
          <a:noFill/>
        </p:spPr>
        <p:txBody>
          <a:bodyPr wrap="square" rtlCol="0" anchor="t">
            <a:spAutoFit/>
          </a:bodyPr>
          <a:p>
            <a:r>
              <a:rPr lang="en-US" altLang="zh-CN" b="1"/>
              <a:t>         </a:t>
            </a:r>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Z3 已从单一的形式验证工具发展为跨领域的约束求解与逻辑推理基础设施，其核心优势在于，多领域建模能力</a:t>
            </a:r>
            <a:r>
              <a:rPr lang="en-US" altLang="zh-CN"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统一处理布尔逻辑、整数、实数、位向量、字符串等多种数据类型的复杂约束；高效求解引擎，能处理大规模约束系统，在工业级应用中表现优异；与多种技术栈集成，支持 Python、C++、Java 等编程语言，便于嵌入现有系统。</a:t>
            </a:r>
            <a:endPar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展望未来，随着我们构建的系统越来越复杂、越来越智能，对自动化、可证明的正确性的需求只会越来越强烈。</a:t>
            </a:r>
            <a:endParaRPr lang="en-US" altLang="zh-CN"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随着形式化方法与 AI、安全、医疗等领域的深度融合，Z3 的应用边界将持续扩展，成为构建更可靠、更安全的软件与硬件系统的关键支撑技术。</a:t>
            </a:r>
            <a:endPar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6" name="组合 5"/>
          <p:cNvGrpSpPr/>
          <p:nvPr/>
        </p:nvGrpSpPr>
        <p:grpSpPr>
          <a:xfrm>
            <a:off x="76835" y="281940"/>
            <a:ext cx="994410" cy="994410"/>
            <a:chOff x="4337" y="2745"/>
            <a:chExt cx="1566" cy="1566"/>
          </a:xfrm>
        </p:grpSpPr>
        <p:sp>
          <p:nvSpPr>
            <p:cNvPr id="7" name="椭圆 6"/>
            <p:cNvSpPr/>
            <p:nvPr/>
          </p:nvSpPr>
          <p:spPr>
            <a:xfrm>
              <a:off x="4337" y="2745"/>
              <a:ext cx="1566" cy="156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49" name="组合 48"/>
            <p:cNvGrpSpPr/>
            <p:nvPr/>
          </p:nvGrpSpPr>
          <p:grpSpPr>
            <a:xfrm flipH="1">
              <a:off x="4837" y="3245"/>
              <a:ext cx="566" cy="566"/>
              <a:chOff x="2473104" y="2145028"/>
              <a:chExt cx="359165" cy="359165"/>
            </a:xfrm>
            <a:solidFill>
              <a:schemeClr val="bg1"/>
            </a:solidFill>
          </p:grpSpPr>
          <p:sp>
            <p:nvSpPr>
              <p:cNvPr id="50"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51"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pic>
        <p:nvPicPr>
          <p:cNvPr id="9" name="图片 8"/>
          <p:cNvPicPr/>
          <p:nvPr/>
        </p:nvPicPr>
        <p:blipFill>
          <a:blip r:embed="rId1"/>
          <a:srcRect t="9551" r="-1859" b="15035"/>
        </p:blipFill>
        <p:spPr>
          <a:xfrm>
            <a:off x="5859780" y="1276350"/>
            <a:ext cx="1496695" cy="1459230"/>
          </a:xfrm>
          <a:prstGeom prst="rect">
            <a:avLst/>
          </a:prstGeom>
        </p:spPr>
      </p:pic>
      <p:pic>
        <p:nvPicPr>
          <p:cNvPr id="10" name="图片 9"/>
          <p:cNvPicPr/>
          <p:nvPr/>
        </p:nvPicPr>
        <p:blipFill>
          <a:blip r:embed="rId2"/>
        </p:blipFill>
        <p:spPr>
          <a:xfrm>
            <a:off x="5890260" y="2842260"/>
            <a:ext cx="2009775" cy="11633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097366"/>
            <a:ext cx="9144000" cy="28122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descr="e7d195523061f1c09e9d68d7cf438b91ef959ecb14fc25d26BBA7F7DBC18E55DFF4014AF651F0BF2569D4B6C1DA7F1A4683A481403BD872FC687266AD13265C1DE7C373772FD8728ABDD69ADD03BFF5BE2862BC891DBB79E53AA13E757B079DA899E2A0C20E5002822C5FA7B2EE790812A316669CFD356E124B231F98DD41C80491325DBDCA90ABC83DF12524A34AE88"/>
          <p:cNvSpPr/>
          <p:nvPr/>
        </p:nvSpPr>
        <p:spPr bwMode="auto">
          <a:xfrm>
            <a:off x="2845661" y="1846475"/>
            <a:ext cx="4653280" cy="768350"/>
          </a:xfrm>
          <a:prstGeom prst="rect">
            <a:avLst/>
          </a:prstGeom>
        </p:spPr>
        <p:txBody>
          <a:bodyPr wrap="none">
            <a:spAutoFit/>
          </a:bodyPr>
          <a:lstStyle/>
          <a:p>
            <a:pPr>
              <a:defRPr/>
            </a:pPr>
            <a:r>
              <a:rPr lang="zh-CN" altLang="en-US" sz="4400" b="1" kern="100">
                <a:solidFill>
                  <a:schemeClr val="bg1"/>
                </a:solidFill>
                <a:latin typeface="+mj-ea"/>
                <a:ea typeface="+mj-ea"/>
                <a:cs typeface="Times New Roman" panose="02020603050405020304" pitchFamily="18" charset="0"/>
              </a:rPr>
              <a:t>感谢</a:t>
            </a:r>
            <a:r>
              <a:rPr lang="zh-CN" altLang="en-US" sz="4400" b="1" kern="100">
                <a:solidFill>
                  <a:schemeClr val="bg1"/>
                </a:solidFill>
                <a:latin typeface="+mj-ea"/>
                <a:ea typeface="+mj-ea"/>
                <a:cs typeface="Times New Roman" panose="02020603050405020304" pitchFamily="18" charset="0"/>
              </a:rPr>
              <a:t>老师批评指正</a:t>
            </a:r>
            <a:endParaRPr lang="zh-CN" altLang="en-US" sz="4400" b="1" kern="100" dirty="0">
              <a:solidFill>
                <a:schemeClr val="bg1"/>
              </a:solidFill>
              <a:latin typeface="+mj-ea"/>
              <a:ea typeface="+mj-ea"/>
              <a:cs typeface="Times New Roman" panose="02020603050405020304" pitchFamily="18" charset="0"/>
            </a:endParaRPr>
          </a:p>
        </p:txBody>
      </p:sp>
      <p:sp>
        <p:nvSpPr>
          <p:cNvPr id="56" name="矩形 55" descr="e7d195523061f1c09e9d68d7cf438b91ef959ecb14fc25d26BBA7F7DBC18E55DFF4014AF651F0BF2569D4B6C1DA7F1A4683A481403BD872FC687266AD13265C1DE7C373772FD8728ABDD69ADD03BFF5BE2862BC891DBB79E53AA13E757B079DA899E2A0C20E5002822C5FA7B2EE790812A316669CFD356E124B231F98DD41C80491325DBDCA90ABC83DF12524A34AE88"/>
          <p:cNvSpPr/>
          <p:nvPr/>
        </p:nvSpPr>
        <p:spPr>
          <a:xfrm>
            <a:off x="2845661" y="2608279"/>
            <a:ext cx="6242950" cy="337185"/>
          </a:xfrm>
          <a:prstGeom prst="rect">
            <a:avLst/>
          </a:prstGeom>
        </p:spPr>
        <p:txBody>
          <a:bodyPr wrap="square">
            <a:spAutoFit/>
          </a:bodyPr>
          <a:lstStyle/>
          <a:p>
            <a:r>
              <a:rPr lang="en-US" altLang="zh-CN" sz="1600" spc="300">
                <a:solidFill>
                  <a:schemeClr val="bg1"/>
                </a:solidFill>
              </a:rPr>
              <a:t>THANK YOU FOR WATCHING</a:t>
            </a:r>
            <a:endParaRPr lang="en-US" altLang="zh-CN" sz="1600" spc="300">
              <a:solidFill>
                <a:schemeClr val="bg1"/>
              </a:solidFill>
            </a:endParaRPr>
          </a:p>
        </p:txBody>
      </p:sp>
      <p:cxnSp>
        <p:nvCxnSpPr>
          <p:cNvPr id="57" name="直接连接符 56" descr="e7d195523061f1c09e9d68d7cf438b91ef959ecb14fc25d26BBA7F7DBC18E55DFF4014AF651F0BF2569D4B6C1DA7F1A4683A481403BD872FC687266AD13265C1DE7C373772FD8728ABDD69ADD03BFF5BE2862BC891DBB79E5F1EF303008598827CC879AC6FE93F7ACAA82327762481F65BDE253EA3CEED3137736D352DCBED2F95F1DDC9774F8779C336DB735E7B09AC"/>
          <p:cNvCxnSpPr/>
          <p:nvPr/>
        </p:nvCxnSpPr>
        <p:spPr>
          <a:xfrm>
            <a:off x="3984203" y="3404342"/>
            <a:ext cx="116725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2800453" y="3141202"/>
            <a:ext cx="3295636" cy="275591"/>
            <a:chOff x="3040870" y="3447662"/>
            <a:chExt cx="3295636" cy="275591"/>
          </a:xfrm>
        </p:grpSpPr>
        <p:sp>
          <p:nvSpPr>
            <p:cNvPr id="58" name="矩形 57" descr="e7d195523061f1c09e9d68d7cf438b91ef959ecb14fc25d26BBA7F7DBC18E55DFF4014AF651F0BF2569D4B6C1DA7F1A4683A481403BD872FC687266AD13265C1DE7C373772FD8728ABDD69ADD03BFF5BE2862BC891DBB79E2FAC9404A01D4431A4C2F4CE10C79F4F9241845223F2AB2802543A8D5A8B3A366DB8B428212F201C330898B9930E3F83C3579294C4319208"/>
            <p:cNvSpPr/>
            <p:nvPr/>
          </p:nvSpPr>
          <p:spPr>
            <a:xfrm>
              <a:off x="3040870" y="3447663"/>
              <a:ext cx="1647818" cy="275590"/>
            </a:xfrm>
            <a:prstGeom prst="rect">
              <a:avLst/>
            </a:prstGeom>
          </p:spPr>
          <p:txBody>
            <a:bodyPr wrap="square">
              <a:spAutoFit/>
            </a:bodyPr>
            <a:lstStyle/>
            <a:p>
              <a:pPr lvl="0" algn="ctr"/>
              <a:endParaRPr lang="en-US" altLang="zh-CN" sz="1200">
                <a:solidFill>
                  <a:schemeClr val="bg1"/>
                </a:solidFill>
              </a:endParaRPr>
            </a:p>
          </p:txBody>
        </p:sp>
        <p:sp>
          <p:nvSpPr>
            <p:cNvPr id="59" name="矩形 58" descr="e7d195523061f1c09e9d68d7cf438b91ef959ecb14fc25d26BBA7F7DBC18E55DFF4014AF651F0BF2569D4B6C1DA7F1A4683A481403BD872FC687266AD13265C1DE7C373772FD8728ABDD69ADD03BFF5BE2862BC891DBB79E2FAC9404A01D4431A4C2F4CE10C79F4F9241845223F2AB2802543A8D5A8B3A366DB8B428212F201C330898B9930E3F83C3579294C4319208"/>
            <p:cNvSpPr/>
            <p:nvPr/>
          </p:nvSpPr>
          <p:spPr>
            <a:xfrm>
              <a:off x="4688688" y="3447662"/>
              <a:ext cx="1647818" cy="275590"/>
            </a:xfrm>
            <a:prstGeom prst="rect">
              <a:avLst/>
            </a:prstGeom>
          </p:spPr>
          <p:txBody>
            <a:bodyPr wrap="square">
              <a:spAutoFit/>
            </a:bodyPr>
            <a:lstStyle/>
            <a:p>
              <a:pPr lvl="0" algn="ctr"/>
              <a:endParaRPr lang="en-US" altLang="zh-CN" sz="1200">
                <a:solidFill>
                  <a:schemeClr val="bg1"/>
                </a:solidFill>
              </a:endParaRPr>
            </a:p>
          </p:txBody>
        </p:sp>
      </p:grpSp>
      <p:sp>
        <p:nvSpPr>
          <p:cNvPr id="6" name="椭圆 5"/>
          <p:cNvSpPr/>
          <p:nvPr/>
        </p:nvSpPr>
        <p:spPr>
          <a:xfrm>
            <a:off x="373200" y="1391018"/>
            <a:ext cx="2349225" cy="2349225"/>
          </a:xfrm>
          <a:prstGeom prst="ellipse">
            <a:avLst/>
          </a:prstGeom>
          <a:solidFill>
            <a:srgbClr val="EEF2F5"/>
          </a:solidFill>
          <a:ln w="762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2940884" y="3042293"/>
            <a:ext cx="731461"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18" name="图片 17" descr="西电新标志1-蓝色-不透明"/>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7822565" y="0"/>
            <a:ext cx="1039495" cy="1016635"/>
          </a:xfrm>
          <a:prstGeom prst="rect">
            <a:avLst/>
          </a:prstGeom>
        </p:spPr>
      </p:pic>
      <p:sp>
        <p:nvSpPr>
          <p:cNvPr id="2" name="椭圆 1"/>
          <p:cNvSpPr/>
          <p:nvPr/>
        </p:nvSpPr>
        <p:spPr>
          <a:xfrm>
            <a:off x="406323" y="1445824"/>
            <a:ext cx="2349225" cy="2349225"/>
          </a:xfrm>
          <a:prstGeom prst="ellipse">
            <a:avLst/>
          </a:prstGeom>
          <a:blipFill rotWithShape="1">
            <a:blip r:embed="rId1"/>
            <a:stretch>
              <a:fillRect/>
            </a:stretch>
          </a:blipFill>
          <a:ln w="762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descr="e7d195523061f1c09e9d68d7cf438b91ef959ecb14fc25d26BBA7F7DBC18E55DFF4014AF651F0BF2569D4B6C1DA7F1A4683A481403BD872FC687266AD13265C1DE7C373772FD8728ABDD69ADD03BFF5BE2862BC891DBB79E2FAC9404A01D4431A4C2F4CE10C79F4F9241845223F2AB2802543A8D5A8B3A366DB8B428212F201C330898B9930E3F83C3579294C4319208"/>
          <p:cNvSpPr/>
          <p:nvPr/>
        </p:nvSpPr>
        <p:spPr>
          <a:xfrm>
            <a:off x="5354320" y="3435350"/>
            <a:ext cx="2572385" cy="275590"/>
          </a:xfrm>
          <a:prstGeom prst="rect">
            <a:avLst/>
          </a:prstGeom>
        </p:spPr>
        <p:txBody>
          <a:bodyPr wrap="square">
            <a:spAutoFit/>
          </a:bodyPr>
          <a:p>
            <a:pPr lvl="0" algn="ctr"/>
            <a:r>
              <a:rPr lang="zh-CN" altLang="en-US" sz="1200" b="1">
                <a:solidFill>
                  <a:schemeClr val="bg1"/>
                </a:solidFill>
              </a:rPr>
              <a:t>小组成员：郝仕达</a:t>
            </a:r>
            <a:r>
              <a:rPr lang="en-US" altLang="zh-CN" sz="1200" b="1">
                <a:solidFill>
                  <a:schemeClr val="bg1"/>
                </a:solidFill>
              </a:rPr>
              <a:t>  </a:t>
            </a:r>
            <a:r>
              <a:rPr lang="zh-CN" altLang="en-US" sz="1200" b="1">
                <a:solidFill>
                  <a:schemeClr val="bg1"/>
                </a:solidFill>
              </a:rPr>
              <a:t>肖宇</a:t>
            </a:r>
            <a:r>
              <a:rPr lang="en-US" altLang="zh-CN" sz="1200" b="1">
                <a:solidFill>
                  <a:schemeClr val="bg1"/>
                </a:solidFill>
              </a:rPr>
              <a:t>  </a:t>
            </a:r>
            <a:r>
              <a:rPr lang="zh-CN" altLang="en-US" sz="1200" b="1">
                <a:solidFill>
                  <a:schemeClr val="bg1"/>
                </a:solidFill>
              </a:rPr>
              <a:t>张子豪</a:t>
            </a:r>
            <a:endParaRPr lang="zh-CN" altLang="en-US" sz="1200" b="1">
              <a:solidFill>
                <a:schemeClr val="bg1"/>
              </a:solidFill>
            </a:endParaRPr>
          </a:p>
        </p:txBody>
      </p:sp>
    </p:spTree>
  </p:cSld>
  <p:clrMapOvr>
    <a:masterClrMapping/>
  </p:clrMapOvr>
</p:sld>
</file>

<file path=ppt/tags/tag1.xml><?xml version="1.0" encoding="utf-8"?>
<p:tagLst xmlns:p="http://schemas.openxmlformats.org/presentationml/2006/main">
  <p:tag name="KSO_WM_DIAGRAM_VIRTUALLY_FRAME" val="{&quot;height&quot;:340.4507874015748,&quot;left&quot;:329.3313385826772,&quot;top&quot;:25.9,&quot;width&quot;:219.06866141732286}"/>
</p:tagLst>
</file>

<file path=ppt/tags/tag2.xml><?xml version="1.0" encoding="utf-8"?>
<p:tagLst xmlns:p="http://schemas.openxmlformats.org/presentationml/2006/main">
  <p:tag name="KSO_WM_DIAGRAM_VIRTUALLY_FRAME" val="{&quot;height&quot;:340.4507874015748,&quot;left&quot;:329.3313385826772,&quot;top&quot;:25.9,&quot;width&quot;:219.06866141732286}"/>
</p:tagLst>
</file>

<file path=ppt/tags/tag3.xml><?xml version="1.0" encoding="utf-8"?>
<p:tagLst xmlns:p="http://schemas.openxmlformats.org/presentationml/2006/main">
  <p:tag name="KSO_WM_DIAGRAM_VIRTUALLY_FRAME" val="{&quot;height&quot;:340.4507874015748,&quot;left&quot;:329.3313385826772,&quot;top&quot;:25.9,&quot;width&quot;:219.06866141732286}"/>
</p:tagLst>
</file>

<file path=ppt/tags/tag4.xml><?xml version="1.0" encoding="utf-8"?>
<p:tagLst xmlns:p="http://schemas.openxmlformats.org/presentationml/2006/main">
  <p:tag name="KSO_WM_DIAGRAM_VIRTUALLY_FRAME" val="{&quot;height&quot;:340.4507874015748,&quot;left&quot;:329.3313385826772,&quot;top&quot;:25.9,&quot;width&quot;:219.06866141732286}"/>
</p:tagLst>
</file>

<file path=ppt/tags/tag5.xml><?xml version="1.0" encoding="utf-8"?>
<p:tagLst xmlns:p="http://schemas.openxmlformats.org/presentationml/2006/main">
  <p:tag name="KSO_WM_DIAGRAM_VIRTUALLY_FRAME" val="{&quot;height&quot;:340.4507874015748,&quot;left&quot;:329.3313385826772,&quot;top&quot;:25.9,&quot;width&quot;:219.06866141732286}"/>
</p:tagLst>
</file>

<file path=ppt/tags/tag6.xml><?xml version="1.0" encoding="utf-8"?>
<p:tagLst xmlns:p="http://schemas.openxmlformats.org/presentationml/2006/main">
  <p:tag name="KSO_WM_DIAGRAM_VIRTUALLY_FRAME" val="{&quot;height&quot;:340.4507874015748,&quot;left&quot;:329.3313385826772,&quot;top&quot;:25.9,&quot;width&quot;:219.06866141732286}"/>
</p:tagLst>
</file>

<file path=ppt/tags/tag7.xml><?xml version="1.0" encoding="utf-8"?>
<p:tagLst xmlns:p="http://schemas.openxmlformats.org/presentationml/2006/main">
  <p:tag name="KSO_WM_DIAGRAM_VIRTUALLY_FRAME" val="{&quot;height&quot;:340.4507874015748,&quot;left&quot;:329.3313385826772,&quot;top&quot;:25.9,&quot;width&quot;:219.06866141732286}"/>
</p:tagLst>
</file>

<file path=ppt/tags/tag8.xml><?xml version="1.0" encoding="utf-8"?>
<p:tagLst xmlns:p="http://schemas.openxmlformats.org/presentationml/2006/main">
  <p:tag name="KSO_WM_DIAGRAM_VIRTUALLY_FRAME" val="{&quot;height&quot;:340.4507874015748,&quot;left&quot;:329.3313385826772,&quot;top&quot;:25.9,&quot;width&quot;:219.06866141732286}"/>
</p:tagLst>
</file>

<file path=ppt/tags/tag9.xml><?xml version="1.0" encoding="utf-8"?>
<p:tagLst xmlns:p="http://schemas.openxmlformats.org/presentationml/2006/main">
  <p:tag name="KSO_WM_DIAGRAM_VIRTUALLY_FRAME" val="{&quot;height&quot;:340.4507874015748,&quot;left&quot;:329.3313385826772,&quot;top&quot;:25.9,&quot;width&quot;:219.06866141732286}"/>
</p:tagLst>
</file>

<file path=ppt/tags/tag10.xml><?xml version="1.0" encoding="utf-8"?>
<p:tagLst xmlns:p="http://schemas.openxmlformats.org/presentationml/2006/main">
  <p:tag name="KSO_WM_DIAGRAM_VIRTUALLY_FRAME" val="{&quot;height&quot;:340.4507874015748,&quot;left&quot;:329.3313385826772,&quot;top&quot;:25.9,&quot;width&quot;:219.06866141732286}"/>
</p:tagLst>
</file>

<file path=ppt/tags/tag11.xml><?xml version="1.0" encoding="utf-8"?>
<p:tagLst xmlns:p="http://schemas.openxmlformats.org/presentationml/2006/main">
  <p:tag name="KSO_WM_DIAGRAM_VIRTUALLY_FRAME" val="{&quot;height&quot;:340.4507874015748,&quot;left&quot;:329.3313385826772,&quot;top&quot;:25.9,&quot;width&quot;:219.06866141732286}"/>
</p:tagLst>
</file>

<file path=ppt/tags/tag12.xml><?xml version="1.0" encoding="utf-8"?>
<p:tagLst xmlns:p="http://schemas.openxmlformats.org/presentationml/2006/main">
  <p:tag name="KSO_WM_DIAGRAM_VIRTUALLY_FRAME" val="{&quot;height&quot;:340.4507874015748,&quot;left&quot;:329.3313385826772,&quot;top&quot;:25.9,&quot;width&quot;:219.06866141732286}"/>
</p:tagLst>
</file>

<file path=ppt/tags/tag13.xml><?xml version="1.0" encoding="utf-8"?>
<p:tagLst xmlns:p="http://schemas.openxmlformats.org/presentationml/2006/main">
  <p:tag name="KSO_WM_DIAGRAM_VIRTUALLY_FRAME" val="{&quot;height&quot;:340.4507874015748,&quot;left&quot;:329.3313385826772,&quot;top&quot;:25.9,&quot;width&quot;:219.06866141732286}"/>
</p:tagLst>
</file>

<file path=ppt/tags/tag14.xml><?xml version="1.0" encoding="utf-8"?>
<p:tagLst xmlns:p="http://schemas.openxmlformats.org/presentationml/2006/main">
  <p:tag name="KSO_WM_DIAGRAM_VIRTUALLY_FRAME" val="{&quot;height&quot;:340.4507874015748,&quot;left&quot;:329.3313385826772,&quot;top&quot;:25.9,&quot;width&quot;:219.06866141732286}"/>
</p:tagLst>
</file>

<file path=ppt/tags/tag15.xml><?xml version="1.0" encoding="utf-8"?>
<p:tagLst xmlns:p="http://schemas.openxmlformats.org/presentationml/2006/main">
  <p:tag name="KSO_WM_DIAGRAM_VIRTUALLY_FRAME" val="{&quot;height&quot;:340.4507874015748,&quot;left&quot;:329.3313385826772,&quot;top&quot;:25.9,&quot;width&quot;:219.06866141732286}"/>
</p:tagLst>
</file>

<file path=ppt/tags/tag16.xml><?xml version="1.0" encoding="utf-8"?>
<p:tagLst xmlns:p="http://schemas.openxmlformats.org/presentationml/2006/main">
  <p:tag name="KSO_WPP_MARK_KEY" val="c14a580f-7381-4427-8710-2384a9fdfe03"/>
  <p:tag name="COMMONDATA" val="eyJjb3VudCI6MSwiaGRpZCI6ImZiOWY1N2VlNjZjNmZiNWU1Zjc3MThjNzJjYjU2OGZkIiwidXNlckNvdW50IjoxfQ=="/>
</p:tagLst>
</file>

<file path=ppt/theme/theme1.xml><?xml version="1.0" encoding="utf-8"?>
<a:theme xmlns:a="http://schemas.openxmlformats.org/drawingml/2006/main" name="Office 主题">
  <a:themeElements>
    <a:clrScheme name="蓝色清新答辩1">
      <a:dk1>
        <a:sysClr val="windowText" lastClr="000000"/>
      </a:dk1>
      <a:lt1>
        <a:sysClr val="window" lastClr="FFFFFF"/>
      </a:lt1>
      <a:dk2>
        <a:srgbClr val="EEF2F5"/>
      </a:dk2>
      <a:lt2>
        <a:srgbClr val="E7E6E6"/>
      </a:lt2>
      <a:accent1>
        <a:srgbClr val="304371"/>
      </a:accent1>
      <a:accent2>
        <a:srgbClr val="ED7D31"/>
      </a:accent2>
      <a:accent3>
        <a:srgbClr val="A5A5A5"/>
      </a:accent3>
      <a:accent4>
        <a:srgbClr val="FFC000"/>
      </a:accent4>
      <a:accent5>
        <a:srgbClr val="4472C4"/>
      </a:accent5>
      <a:accent6>
        <a:srgbClr val="70AD47"/>
      </a:accent6>
      <a:hlink>
        <a:srgbClr val="000000"/>
      </a:hlink>
      <a:folHlink>
        <a:srgbClr val="954F72"/>
      </a:folHlink>
    </a:clrScheme>
    <a:fontScheme name="标准3">
      <a:majorFont>
        <a:latin typeface="Arial"/>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5021</Words>
  <Application>WPS 演示</Application>
  <PresentationFormat>全屏显示(16:9)</PresentationFormat>
  <Paragraphs>234</Paragraphs>
  <Slides>13</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13</vt:i4>
      </vt:variant>
    </vt:vector>
  </HeadingPairs>
  <TitlesOfParts>
    <vt:vector size="28" baseType="lpstr">
      <vt:lpstr>Arial</vt:lpstr>
      <vt:lpstr>宋体</vt:lpstr>
      <vt:lpstr>Wingdings</vt:lpstr>
      <vt:lpstr>Times New Roman</vt:lpstr>
      <vt:lpstr>Calibri Light</vt:lpstr>
      <vt:lpstr>方正宋刻本秀楷简体</vt:lpstr>
      <vt:lpstr>微软雅黑</vt:lpstr>
      <vt:lpstr>Calibri</vt:lpstr>
      <vt:lpstr>Gill Sans</vt:lpstr>
      <vt:lpstr>Arial</vt:lpstr>
      <vt:lpstr>Times New Roman</vt:lpstr>
      <vt:lpstr>微软雅黑 Light</vt:lpstr>
      <vt:lpstr>Arial Unicode MS</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熊猫哒哒</dc:creator>
  <cp:lastModifiedBy>郝仕达</cp:lastModifiedBy>
  <cp:revision>561</cp:revision>
  <dcterms:created xsi:type="dcterms:W3CDTF">2017-05-01T12:27:00Z</dcterms:created>
  <dcterms:modified xsi:type="dcterms:W3CDTF">2025-12-05T13:21:17Z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24B16861CF504D7DA874CABC93BB49A7_13</vt:lpwstr>
  </property>
  <property fmtid="{D5CDD505-2E9C-101B-9397-08002B2CF9AE}" pid="3" name="KSOProductBuildVer">
    <vt:lpwstr>2052-12.1.0.23542</vt:lpwstr>
  </property>
  <property fmtid="{D5CDD505-2E9C-101B-9397-08002B2CF9AE}" pid="4" name="KSOTemplateUUID">
    <vt:lpwstr>v1.0_mb_P/kz83H1y6ttUFuTS68u1A==</vt:lpwstr>
  </property>
</Properties>
</file>