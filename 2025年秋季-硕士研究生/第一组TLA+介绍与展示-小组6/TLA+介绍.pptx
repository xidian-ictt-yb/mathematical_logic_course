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04" r:id="rId2"/>
    <p:sldId id="538" r:id="rId3"/>
    <p:sldId id="537" r:id="rId4"/>
    <p:sldId id="539" r:id="rId5"/>
    <p:sldId id="540" r:id="rId6"/>
    <p:sldId id="541" r:id="rId7"/>
    <p:sldId id="542" r:id="rId8"/>
    <p:sldId id="543" r:id="rId9"/>
    <p:sldId id="54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4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76DBC-DF0D-4AE3-BDCC-4D66300946E1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C0CD5-F483-4845-8919-057B9F844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672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C1487-CE5C-4C48-82D9-C85A16AACE2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03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C1487-CE5C-4C48-82D9-C85A16AACE2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902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C1487-CE5C-4C48-82D9-C85A16AACE2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BBB1B-4C70-022A-FF57-FDD949CCC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B66A49-AFB1-88F2-4A9D-5AB87CD51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011CF6-3F47-9D70-80B0-C8F33CA41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F35791-50BA-A946-AAA6-902293105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C1487-CE5C-4C48-82D9-C85A16AACE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502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20851-6D6E-19A6-471E-21DA640E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F2EF78-B58F-F445-3FAC-89C126DA1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806667-FE22-0A72-F99C-14CAFD4A9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ABEF74-97E4-AEA7-34E0-9B2129186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C1487-CE5C-4C48-82D9-C85A16AACE2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030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5C7E-7C10-D039-DDDD-C7387C7C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ED2522-D16B-9B0B-34E6-1F835D1B4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D62454-FBEA-A779-50F1-C27B6BA55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3644D7-B11D-3513-FD1F-5CE556FE3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C1487-CE5C-4C48-82D9-C85A16AACE2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770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84E9A-512F-9D63-7C66-A6546DE37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F785BB-72C8-C9EF-326E-A99F8D5EE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7AB361-EC11-F182-F5C4-CCE5A3C29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3B597-F89F-50FF-447D-CE04BFF8E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C1487-CE5C-4C48-82D9-C85A16AACE2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905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03BD2-6C4B-EFCE-2FDC-5CEEC6A4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155AA8-30DF-F08D-9ACC-007D0536B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A601E0-E1D8-305B-1BB1-1D867A838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C61F1-029A-7FCC-BC9A-CD68C183C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C1487-CE5C-4C48-82D9-C85A16AACE2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059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FCFFD-F53D-4173-845F-C8B6AE7AB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39B0F8-85FA-47FA-1D7D-9FD548301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B40094-AE88-209E-CABA-48AFADCC4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9D5038-F754-231C-7371-1C6020AAA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C1487-CE5C-4C48-82D9-C85A16AACE2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985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631E3-1453-8101-C537-78B22DF68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9E9B48-2C86-C62E-E9B9-8462335D2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BB8CF0-984E-E969-3E8E-5F1D06077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8140-7760-4D12-8D98-FF213F853F75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A26A4-5EFB-A057-01C7-CB6C4BBAB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F20E31-4FD5-BA9D-2C43-29E4B724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ED6B-8E72-474A-B9CC-DB2156597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153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24A33-EDDB-FDC6-DFFB-8B711A37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71D306-29A0-F9F1-034B-3EAF3114D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637BC7-B8ED-CAFE-0D9C-ACDA3C6C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8140-7760-4D12-8D98-FF213F853F75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1E3650-A2A1-8AFD-0B1F-655FD410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7FA47E-B4FD-7DDD-22D9-557082F1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ED6B-8E72-474A-B9CC-DB2156597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812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1E864-1540-0DA0-5516-940DBC82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976073-87CE-A080-BFE9-B4EF9062B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B6449A-8833-AD99-FB7F-7BA35E8E1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8140-7760-4D12-8D98-FF213F853F75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534E3D-D186-8A49-3532-DD85194E1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E511FE-2FAB-32AF-201E-A0B3EC21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ED6B-8E72-474A-B9CC-DB2156597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10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40351-C872-5A78-0B05-344F1D1AC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DE6C15-0A21-22A6-1D96-EC5F504F2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F31A6D-159F-75CA-4260-A102AD15A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EBB1AB-F91B-8C8A-8CA8-9A971897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8140-7760-4D12-8D98-FF213F853F75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5D92A4-BFA4-8749-1D7C-2A0128BA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A7169A-3824-5ED1-D107-8DE8D5C1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ED6B-8E72-474A-B9CC-DB2156597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398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B2A4B-AE5B-00EA-0F52-4CE65291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AEE65A-4345-3DD6-3A1F-938972EFC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06D295-5341-09DF-2819-CA4CE255D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5D368A-7DE5-7973-13B8-6C2618E53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1EC158-B866-7BBF-355C-35F6F8D8D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AE3388-0DC3-AE75-3514-93DD57D95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8140-7760-4D12-8D98-FF213F853F75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CFC3F3-ACD5-0330-AF1D-E0E648EA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DDCC66-1358-D0ED-D322-AA848ED9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ED6B-8E72-474A-B9CC-DB2156597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043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91FBB7-B9A6-BDC2-B256-10787649B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DAAD03-346B-48DC-D509-EA4A92F2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8140-7760-4D12-8D98-FF213F853F75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0B52CF-153E-868F-76B0-FCE04EA6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F51BC3-D6EE-5772-10F3-22F750FF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ED6B-8E72-474A-B9CC-DB2156597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737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990FB2-C616-DF2C-2724-C8E9D89DB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8140-7760-4D12-8D98-FF213F853F75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28771F-9C85-BB54-F55A-3514150E2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1893B7-FD7A-7EC3-5834-3F94AC09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ED6B-8E72-474A-B9CC-DB2156597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2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36B57-E1FD-2D5E-81E7-F0E4414DC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11D46B-B35C-D12E-331C-DDE301050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769FD6-8094-EAFE-A070-D70C8CED3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7D49DD-1953-8CDC-C902-5C5FCFFB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8140-7760-4D12-8D98-FF213F853F75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03B9D8-279C-D94B-CC5F-B3729E52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0549D1-A16E-894B-ED0B-58D024EA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ED6B-8E72-474A-B9CC-DB2156597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18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4260C-0560-6483-38E6-7165E1AC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9AF5918-F773-4D5E-EE26-E5A27DF6A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89F158-4A34-BDD4-7718-5B559DE2E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7005DC-FBE2-F0F6-20E3-7F28A6B0F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8140-7760-4D12-8D98-FF213F853F75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52AC46-076B-C9C0-D8A0-2AC56274C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43F9FE-0E5B-3006-4A66-04865F5A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ED6B-8E72-474A-B9CC-DB2156597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04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ECF88C-E6AE-86CB-2A2F-42814F597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1F3892-7204-CB1C-F437-C469C4709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D2E6E5-D9CE-4D55-D6E5-0EC26B38B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8140-7760-4D12-8D98-FF213F853F75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EF6887-9F84-1E44-73EB-DC4F55B7C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61BDFF-4B70-A1E1-8F69-D8190BC3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ED6B-8E72-474A-B9CC-DB2156597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31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66C535-4258-B037-0013-180FF6A33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890D2B-7BE1-3DE7-4A81-7FBC01DF1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BBD0DE-4867-F927-A79B-FFD6ADBA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8140-7760-4D12-8D98-FF213F853F75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A86FD8-DC62-3AA6-0675-F01B3CF5A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876C6A-347F-B4CF-5303-623E8C8A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ED6B-8E72-474A-B9CC-DB2156597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624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134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20D3A7-D64F-8623-523C-BB28B353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B32866-4376-9CE4-2948-6912C8162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466D79-8F61-B539-0270-EF7F8BABD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68140-7760-4D12-8D98-FF213F853F75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9E4FEA-01CC-91B3-DA8A-E110A46E6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844F7-D3B3-CCFF-8C10-02126FA96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2ED6B-8E72-474A-B9CC-DB2156597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19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50571" y="3082456"/>
            <a:ext cx="116801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CaTiO</a:t>
            </a:r>
            <a:r>
              <a:rPr lang="en-US" altLang="zh-CN" sz="4000" b="1" baseline="-25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3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基高介陶瓷及其复合材料介电性能研究</a:t>
            </a:r>
          </a:p>
        </p:txBody>
      </p:sp>
      <p:sp>
        <p:nvSpPr>
          <p:cNvPr id="6" name="文本框 6"/>
          <p:cNvSpPr txBox="1"/>
          <p:nvPr/>
        </p:nvSpPr>
        <p:spPr>
          <a:xfrm>
            <a:off x="402971" y="3234856"/>
            <a:ext cx="116801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CaTiO</a:t>
            </a:r>
            <a:r>
              <a:rPr lang="en-US" altLang="zh-CN" sz="4000" b="1" baseline="-25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3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基高介陶瓷及其复合材料介电性能研究</a:t>
            </a:r>
          </a:p>
        </p:txBody>
      </p:sp>
      <p:sp>
        <p:nvSpPr>
          <p:cNvPr id="9" name="文本框 15"/>
          <p:cNvSpPr txBox="1"/>
          <p:nvPr/>
        </p:nvSpPr>
        <p:spPr>
          <a:xfrm>
            <a:off x="3298368" y="1815552"/>
            <a:ext cx="5865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上海硅酸盐研究所</a:t>
            </a:r>
            <a:r>
              <a:rPr lang="en-US" altLang="zh-CN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2016</a:t>
            </a:r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级硕士开题报告</a:t>
            </a:r>
          </a:p>
        </p:txBody>
      </p:sp>
      <p:sp>
        <p:nvSpPr>
          <p:cNvPr id="12" name="矩形 11"/>
          <p:cNvSpPr/>
          <p:nvPr/>
        </p:nvSpPr>
        <p:spPr>
          <a:xfrm>
            <a:off x="-17239" y="1973184"/>
            <a:ext cx="12192000" cy="22185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66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TLA+</a:t>
            </a:r>
            <a:endParaRPr lang="zh-CN" altLang="en-US" sz="6600" b="1" dirty="0">
              <a:solidFill>
                <a:schemeClr val="bg1"/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026" name="Picture 2" descr="西电新标志1-蓝色-透明">
            <a:extLst>
              <a:ext uri="{FF2B5EF4-FFF2-40B4-BE49-F238E27FC236}">
                <a16:creationId xmlns:a16="http://schemas.microsoft.com/office/drawing/2014/main" id="{1AB76C76-B67A-C2C5-8F6A-2FCCBBD38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33" y="257727"/>
            <a:ext cx="1405542" cy="1405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ADF5550-D5A8-A3F4-43A0-7C20599FC52E}"/>
              </a:ext>
            </a:extLst>
          </p:cNvPr>
          <p:cNvSpPr txBox="1"/>
          <p:nvPr/>
        </p:nvSpPr>
        <p:spPr>
          <a:xfrm>
            <a:off x="5150754" y="5116334"/>
            <a:ext cx="802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小组成员：张琳琳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B347701-9F27-3D51-3581-08611E56FF5E}"/>
              </a:ext>
            </a:extLst>
          </p:cNvPr>
          <p:cNvSpPr/>
          <p:nvPr/>
        </p:nvSpPr>
        <p:spPr>
          <a:xfrm>
            <a:off x="1083879" y="2851945"/>
            <a:ext cx="2682947" cy="14441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目录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4347039-DA57-9850-DC28-FD408BD5A330}"/>
              </a:ext>
            </a:extLst>
          </p:cNvPr>
          <p:cNvCxnSpPr/>
          <p:nvPr/>
        </p:nvCxnSpPr>
        <p:spPr>
          <a:xfrm>
            <a:off x="4610746" y="1105789"/>
            <a:ext cx="0" cy="522292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2" descr="西电新标志1-蓝色-透明">
            <a:extLst>
              <a:ext uri="{FF2B5EF4-FFF2-40B4-BE49-F238E27FC236}">
                <a16:creationId xmlns:a16="http://schemas.microsoft.com/office/drawing/2014/main" id="{5C575C68-8BF8-F3F3-54D2-98B7101B0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2" y="893323"/>
            <a:ext cx="1405542" cy="1405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C66400-8149-9DCD-54CE-CD5301A6313E}"/>
              </a:ext>
            </a:extLst>
          </p:cNvPr>
          <p:cNvSpPr/>
          <p:nvPr/>
        </p:nvSpPr>
        <p:spPr>
          <a:xfrm>
            <a:off x="7738507" y="1174860"/>
            <a:ext cx="895392" cy="7031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2842" rIns="36000" bIns="42842" numCol="1" spcCol="0" rtlCol="0" fromWordArt="0" anchor="ctr" anchorCtr="0" forceAA="0" compatLnSpc="1">
            <a:noAutofit/>
          </a:bodyPr>
          <a:lstStyle/>
          <a:p>
            <a:pPr lvl="0" algn="ctr">
              <a:defRPr/>
            </a:pPr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01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7A2934-9265-8CFF-79B4-3D51797AF9D8}"/>
              </a:ext>
            </a:extLst>
          </p:cNvPr>
          <p:cNvSpPr/>
          <p:nvPr/>
        </p:nvSpPr>
        <p:spPr>
          <a:xfrm>
            <a:off x="7738519" y="3667790"/>
            <a:ext cx="895380" cy="70310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2842" rIns="36000" bIns="42842" numCol="1" spcCol="0" rtlCol="0" fromWordArt="0" anchor="ctr" anchorCtr="0" forceAA="0" compatLnSpc="1">
            <a:noAutofit/>
          </a:bodyPr>
          <a:lstStyle/>
          <a:p>
            <a:pPr lvl="0" algn="ctr">
              <a:defRPr/>
            </a:pPr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02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C201EE-C304-5374-6AF3-E4DD8CC49350}"/>
              </a:ext>
            </a:extLst>
          </p:cNvPr>
          <p:cNvSpPr/>
          <p:nvPr/>
        </p:nvSpPr>
        <p:spPr>
          <a:xfrm>
            <a:off x="5833027" y="4624005"/>
            <a:ext cx="4710016" cy="8650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2842" rIns="36000" bIns="42842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en-US" altLang="zh-CN" sz="3200" dirty="0"/>
              <a:t>TLA+</a:t>
            </a:r>
            <a:r>
              <a:rPr lang="zh-CN" altLang="en-US" sz="3200" dirty="0"/>
              <a:t>用法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1F7F5D5-01BA-7C42-40BD-4168F9BD5DFF}"/>
              </a:ext>
            </a:extLst>
          </p:cNvPr>
          <p:cNvSpPr/>
          <p:nvPr/>
        </p:nvSpPr>
        <p:spPr>
          <a:xfrm>
            <a:off x="5833027" y="1994211"/>
            <a:ext cx="4706353" cy="8650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2842" rIns="36000" bIns="42842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3600" dirty="0"/>
              <a:t> </a:t>
            </a:r>
            <a:r>
              <a:rPr lang="en-US" altLang="zh-CN" sz="3200" dirty="0"/>
              <a:t>TLA+</a:t>
            </a:r>
            <a:r>
              <a:rPr lang="zh-CN" altLang="en-US" sz="3200" dirty="0"/>
              <a:t>简介</a:t>
            </a:r>
            <a:endParaRPr lang="zh-CN" altLang="en-US" sz="36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B28C62-3DB1-434C-6EBC-BF8F2C1E6585}"/>
              </a:ext>
            </a:extLst>
          </p:cNvPr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TLA+</a:t>
            </a:r>
            <a:endParaRPr lang="zh-CN" altLang="en-US" sz="3200" b="1" dirty="0">
              <a:solidFill>
                <a:schemeClr val="bg1"/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TLA+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654" y="96715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AutoShape 2" descr="S&amp;P500 的图像结果"/>
          <p:cNvSpPr>
            <a:spLocks noChangeAspect="1" noChangeArrowheads="1"/>
          </p:cNvSpPr>
          <p:nvPr/>
        </p:nvSpPr>
        <p:spPr bwMode="auto">
          <a:xfrm>
            <a:off x="4448014" y="3276600"/>
            <a:ext cx="1800386" cy="180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1C2083-DFC4-B897-6B95-0E005EA31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00" y="1918809"/>
            <a:ext cx="11160799" cy="36549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B61DB-0D52-26BD-37B6-4ED9ED3D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0129DE-E047-004E-F958-A319764C5BD7}"/>
              </a:ext>
            </a:extLst>
          </p:cNvPr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TLA+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用法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E6D1D-EE57-AFB9-B8C8-18BA4853D063}"/>
              </a:ext>
            </a:extLst>
          </p:cNvPr>
          <p:cNvSpPr txBox="1"/>
          <p:nvPr/>
        </p:nvSpPr>
        <p:spPr>
          <a:xfrm>
            <a:off x="395654" y="96715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AutoShape 2" descr="S&amp;P500 的图像结果">
            <a:extLst>
              <a:ext uri="{FF2B5EF4-FFF2-40B4-BE49-F238E27FC236}">
                <a16:creationId xmlns:a16="http://schemas.microsoft.com/office/drawing/2014/main" id="{B810CB49-D411-4413-02CF-0C8E3C1743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8014" y="3276600"/>
            <a:ext cx="1800386" cy="180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858364-DA28-239D-80BD-4711FBD6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50" y="1735133"/>
            <a:ext cx="11128899" cy="397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57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52636-30E1-DF1E-4E49-914DCCBE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7CA5D41-ABC4-2BE7-F88B-4E6302BBF921}"/>
              </a:ext>
            </a:extLst>
          </p:cNvPr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TLA+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用法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E6C039-39FF-7CF8-F095-4C486A8CD2B3}"/>
              </a:ext>
            </a:extLst>
          </p:cNvPr>
          <p:cNvSpPr txBox="1"/>
          <p:nvPr/>
        </p:nvSpPr>
        <p:spPr>
          <a:xfrm>
            <a:off x="395654" y="96715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AutoShape 2" descr="S&amp;P500 的图像结果">
            <a:extLst>
              <a:ext uri="{FF2B5EF4-FFF2-40B4-BE49-F238E27FC236}">
                <a16:creationId xmlns:a16="http://schemas.microsoft.com/office/drawing/2014/main" id="{E3C42F29-46B2-AB7C-7ACC-36500BDA48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8014" y="3276600"/>
            <a:ext cx="1800386" cy="180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1F0B3B-B1B5-1AE9-C028-2C4230328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7" y="1865904"/>
            <a:ext cx="11234305" cy="375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36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B2F90-F9FD-D514-71FC-BD75A3AB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3F8BB24-6300-C352-04E0-57FFA7FBDD0E}"/>
              </a:ext>
            </a:extLst>
          </p:cNvPr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TLA+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用法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81911-3BCE-DA35-9167-B941273AA295}"/>
              </a:ext>
            </a:extLst>
          </p:cNvPr>
          <p:cNvSpPr txBox="1"/>
          <p:nvPr/>
        </p:nvSpPr>
        <p:spPr>
          <a:xfrm>
            <a:off x="395654" y="96715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AutoShape 2" descr="S&amp;P500 的图像结果">
            <a:extLst>
              <a:ext uri="{FF2B5EF4-FFF2-40B4-BE49-F238E27FC236}">
                <a16:creationId xmlns:a16="http://schemas.microsoft.com/office/drawing/2014/main" id="{9F794E51-0CC5-244A-124C-2AA6C4BBC4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8014" y="3276600"/>
            <a:ext cx="1800386" cy="180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E3C50E-3243-0163-9353-6826A58B5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399" y="1680047"/>
            <a:ext cx="10191377" cy="409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70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F6A37-40FE-B0F8-F88E-4F2A81358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9AFEC4A-7C0F-EB37-BD0C-5CBBDD183819}"/>
              </a:ext>
            </a:extLst>
          </p:cNvPr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TLA+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用法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2AAF1-6CC7-6E09-26DE-D9C59B66B4BF}"/>
              </a:ext>
            </a:extLst>
          </p:cNvPr>
          <p:cNvSpPr txBox="1"/>
          <p:nvPr/>
        </p:nvSpPr>
        <p:spPr>
          <a:xfrm>
            <a:off x="395654" y="96715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AutoShape 2" descr="S&amp;P500 的图像结果">
            <a:extLst>
              <a:ext uri="{FF2B5EF4-FFF2-40B4-BE49-F238E27FC236}">
                <a16:creationId xmlns:a16="http://schemas.microsoft.com/office/drawing/2014/main" id="{166CE1F8-EC7C-6998-E954-B9272CE610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8014" y="3276600"/>
            <a:ext cx="1800386" cy="180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0C6030-8BCC-D1F5-EC4B-FE732FE99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702" y="1681107"/>
            <a:ext cx="9469395" cy="413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43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64E05-F125-0657-C40C-1BBC7FEB4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0674C8-0FF6-CCB1-2B8C-99683983CB5A}"/>
              </a:ext>
            </a:extLst>
          </p:cNvPr>
          <p:cNvSpPr/>
          <p:nvPr/>
        </p:nvSpPr>
        <p:spPr>
          <a:xfrm>
            <a:off x="0" y="0"/>
            <a:ext cx="12192000" cy="8077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TLA+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用法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20387-805F-D3E5-1A0D-42EBA5A8C979}"/>
              </a:ext>
            </a:extLst>
          </p:cNvPr>
          <p:cNvSpPr txBox="1"/>
          <p:nvPr/>
        </p:nvSpPr>
        <p:spPr>
          <a:xfrm>
            <a:off x="395654" y="96715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AutoShape 2" descr="S&amp;P500 的图像结果">
            <a:extLst>
              <a:ext uri="{FF2B5EF4-FFF2-40B4-BE49-F238E27FC236}">
                <a16:creationId xmlns:a16="http://schemas.microsoft.com/office/drawing/2014/main" id="{A3279825-2C1D-C678-19C0-8BAE337307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8014" y="3276600"/>
            <a:ext cx="1800386" cy="180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C7808C-B456-09B1-20D2-2D7A836EB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76" y="1831568"/>
            <a:ext cx="10939037" cy="360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25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872AA-1E77-FB21-D8FB-E9EC7AFD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EEB5645-9151-BF90-FE4E-2A85FD115F44}"/>
              </a:ext>
            </a:extLst>
          </p:cNvPr>
          <p:cNvSpPr txBox="1"/>
          <p:nvPr/>
        </p:nvSpPr>
        <p:spPr>
          <a:xfrm>
            <a:off x="250571" y="3082456"/>
            <a:ext cx="116801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CaTiO</a:t>
            </a:r>
            <a:r>
              <a:rPr lang="en-US" altLang="zh-CN" sz="4000" b="1" baseline="-25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3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基高介陶瓷及其复合材料介电性能研究</a:t>
            </a:r>
          </a:p>
        </p:txBody>
      </p:sp>
      <p:sp>
        <p:nvSpPr>
          <p:cNvPr id="6" name="文本框 6">
            <a:extLst>
              <a:ext uri="{FF2B5EF4-FFF2-40B4-BE49-F238E27FC236}">
                <a16:creationId xmlns:a16="http://schemas.microsoft.com/office/drawing/2014/main" id="{89BD7551-B062-5CE5-B3B4-0B76848E6C2C}"/>
              </a:ext>
            </a:extLst>
          </p:cNvPr>
          <p:cNvSpPr txBox="1"/>
          <p:nvPr/>
        </p:nvSpPr>
        <p:spPr>
          <a:xfrm>
            <a:off x="402971" y="3234856"/>
            <a:ext cx="116801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CaTiO</a:t>
            </a:r>
            <a:r>
              <a:rPr lang="en-US" altLang="zh-CN" sz="4000" b="1" baseline="-25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3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基高介陶瓷及其复合材料介电性能研究</a:t>
            </a:r>
          </a:p>
        </p:txBody>
      </p:sp>
      <p:sp>
        <p:nvSpPr>
          <p:cNvPr id="9" name="文本框 15">
            <a:extLst>
              <a:ext uri="{FF2B5EF4-FFF2-40B4-BE49-F238E27FC236}">
                <a16:creationId xmlns:a16="http://schemas.microsoft.com/office/drawing/2014/main" id="{0332E0D6-DEB9-EC7C-D336-3FC2EE6DD32E}"/>
              </a:ext>
            </a:extLst>
          </p:cNvPr>
          <p:cNvSpPr txBox="1"/>
          <p:nvPr/>
        </p:nvSpPr>
        <p:spPr>
          <a:xfrm>
            <a:off x="3298368" y="1815552"/>
            <a:ext cx="5865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上海硅酸盐研究所</a:t>
            </a:r>
            <a:r>
              <a:rPr lang="en-US" altLang="zh-CN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2016</a:t>
            </a:r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级硕士开题报告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245361-E249-00B1-DE90-716313C56AAA}"/>
              </a:ext>
            </a:extLst>
          </p:cNvPr>
          <p:cNvSpPr/>
          <p:nvPr/>
        </p:nvSpPr>
        <p:spPr>
          <a:xfrm>
            <a:off x="-17239" y="1973184"/>
            <a:ext cx="12192000" cy="22185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150000"/>
              </a:lnSpc>
            </a:pPr>
            <a:r>
              <a:rPr lang="zh-CN" altLang="en-US" sz="6600" b="1" dirty="0">
                <a:solidFill>
                  <a:schemeClr val="bg1"/>
                </a:solidFill>
                <a:latin typeface="+mn-ea"/>
                <a:cs typeface="+mn-ea"/>
                <a:sym typeface="Arial" panose="020B0604020202020204" pitchFamily="34" charset="0"/>
              </a:rPr>
              <a:t>谢谢！</a:t>
            </a:r>
          </a:p>
        </p:txBody>
      </p:sp>
      <p:pic>
        <p:nvPicPr>
          <p:cNvPr id="1026" name="Picture 2" descr="西电新标志1-蓝色-透明">
            <a:extLst>
              <a:ext uri="{FF2B5EF4-FFF2-40B4-BE49-F238E27FC236}">
                <a16:creationId xmlns:a16="http://schemas.microsoft.com/office/drawing/2014/main" id="{3A0BF841-C75A-9B1F-4468-20D4C666C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33" y="257727"/>
            <a:ext cx="1405542" cy="1405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0BA5978-56C1-C16B-D735-705A3F17A7AE}"/>
              </a:ext>
            </a:extLst>
          </p:cNvPr>
          <p:cNvSpPr txBox="1"/>
          <p:nvPr/>
        </p:nvSpPr>
        <p:spPr>
          <a:xfrm>
            <a:off x="5150754" y="5116334"/>
            <a:ext cx="802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小组成员：张琳琳</a:t>
            </a:r>
          </a:p>
        </p:txBody>
      </p:sp>
    </p:spTree>
    <p:extLst>
      <p:ext uri="{BB962C8B-B14F-4D97-AF65-F5344CB8AC3E}">
        <p14:creationId xmlns:p14="http://schemas.microsoft.com/office/powerpoint/2010/main" val="85981389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109</Words>
  <Application>Microsoft Office PowerPoint</Application>
  <PresentationFormat>宽屏</PresentationFormat>
  <Paragraphs>31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楷体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oo z</dc:creator>
  <cp:lastModifiedBy>oo z</cp:lastModifiedBy>
  <cp:revision>2</cp:revision>
  <dcterms:created xsi:type="dcterms:W3CDTF">2025-12-07T02:14:33Z</dcterms:created>
  <dcterms:modified xsi:type="dcterms:W3CDTF">2025-12-08T03:03:08Z</dcterms:modified>
</cp:coreProperties>
</file>